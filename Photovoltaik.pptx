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2"/>
  </p:notesMasterIdLst>
  <p:sldIdLst>
    <p:sldId id="256" r:id="rId2"/>
    <p:sldId id="257" r:id="rId3"/>
    <p:sldId id="291" r:id="rId4"/>
    <p:sldId id="293" r:id="rId5"/>
    <p:sldId id="301" r:id="rId6"/>
    <p:sldId id="297" r:id="rId7"/>
    <p:sldId id="298" r:id="rId8"/>
    <p:sldId id="302" r:id="rId9"/>
    <p:sldId id="303" r:id="rId10"/>
    <p:sldId id="300" r:id="rId11"/>
    <p:sldId id="304" r:id="rId12"/>
    <p:sldId id="305" r:id="rId13"/>
    <p:sldId id="306" r:id="rId14"/>
    <p:sldId id="307" r:id="rId15"/>
    <p:sldId id="308" r:id="rId16"/>
    <p:sldId id="309" r:id="rId17"/>
    <p:sldId id="310" r:id="rId18"/>
    <p:sldId id="312" r:id="rId19"/>
    <p:sldId id="313" r:id="rId20"/>
    <p:sldId id="314" r:id="rId21"/>
  </p:sldIdLst>
  <p:sldSz cx="9144000" cy="5143500" type="screen16x9"/>
  <p:notesSz cx="6858000" cy="9144000"/>
  <p:embeddedFontLst>
    <p:embeddedFont>
      <p:font typeface="Fira Sans Extra Condensed" panose="020B0503050000020004" pitchFamily="34"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tandardabschnitt" id="{FAB44AC5-E35F-4528-9D82-9DA99E6C86A8}">
          <p14:sldIdLst>
            <p14:sldId id="256"/>
            <p14:sldId id="257"/>
            <p14:sldId id="291"/>
            <p14:sldId id="293"/>
            <p14:sldId id="301"/>
            <p14:sldId id="297"/>
            <p14:sldId id="298"/>
            <p14:sldId id="302"/>
            <p14:sldId id="303"/>
            <p14:sldId id="300"/>
            <p14:sldId id="304"/>
            <p14:sldId id="305"/>
            <p14:sldId id="306"/>
            <p14:sldId id="307"/>
            <p14:sldId id="308"/>
            <p14:sldId id="309"/>
            <p14:sldId id="310"/>
            <p14:sldId id="312"/>
            <p14:sldId id="313"/>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4EC"/>
    <a:srgbClr val="E4D5AC"/>
    <a:srgbClr val="FFF8D4"/>
    <a:srgbClr val="FFCF60"/>
    <a:srgbClr val="BC1823"/>
    <a:srgbClr val="16AF37"/>
    <a:srgbClr val="F4F2EB"/>
    <a:srgbClr val="ECECEC"/>
    <a:srgbClr val="3E5E99"/>
    <a:srgbClr val="3F5E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4663391-042C-453A-81B3-33CF019F8D8F}">
  <a:tblStyle styleId="{24663391-042C-453A-81B3-33CF019F8D8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p:scale>
          <a:sx n="200" d="100"/>
          <a:sy n="200" d="100"/>
        </p:scale>
        <p:origin x="702"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dirty="0"/>
              <a:t>Ø </a:t>
            </a:r>
            <a:r>
              <a:rPr lang="en-US" sz="1400" dirty="0" err="1"/>
              <a:t>Sonnenstunden</a:t>
            </a:r>
            <a:r>
              <a:rPr lang="en-US" sz="1400" dirty="0"/>
              <a:t> in </a:t>
            </a:r>
            <a:r>
              <a:rPr lang="en-US" sz="1400" dirty="0" err="1"/>
              <a:t>Papenburg</a:t>
            </a:r>
            <a:r>
              <a:rPr lang="en-US" sz="1400" dirty="0"/>
              <a:t> von 1991 -2019</a:t>
            </a:r>
          </a:p>
        </c:rich>
      </c:tx>
      <c:layout>
        <c:manualLayout>
          <c:xMode val="edge"/>
          <c:yMode val="edge"/>
          <c:x val="0.21811886511624765"/>
          <c:y val="9.7886506306567644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de-DE"/>
        </a:p>
      </c:txPr>
    </c:title>
    <c:autoTitleDeleted val="0"/>
    <c:plotArea>
      <c:layout>
        <c:manualLayout>
          <c:layoutTarget val="inner"/>
          <c:xMode val="edge"/>
          <c:yMode val="edge"/>
          <c:x val="8.1502340826911837E-2"/>
          <c:y val="0.18467199803149606"/>
          <c:w val="0.88841779963343115"/>
          <c:h val="0.5878031496062992"/>
        </c:manualLayout>
      </c:layout>
      <c:areaChart>
        <c:grouping val="standard"/>
        <c:varyColors val="0"/>
        <c:ser>
          <c:idx val="0"/>
          <c:order val="0"/>
          <c:tx>
            <c:strRef>
              <c:f>Tabelle1!$B$1</c:f>
              <c:strCache>
                <c:ptCount val="1"/>
                <c:pt idx="0">
                  <c:v>Sonnenstunden</c:v>
                </c:pt>
              </c:strCache>
            </c:strRef>
          </c:tx>
          <c:spPr>
            <a:solidFill>
              <a:srgbClr val="3E5E99"/>
            </a:solidFill>
            <a:ln>
              <a:noFill/>
            </a:ln>
            <a:effectLst/>
          </c:spPr>
          <c:cat>
            <c:strRef>
              <c:f>Tabelle1!$A$2:$A$13</c:f>
              <c:strCache>
                <c:ptCount val="12"/>
                <c:pt idx="0">
                  <c:v>Januar</c:v>
                </c:pt>
                <c:pt idx="1">
                  <c:v>Februar</c:v>
                </c:pt>
                <c:pt idx="2">
                  <c:v>März</c:v>
                </c:pt>
                <c:pt idx="3">
                  <c:v>April</c:v>
                </c:pt>
                <c:pt idx="4">
                  <c:v>Mai</c:v>
                </c:pt>
                <c:pt idx="5">
                  <c:v>Juni</c:v>
                </c:pt>
                <c:pt idx="6">
                  <c:v>Juli</c:v>
                </c:pt>
                <c:pt idx="7">
                  <c:v>August</c:v>
                </c:pt>
                <c:pt idx="8">
                  <c:v>September</c:v>
                </c:pt>
                <c:pt idx="9">
                  <c:v>Oktober</c:v>
                </c:pt>
                <c:pt idx="10">
                  <c:v>November</c:v>
                </c:pt>
                <c:pt idx="11">
                  <c:v>Dezember</c:v>
                </c:pt>
              </c:strCache>
            </c:strRef>
          </c:cat>
          <c:val>
            <c:numRef>
              <c:f>Tabelle1!$B$2:$B$13</c:f>
              <c:numCache>
                <c:formatCode>General</c:formatCode>
                <c:ptCount val="12"/>
                <c:pt idx="0">
                  <c:v>2.8</c:v>
                </c:pt>
                <c:pt idx="1">
                  <c:v>3.8</c:v>
                </c:pt>
                <c:pt idx="2">
                  <c:v>5.0999999999999996</c:v>
                </c:pt>
                <c:pt idx="3">
                  <c:v>7.9</c:v>
                </c:pt>
                <c:pt idx="4">
                  <c:v>9.1</c:v>
                </c:pt>
                <c:pt idx="5">
                  <c:v>9.5</c:v>
                </c:pt>
                <c:pt idx="6">
                  <c:v>9.9</c:v>
                </c:pt>
                <c:pt idx="7">
                  <c:v>8.9</c:v>
                </c:pt>
                <c:pt idx="8">
                  <c:v>6.9</c:v>
                </c:pt>
                <c:pt idx="9">
                  <c:v>5.0999999999999996</c:v>
                </c:pt>
                <c:pt idx="10">
                  <c:v>3.3</c:v>
                </c:pt>
                <c:pt idx="11">
                  <c:v>2.7</c:v>
                </c:pt>
              </c:numCache>
            </c:numRef>
          </c:val>
          <c:extLst>
            <c:ext xmlns:c16="http://schemas.microsoft.com/office/drawing/2014/chart" uri="{C3380CC4-5D6E-409C-BE32-E72D297353CC}">
              <c16:uniqueId val="{00000000-5A20-429A-A4CC-7048E41D1B84}"/>
            </c:ext>
          </c:extLst>
        </c:ser>
        <c:dLbls>
          <c:showLegendKey val="0"/>
          <c:showVal val="0"/>
          <c:showCatName val="0"/>
          <c:showSerName val="0"/>
          <c:showPercent val="0"/>
          <c:showBubbleSize val="0"/>
        </c:dLbls>
        <c:axId val="479784248"/>
        <c:axId val="479781296"/>
      </c:areaChart>
      <c:catAx>
        <c:axId val="47978424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79781296"/>
        <c:crosses val="autoZero"/>
        <c:auto val="1"/>
        <c:lblAlgn val="ctr"/>
        <c:lblOffset val="100"/>
        <c:noMultiLvlLbl val="0"/>
      </c:catAx>
      <c:valAx>
        <c:axId val="4797812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47978424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withinLinear" id="19">
  <a:schemeClr val="accent6"/>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1F7FA2-5942-45D1-86C2-4DD67AD02A4C}"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de-DE"/>
        </a:p>
      </dgm:t>
    </dgm:pt>
    <dgm:pt modelId="{2F672394-BB41-480B-8C1F-F6568AFB868A}">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CO2-Emmissionen werden reduziert</a:t>
          </a:r>
        </a:p>
      </dgm:t>
    </dgm:pt>
    <dgm:pt modelId="{263DEE7E-7807-4793-AE28-C4A66B8367FD}" type="parTrans" cxnId="{671A8697-C501-440E-B29D-CF7324F4180E}">
      <dgm:prSet/>
      <dgm:spPr/>
      <dgm:t>
        <a:bodyPr/>
        <a:lstStyle/>
        <a:p>
          <a:endParaRPr lang="de-DE"/>
        </a:p>
      </dgm:t>
    </dgm:pt>
    <dgm:pt modelId="{87334BAA-17E3-487C-A093-A31B5D96B04E}" type="sibTrans" cxnId="{671A8697-C501-440E-B29D-CF7324F4180E}">
      <dgm:prSet/>
      <dgm:spPr/>
      <dgm:t>
        <a:bodyPr/>
        <a:lstStyle/>
        <a:p>
          <a:endParaRPr lang="de-DE"/>
        </a:p>
      </dgm:t>
    </dgm:pt>
    <dgm:pt modelId="{77D9FD62-8FC2-451C-B398-487FA4E34B06}">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Die Module verlieren mit der Zeit ihre Leistung</a:t>
          </a:r>
        </a:p>
      </dgm:t>
    </dgm:pt>
    <dgm:pt modelId="{CFEB51E7-28BF-4968-8636-DA059B6DA51F}" type="sibTrans" cxnId="{A255E387-BD16-4EB0-9F3C-2F4025379198}">
      <dgm:prSet/>
      <dgm:spPr/>
      <dgm:t>
        <a:bodyPr/>
        <a:lstStyle/>
        <a:p>
          <a:endParaRPr lang="de-DE"/>
        </a:p>
      </dgm:t>
    </dgm:pt>
    <dgm:pt modelId="{8ADC3996-03FA-4CBA-A66E-3DC51C0DC4F9}" type="parTrans" cxnId="{A255E387-BD16-4EB0-9F3C-2F4025379198}">
      <dgm:prSet/>
      <dgm:spPr/>
      <dgm:t>
        <a:bodyPr/>
        <a:lstStyle/>
        <a:p>
          <a:endParaRPr lang="de-DE"/>
        </a:p>
      </dgm:t>
    </dgm:pt>
    <dgm:pt modelId="{819820EF-30BC-4BEC-8D74-19E70764A416}">
      <dgm:prSet phldrT="[Text]"/>
      <dgm:spPr/>
      <dgm:t>
        <a:bodyPr/>
        <a:lstStyle/>
        <a:p>
          <a:r>
            <a:rPr lang="de-DE" dirty="0">
              <a:latin typeface="Roboto" panose="02000000000000000000" pitchFamily="2" charset="0"/>
              <a:ea typeface="Roboto" panose="02000000000000000000" pitchFamily="2" charset="0"/>
            </a:rPr>
            <a:t>CONTRA</a:t>
          </a:r>
          <a:endParaRPr lang="de-DE" sz="3900" dirty="0">
            <a:latin typeface="Roboto" panose="02000000000000000000" pitchFamily="2" charset="0"/>
            <a:ea typeface="Roboto" panose="02000000000000000000" pitchFamily="2" charset="0"/>
          </a:endParaRPr>
        </a:p>
      </dgm:t>
    </dgm:pt>
    <dgm:pt modelId="{69F90EE4-446B-4D77-BFA8-49F0DD968C03}" type="sibTrans" cxnId="{DC81C0CE-7B59-44B2-BA03-E9853AFB2F1C}">
      <dgm:prSet/>
      <dgm:spPr/>
      <dgm:t>
        <a:bodyPr/>
        <a:lstStyle/>
        <a:p>
          <a:endParaRPr lang="de-DE"/>
        </a:p>
      </dgm:t>
    </dgm:pt>
    <dgm:pt modelId="{EEB41BB9-0AC5-47E9-96E9-8F117A97E130}" type="parTrans" cxnId="{DC81C0CE-7B59-44B2-BA03-E9853AFB2F1C}">
      <dgm:prSet/>
      <dgm:spPr/>
      <dgm:t>
        <a:bodyPr/>
        <a:lstStyle/>
        <a:p>
          <a:endParaRPr lang="de-DE"/>
        </a:p>
      </dgm:t>
    </dgm:pt>
    <dgm:pt modelId="{50DC58CA-2D89-4D91-AC9B-70A3CD03BA71}">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Die verwendete Energiequelle ist unerschöpflich</a:t>
          </a:r>
        </a:p>
      </dgm:t>
    </dgm:pt>
    <dgm:pt modelId="{C8F52A8B-C025-475C-A536-5E1F00D61F3B}" type="parTrans" cxnId="{EA2816F0-7E84-45F3-883D-2C054B4E0070}">
      <dgm:prSet/>
      <dgm:spPr/>
      <dgm:t>
        <a:bodyPr/>
        <a:lstStyle/>
        <a:p>
          <a:endParaRPr lang="de-DE"/>
        </a:p>
      </dgm:t>
    </dgm:pt>
    <dgm:pt modelId="{E5E574B0-38D3-4F94-8678-26BE48F34637}" type="sibTrans" cxnId="{EA2816F0-7E84-45F3-883D-2C054B4E0070}">
      <dgm:prSet/>
      <dgm:spPr/>
      <dgm:t>
        <a:bodyPr/>
        <a:lstStyle/>
        <a:p>
          <a:endParaRPr lang="de-DE"/>
        </a:p>
      </dgm:t>
    </dgm:pt>
    <dgm:pt modelId="{B3EA0DC1-9B89-41E2-816D-461EAC78CAB6}">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Die Investitionskosten kommen erst nach 10 -15 Jahren wieder rein</a:t>
          </a:r>
        </a:p>
      </dgm:t>
    </dgm:pt>
    <dgm:pt modelId="{76BE4C25-570C-442A-924D-67B1B05F1446}" type="parTrans" cxnId="{AE618E4C-2443-456C-AB0A-1D6BE01D0083}">
      <dgm:prSet/>
      <dgm:spPr/>
      <dgm:t>
        <a:bodyPr/>
        <a:lstStyle/>
        <a:p>
          <a:endParaRPr lang="de-DE"/>
        </a:p>
      </dgm:t>
    </dgm:pt>
    <dgm:pt modelId="{C4B14D35-006D-470F-9417-02C1703F5B5B}" type="sibTrans" cxnId="{AE618E4C-2443-456C-AB0A-1D6BE01D0083}">
      <dgm:prSet/>
      <dgm:spPr/>
      <dgm:t>
        <a:bodyPr/>
        <a:lstStyle/>
        <a:p>
          <a:endParaRPr lang="de-DE"/>
        </a:p>
      </dgm:t>
    </dgm:pt>
    <dgm:pt modelId="{AC7906FC-8F14-4E29-9726-5AF3821177A0}">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Keine Lärm / Geruchsbelästigung</a:t>
          </a:r>
        </a:p>
      </dgm:t>
    </dgm:pt>
    <dgm:pt modelId="{57298105-4CE5-4AFA-A63D-E241FA6B00A6}" type="parTrans" cxnId="{D9AFFBA4-CB18-4B63-9EAF-621AB1F896FD}">
      <dgm:prSet/>
      <dgm:spPr/>
      <dgm:t>
        <a:bodyPr/>
        <a:lstStyle/>
        <a:p>
          <a:endParaRPr lang="de-DE"/>
        </a:p>
      </dgm:t>
    </dgm:pt>
    <dgm:pt modelId="{0E782F0B-7DBD-46B8-A7C0-845C22995ED8}" type="sibTrans" cxnId="{D9AFFBA4-CB18-4B63-9EAF-621AB1F896FD}">
      <dgm:prSet/>
      <dgm:spPr/>
      <dgm:t>
        <a:bodyPr/>
        <a:lstStyle/>
        <a:p>
          <a:endParaRPr lang="de-DE"/>
        </a:p>
      </dgm:t>
    </dgm:pt>
    <dgm:pt modelId="{DE27F07F-94B3-4342-8D0E-4784BC7EC867}">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Der Strom wird dort erzeugt wo er gebraucht wird</a:t>
          </a:r>
        </a:p>
      </dgm:t>
    </dgm:pt>
    <dgm:pt modelId="{BC480D4B-8A8C-4F85-ACCF-B09FFE938E72}" type="parTrans" cxnId="{E43AD747-0EA3-4D98-B8DE-E882F8DF18E2}">
      <dgm:prSet/>
      <dgm:spPr/>
      <dgm:t>
        <a:bodyPr/>
        <a:lstStyle/>
        <a:p>
          <a:endParaRPr lang="de-DE"/>
        </a:p>
      </dgm:t>
    </dgm:pt>
    <dgm:pt modelId="{5C49B1B9-5AE8-481E-898A-ECEFA0DAF5F5}" type="sibTrans" cxnId="{E43AD747-0EA3-4D98-B8DE-E882F8DF18E2}">
      <dgm:prSet/>
      <dgm:spPr/>
      <dgm:t>
        <a:bodyPr/>
        <a:lstStyle/>
        <a:p>
          <a:endParaRPr lang="de-DE"/>
        </a:p>
      </dgm:t>
    </dgm:pt>
    <dgm:pt modelId="{55F2E987-F2C7-4450-8FFA-CA64A05F0B48}">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Viele finden Solarzellen nicht sehr schön</a:t>
          </a:r>
        </a:p>
      </dgm:t>
    </dgm:pt>
    <dgm:pt modelId="{0BD1D3CE-EF30-4A92-BA82-76316F208E0F}" type="parTrans" cxnId="{2B0CE7B5-BE39-4ACD-B685-721B25A063E0}">
      <dgm:prSet/>
      <dgm:spPr/>
      <dgm:t>
        <a:bodyPr/>
        <a:lstStyle/>
        <a:p>
          <a:endParaRPr lang="de-DE"/>
        </a:p>
      </dgm:t>
    </dgm:pt>
    <dgm:pt modelId="{0D54A418-6918-4D9A-81BE-BC557C68E271}" type="sibTrans" cxnId="{2B0CE7B5-BE39-4ACD-B685-721B25A063E0}">
      <dgm:prSet/>
      <dgm:spPr/>
      <dgm:t>
        <a:bodyPr/>
        <a:lstStyle/>
        <a:p>
          <a:endParaRPr lang="de-DE"/>
        </a:p>
      </dgm:t>
    </dgm:pt>
    <dgm:pt modelId="{1C59320B-30FB-4AEA-82A9-4FF1993AE0C4}">
      <dgm:prSet phldrT="[Text]" custT="1"/>
      <dgm:spPr>
        <a:solidFill>
          <a:srgbClr val="BC1823"/>
        </a:solidFill>
        <a:ln>
          <a:solidFill>
            <a:srgbClr val="BC1823"/>
          </a:solidFill>
        </a:ln>
      </dgm:spPr>
      <dgm:t>
        <a:bodyPr/>
        <a:lstStyle/>
        <a:p>
          <a:r>
            <a:rPr lang="de-DE" sz="1800" dirty="0">
              <a:latin typeface="Roboto" panose="02000000000000000000" pitchFamily="2" charset="0"/>
              <a:ea typeface="Roboto" panose="02000000000000000000" pitchFamily="2" charset="0"/>
            </a:rPr>
            <a:t>Die Energieeinspeisung schwant Naturgemäß</a:t>
          </a:r>
        </a:p>
      </dgm:t>
    </dgm:pt>
    <dgm:pt modelId="{36358176-646C-4328-8B4C-F6C32B98F4BC}" type="parTrans" cxnId="{33D6E482-98EB-4194-B0BB-0368C6BD8E68}">
      <dgm:prSet/>
      <dgm:spPr/>
      <dgm:t>
        <a:bodyPr/>
        <a:lstStyle/>
        <a:p>
          <a:endParaRPr lang="de-DE"/>
        </a:p>
      </dgm:t>
    </dgm:pt>
    <dgm:pt modelId="{1C14C7A6-87AF-423C-BAC3-1732C1F6CC38}" type="sibTrans" cxnId="{33D6E482-98EB-4194-B0BB-0368C6BD8E68}">
      <dgm:prSet/>
      <dgm:spPr/>
      <dgm:t>
        <a:bodyPr/>
        <a:lstStyle/>
        <a:p>
          <a:endParaRPr lang="de-DE"/>
        </a:p>
      </dgm:t>
    </dgm:pt>
    <dgm:pt modelId="{122491E0-5C0D-4502-A0A0-796B72F1E676}">
      <dgm:prSet phldrT="[Text]"/>
      <dgm:spPr/>
      <dgm:t>
        <a:bodyPr/>
        <a:lstStyle/>
        <a:p>
          <a:r>
            <a:rPr lang="de-DE">
              <a:latin typeface="Roboto" panose="02000000000000000000" pitchFamily="2" charset="0"/>
              <a:ea typeface="Roboto" panose="02000000000000000000" pitchFamily="2" charset="0"/>
            </a:rPr>
            <a:t>PRO</a:t>
          </a:r>
          <a:endParaRPr lang="de-DE" dirty="0">
            <a:latin typeface="Roboto" panose="02000000000000000000" pitchFamily="2" charset="0"/>
            <a:ea typeface="Roboto" panose="02000000000000000000" pitchFamily="2" charset="0"/>
          </a:endParaRPr>
        </a:p>
      </dgm:t>
    </dgm:pt>
    <dgm:pt modelId="{06091D85-94CC-4235-8A15-4CA6A46347C9}" type="parTrans" cxnId="{CB87BBF9-2B42-451C-9F40-5519E6395E00}">
      <dgm:prSet/>
      <dgm:spPr/>
      <dgm:t>
        <a:bodyPr/>
        <a:lstStyle/>
        <a:p>
          <a:endParaRPr lang="de-DE"/>
        </a:p>
      </dgm:t>
    </dgm:pt>
    <dgm:pt modelId="{291EF780-421D-4047-9C4B-AD9854D330B0}" type="sibTrans" cxnId="{CB87BBF9-2B42-451C-9F40-5519E6395E00}">
      <dgm:prSet/>
      <dgm:spPr/>
      <dgm:t>
        <a:bodyPr/>
        <a:lstStyle/>
        <a:p>
          <a:endParaRPr lang="de-DE"/>
        </a:p>
      </dgm:t>
    </dgm:pt>
    <dgm:pt modelId="{74265D9F-CD98-400D-917F-42D3A398A80B}" type="pres">
      <dgm:prSet presAssocID="{C81F7FA2-5942-45D1-86C2-4DD67AD02A4C}" presName="linearFlow" presStyleCnt="0">
        <dgm:presLayoutVars>
          <dgm:dir/>
          <dgm:animLvl val="lvl"/>
          <dgm:resizeHandles/>
        </dgm:presLayoutVars>
      </dgm:prSet>
      <dgm:spPr/>
    </dgm:pt>
    <dgm:pt modelId="{01045B6E-D36E-49C6-8FF4-446C7D49E513}" type="pres">
      <dgm:prSet presAssocID="{122491E0-5C0D-4502-A0A0-796B72F1E676}" presName="compositeNode" presStyleCnt="0">
        <dgm:presLayoutVars>
          <dgm:bulletEnabled val="1"/>
        </dgm:presLayoutVars>
      </dgm:prSet>
      <dgm:spPr/>
    </dgm:pt>
    <dgm:pt modelId="{7BDE9224-0FB6-4E57-B546-A472B7F91390}" type="pres">
      <dgm:prSet presAssocID="{122491E0-5C0D-4502-A0A0-796B72F1E676}" presName="image" presStyleLbl="fgImgPlace1" presStyleIdx="0" presStyleCnt="2"/>
      <dgm:spPr>
        <a:solidFill>
          <a:srgbClr val="BC1823"/>
        </a:solidFill>
        <a:ln>
          <a:solidFill>
            <a:srgbClr val="BC1823"/>
          </a:solidFill>
        </a:ln>
      </dgm:spPr>
    </dgm:pt>
    <dgm:pt modelId="{EAEC82A7-90C4-4ECE-91A7-2D087A94F454}" type="pres">
      <dgm:prSet presAssocID="{122491E0-5C0D-4502-A0A0-796B72F1E676}" presName="childNode" presStyleLbl="node1" presStyleIdx="0" presStyleCnt="2" custLinFactNeighborX="502" custLinFactNeighborY="3671">
        <dgm:presLayoutVars>
          <dgm:bulletEnabled val="1"/>
        </dgm:presLayoutVars>
      </dgm:prSet>
      <dgm:spPr/>
    </dgm:pt>
    <dgm:pt modelId="{522E0E20-6100-4387-896E-ECFF242EE394}" type="pres">
      <dgm:prSet presAssocID="{122491E0-5C0D-4502-A0A0-796B72F1E676}" presName="parentNode" presStyleLbl="revTx" presStyleIdx="0" presStyleCnt="2">
        <dgm:presLayoutVars>
          <dgm:chMax val="0"/>
          <dgm:bulletEnabled val="1"/>
        </dgm:presLayoutVars>
      </dgm:prSet>
      <dgm:spPr/>
    </dgm:pt>
    <dgm:pt modelId="{6991DA52-2D67-45D2-83FE-DAABC6D6B721}" type="pres">
      <dgm:prSet presAssocID="{291EF780-421D-4047-9C4B-AD9854D330B0}" presName="sibTrans" presStyleCnt="0"/>
      <dgm:spPr/>
    </dgm:pt>
    <dgm:pt modelId="{BB8ABCA8-D676-44DB-B814-301DBB9DB1E9}" type="pres">
      <dgm:prSet presAssocID="{819820EF-30BC-4BEC-8D74-19E70764A416}" presName="compositeNode" presStyleCnt="0">
        <dgm:presLayoutVars>
          <dgm:bulletEnabled val="1"/>
        </dgm:presLayoutVars>
      </dgm:prSet>
      <dgm:spPr/>
    </dgm:pt>
    <dgm:pt modelId="{4A29A92E-97B7-4683-A342-8B4C743AF9FE}" type="pres">
      <dgm:prSet presAssocID="{819820EF-30BC-4BEC-8D74-19E70764A416}" presName="image" presStyleLbl="fgImgPlace1" presStyleIdx="1" presStyleCnt="2" custLinFactNeighborX="1652" custLinFactNeighborY="-3119"/>
      <dgm:spPr>
        <a:solidFill>
          <a:srgbClr val="BC1823"/>
        </a:solidFill>
        <a:ln>
          <a:solidFill>
            <a:srgbClr val="BC1823"/>
          </a:solidFill>
        </a:ln>
      </dgm:spPr>
    </dgm:pt>
    <dgm:pt modelId="{0D82BDD6-FBFC-4A8C-A3CF-0EBFE8087E10}" type="pres">
      <dgm:prSet presAssocID="{819820EF-30BC-4BEC-8D74-19E70764A416}" presName="childNode" presStyleLbl="node1" presStyleIdx="1" presStyleCnt="2" custScaleY="100010" custLinFactNeighborX="1919" custLinFactNeighborY="2383">
        <dgm:presLayoutVars>
          <dgm:bulletEnabled val="1"/>
        </dgm:presLayoutVars>
      </dgm:prSet>
      <dgm:spPr/>
    </dgm:pt>
    <dgm:pt modelId="{77F4ADE7-03B2-47CE-94AA-DC61BEA661D3}" type="pres">
      <dgm:prSet presAssocID="{819820EF-30BC-4BEC-8D74-19E70764A416}" presName="parentNode" presStyleLbl="revTx" presStyleIdx="1" presStyleCnt="2">
        <dgm:presLayoutVars>
          <dgm:chMax val="0"/>
          <dgm:bulletEnabled val="1"/>
        </dgm:presLayoutVars>
      </dgm:prSet>
      <dgm:spPr/>
    </dgm:pt>
  </dgm:ptLst>
  <dgm:cxnLst>
    <dgm:cxn modelId="{D0B8A218-AAD6-489B-A7E6-2D9EAAEAE877}" type="presOf" srcId="{77D9FD62-8FC2-451C-B398-487FA4E34B06}" destId="{0D82BDD6-FBFC-4A8C-A3CF-0EBFE8087E10}" srcOrd="0" destOrd="0" presId="urn:microsoft.com/office/officeart/2005/8/layout/hList2"/>
    <dgm:cxn modelId="{63A5151A-CA35-4E94-A727-6F856B6EBA4B}" type="presOf" srcId="{122491E0-5C0D-4502-A0A0-796B72F1E676}" destId="{522E0E20-6100-4387-896E-ECFF242EE394}" srcOrd="0" destOrd="0" presId="urn:microsoft.com/office/officeart/2005/8/layout/hList2"/>
    <dgm:cxn modelId="{E566DC34-C359-41A6-825D-2BBAC2F4803D}" type="presOf" srcId="{B3EA0DC1-9B89-41E2-816D-461EAC78CAB6}" destId="{0D82BDD6-FBFC-4A8C-A3CF-0EBFE8087E10}" srcOrd="0" destOrd="1" presId="urn:microsoft.com/office/officeart/2005/8/layout/hList2"/>
    <dgm:cxn modelId="{47BCAB65-B6EB-471B-AB16-27A5CA499131}" type="presOf" srcId="{2F672394-BB41-480B-8C1F-F6568AFB868A}" destId="{EAEC82A7-90C4-4ECE-91A7-2D087A94F454}" srcOrd="0" destOrd="0" presId="urn:microsoft.com/office/officeart/2005/8/layout/hList2"/>
    <dgm:cxn modelId="{E43AD747-0EA3-4D98-B8DE-E882F8DF18E2}" srcId="{122491E0-5C0D-4502-A0A0-796B72F1E676}" destId="{DE27F07F-94B3-4342-8D0E-4784BC7EC867}" srcOrd="3" destOrd="0" parTransId="{BC480D4B-8A8C-4F85-ACCF-B09FFE938E72}" sibTransId="{5C49B1B9-5AE8-481E-898A-ECEFA0DAF5F5}"/>
    <dgm:cxn modelId="{AE618E4C-2443-456C-AB0A-1D6BE01D0083}" srcId="{819820EF-30BC-4BEC-8D74-19E70764A416}" destId="{B3EA0DC1-9B89-41E2-816D-461EAC78CAB6}" srcOrd="1" destOrd="0" parTransId="{76BE4C25-570C-442A-924D-67B1B05F1446}" sibTransId="{C4B14D35-006D-470F-9417-02C1703F5B5B}"/>
    <dgm:cxn modelId="{438CEF74-D0F7-4E7F-89B3-7CF1D65D6EF7}" type="presOf" srcId="{AC7906FC-8F14-4E29-9726-5AF3821177A0}" destId="{EAEC82A7-90C4-4ECE-91A7-2D087A94F454}" srcOrd="0" destOrd="2" presId="urn:microsoft.com/office/officeart/2005/8/layout/hList2"/>
    <dgm:cxn modelId="{33D6E482-98EB-4194-B0BB-0368C6BD8E68}" srcId="{819820EF-30BC-4BEC-8D74-19E70764A416}" destId="{1C59320B-30FB-4AEA-82A9-4FF1993AE0C4}" srcOrd="3" destOrd="0" parTransId="{36358176-646C-4328-8B4C-F6C32B98F4BC}" sibTransId="{1C14C7A6-87AF-423C-BAC3-1732C1F6CC38}"/>
    <dgm:cxn modelId="{A255E387-BD16-4EB0-9F3C-2F4025379198}" srcId="{819820EF-30BC-4BEC-8D74-19E70764A416}" destId="{77D9FD62-8FC2-451C-B398-487FA4E34B06}" srcOrd="0" destOrd="0" parTransId="{8ADC3996-03FA-4CBA-A66E-3DC51C0DC4F9}" sibTransId="{CFEB51E7-28BF-4968-8636-DA059B6DA51F}"/>
    <dgm:cxn modelId="{CF1B4596-C39E-4ECD-B9DE-967F5411D3E8}" type="presOf" srcId="{1C59320B-30FB-4AEA-82A9-4FF1993AE0C4}" destId="{0D82BDD6-FBFC-4A8C-A3CF-0EBFE8087E10}" srcOrd="0" destOrd="3" presId="urn:microsoft.com/office/officeart/2005/8/layout/hList2"/>
    <dgm:cxn modelId="{671A8697-C501-440E-B29D-CF7324F4180E}" srcId="{122491E0-5C0D-4502-A0A0-796B72F1E676}" destId="{2F672394-BB41-480B-8C1F-F6568AFB868A}" srcOrd="0" destOrd="0" parTransId="{263DEE7E-7807-4793-AE28-C4A66B8367FD}" sibTransId="{87334BAA-17E3-487C-A093-A31B5D96B04E}"/>
    <dgm:cxn modelId="{0772A697-9F7B-4105-AA6E-979481FC41FB}" type="presOf" srcId="{819820EF-30BC-4BEC-8D74-19E70764A416}" destId="{77F4ADE7-03B2-47CE-94AA-DC61BEA661D3}" srcOrd="0" destOrd="0" presId="urn:microsoft.com/office/officeart/2005/8/layout/hList2"/>
    <dgm:cxn modelId="{D9AFFBA4-CB18-4B63-9EAF-621AB1F896FD}" srcId="{122491E0-5C0D-4502-A0A0-796B72F1E676}" destId="{AC7906FC-8F14-4E29-9726-5AF3821177A0}" srcOrd="2" destOrd="0" parTransId="{57298105-4CE5-4AFA-A63D-E241FA6B00A6}" sibTransId="{0E782F0B-7DBD-46B8-A7C0-845C22995ED8}"/>
    <dgm:cxn modelId="{1205F3A8-76CD-4832-917F-369D3704F5A0}" type="presOf" srcId="{55F2E987-F2C7-4450-8FFA-CA64A05F0B48}" destId="{0D82BDD6-FBFC-4A8C-A3CF-0EBFE8087E10}" srcOrd="0" destOrd="2" presId="urn:microsoft.com/office/officeart/2005/8/layout/hList2"/>
    <dgm:cxn modelId="{2B0CE7B5-BE39-4ACD-B685-721B25A063E0}" srcId="{819820EF-30BC-4BEC-8D74-19E70764A416}" destId="{55F2E987-F2C7-4450-8FFA-CA64A05F0B48}" srcOrd="2" destOrd="0" parTransId="{0BD1D3CE-EF30-4A92-BA82-76316F208E0F}" sibTransId="{0D54A418-6918-4D9A-81BE-BC557C68E271}"/>
    <dgm:cxn modelId="{58021BB8-25DB-45E2-A3C7-E932FE905E36}" type="presOf" srcId="{50DC58CA-2D89-4D91-AC9B-70A3CD03BA71}" destId="{EAEC82A7-90C4-4ECE-91A7-2D087A94F454}" srcOrd="0" destOrd="1" presId="urn:microsoft.com/office/officeart/2005/8/layout/hList2"/>
    <dgm:cxn modelId="{DC81C0CE-7B59-44B2-BA03-E9853AFB2F1C}" srcId="{C81F7FA2-5942-45D1-86C2-4DD67AD02A4C}" destId="{819820EF-30BC-4BEC-8D74-19E70764A416}" srcOrd="1" destOrd="0" parTransId="{EEB41BB9-0AC5-47E9-96E9-8F117A97E130}" sibTransId="{69F90EE4-446B-4D77-BFA8-49F0DD968C03}"/>
    <dgm:cxn modelId="{4AE843E4-81DE-4A31-B789-20503291CA4A}" type="presOf" srcId="{C81F7FA2-5942-45D1-86C2-4DD67AD02A4C}" destId="{74265D9F-CD98-400D-917F-42D3A398A80B}" srcOrd="0" destOrd="0" presId="urn:microsoft.com/office/officeart/2005/8/layout/hList2"/>
    <dgm:cxn modelId="{EA2816F0-7E84-45F3-883D-2C054B4E0070}" srcId="{122491E0-5C0D-4502-A0A0-796B72F1E676}" destId="{50DC58CA-2D89-4D91-AC9B-70A3CD03BA71}" srcOrd="1" destOrd="0" parTransId="{C8F52A8B-C025-475C-A536-5E1F00D61F3B}" sibTransId="{E5E574B0-38D3-4F94-8678-26BE48F34637}"/>
    <dgm:cxn modelId="{CB87BBF9-2B42-451C-9F40-5519E6395E00}" srcId="{C81F7FA2-5942-45D1-86C2-4DD67AD02A4C}" destId="{122491E0-5C0D-4502-A0A0-796B72F1E676}" srcOrd="0" destOrd="0" parTransId="{06091D85-94CC-4235-8A15-4CA6A46347C9}" sibTransId="{291EF780-421D-4047-9C4B-AD9854D330B0}"/>
    <dgm:cxn modelId="{D80FB8FC-1409-4E53-90BD-5D92768CCF45}" type="presOf" srcId="{DE27F07F-94B3-4342-8D0E-4784BC7EC867}" destId="{EAEC82A7-90C4-4ECE-91A7-2D087A94F454}" srcOrd="0" destOrd="3" presId="urn:microsoft.com/office/officeart/2005/8/layout/hList2"/>
    <dgm:cxn modelId="{E8F000BA-4809-4015-B3F0-2CCE3F0E86F3}" type="presParOf" srcId="{74265D9F-CD98-400D-917F-42D3A398A80B}" destId="{01045B6E-D36E-49C6-8FF4-446C7D49E513}" srcOrd="0" destOrd="0" presId="urn:microsoft.com/office/officeart/2005/8/layout/hList2"/>
    <dgm:cxn modelId="{EAA66426-7BE4-4A1E-A166-84D03C296207}" type="presParOf" srcId="{01045B6E-D36E-49C6-8FF4-446C7D49E513}" destId="{7BDE9224-0FB6-4E57-B546-A472B7F91390}" srcOrd="0" destOrd="0" presId="urn:microsoft.com/office/officeart/2005/8/layout/hList2"/>
    <dgm:cxn modelId="{5CF17C04-C7BF-465C-AF9B-DEBA0137716F}" type="presParOf" srcId="{01045B6E-D36E-49C6-8FF4-446C7D49E513}" destId="{EAEC82A7-90C4-4ECE-91A7-2D087A94F454}" srcOrd="1" destOrd="0" presId="urn:microsoft.com/office/officeart/2005/8/layout/hList2"/>
    <dgm:cxn modelId="{172177B8-B3D5-4A4F-A6F2-21C3824C0674}" type="presParOf" srcId="{01045B6E-D36E-49C6-8FF4-446C7D49E513}" destId="{522E0E20-6100-4387-896E-ECFF242EE394}" srcOrd="2" destOrd="0" presId="urn:microsoft.com/office/officeart/2005/8/layout/hList2"/>
    <dgm:cxn modelId="{AB928326-7A2B-43D3-A5DF-02C80BD2B5A9}" type="presParOf" srcId="{74265D9F-CD98-400D-917F-42D3A398A80B}" destId="{6991DA52-2D67-45D2-83FE-DAABC6D6B721}" srcOrd="1" destOrd="0" presId="urn:microsoft.com/office/officeart/2005/8/layout/hList2"/>
    <dgm:cxn modelId="{84A459F1-3EDB-46B5-BCAB-D8B1072F214B}" type="presParOf" srcId="{74265D9F-CD98-400D-917F-42D3A398A80B}" destId="{BB8ABCA8-D676-44DB-B814-301DBB9DB1E9}" srcOrd="2" destOrd="0" presId="urn:microsoft.com/office/officeart/2005/8/layout/hList2"/>
    <dgm:cxn modelId="{A8EDDAE4-F6E1-4BA6-9AC4-D028BF7AD45A}" type="presParOf" srcId="{BB8ABCA8-D676-44DB-B814-301DBB9DB1E9}" destId="{4A29A92E-97B7-4683-A342-8B4C743AF9FE}" srcOrd="0" destOrd="0" presId="urn:microsoft.com/office/officeart/2005/8/layout/hList2"/>
    <dgm:cxn modelId="{8092F263-C20A-4504-B985-C5117D5ABB6F}" type="presParOf" srcId="{BB8ABCA8-D676-44DB-B814-301DBB9DB1E9}" destId="{0D82BDD6-FBFC-4A8C-A3CF-0EBFE8087E10}" srcOrd="1" destOrd="0" presId="urn:microsoft.com/office/officeart/2005/8/layout/hList2"/>
    <dgm:cxn modelId="{6373B8F9-288B-4112-BB29-F8CFD7191095}" type="presParOf" srcId="{BB8ABCA8-D676-44DB-B814-301DBB9DB1E9}" destId="{77F4ADE7-03B2-47CE-94AA-DC61BEA661D3}"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2E0E20-6100-4387-896E-ECFF242EE394}">
      <dsp:nvSpPr>
        <dsp:cNvPr id="0" name=""/>
        <dsp:cNvSpPr/>
      </dsp:nvSpPr>
      <dsp:spPr>
        <a:xfrm rot="16200000">
          <a:off x="-1325378" y="2223426"/>
          <a:ext cx="3324792" cy="576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508400" bIns="0" numCol="1" spcCol="1270" anchor="t" anchorCtr="0">
          <a:noAutofit/>
        </a:bodyPr>
        <a:lstStyle/>
        <a:p>
          <a:pPr marL="0" lvl="0" indent="0" algn="r" defTabSz="1866900">
            <a:lnSpc>
              <a:spcPct val="90000"/>
            </a:lnSpc>
            <a:spcBef>
              <a:spcPct val="0"/>
            </a:spcBef>
            <a:spcAft>
              <a:spcPct val="35000"/>
            </a:spcAft>
            <a:buNone/>
          </a:pPr>
          <a:r>
            <a:rPr lang="de-DE" sz="4200" kern="1200">
              <a:latin typeface="Roboto" panose="02000000000000000000" pitchFamily="2" charset="0"/>
              <a:ea typeface="Roboto" panose="02000000000000000000" pitchFamily="2" charset="0"/>
            </a:rPr>
            <a:t>PRO</a:t>
          </a:r>
          <a:endParaRPr lang="de-DE" sz="4200" kern="1200" dirty="0">
            <a:latin typeface="Roboto" panose="02000000000000000000" pitchFamily="2" charset="0"/>
            <a:ea typeface="Roboto" panose="02000000000000000000" pitchFamily="2" charset="0"/>
          </a:endParaRPr>
        </a:p>
      </dsp:txBody>
      <dsp:txXfrm>
        <a:off x="-1325378" y="2223426"/>
        <a:ext cx="3324792" cy="576452"/>
      </dsp:txXfrm>
    </dsp:sp>
    <dsp:sp modelId="{EAEC82A7-90C4-4ECE-91A7-2D087A94F454}">
      <dsp:nvSpPr>
        <dsp:cNvPr id="0" name=""/>
        <dsp:cNvSpPr/>
      </dsp:nvSpPr>
      <dsp:spPr>
        <a:xfrm>
          <a:off x="639659" y="937762"/>
          <a:ext cx="2871347" cy="3324792"/>
        </a:xfrm>
        <a:prstGeom prst="rect">
          <a:avLst/>
        </a:prstGeom>
        <a:solidFill>
          <a:srgbClr val="BC1823"/>
        </a:solidFill>
        <a:ln w="25400" cap="flat" cmpd="sng" algn="ctr">
          <a:solidFill>
            <a:srgbClr val="BC1823"/>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508400" rIns="128016" bIns="128016" numCol="1" spcCol="1270" anchor="t" anchorCtr="0">
          <a:noAutofit/>
        </a:bodyPr>
        <a:lstStyle/>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CO2-Emmissionen werden reduziert</a:t>
          </a:r>
        </a:p>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Die verwendete Energiequelle ist unerschöpflich</a:t>
          </a:r>
        </a:p>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Keine Lärm / Geruchsbelästigung</a:t>
          </a:r>
        </a:p>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Der Strom wird dort erzeugt wo er gebraucht wird</a:t>
          </a:r>
        </a:p>
      </dsp:txBody>
      <dsp:txXfrm>
        <a:off x="639659" y="937762"/>
        <a:ext cx="2871347" cy="3324792"/>
      </dsp:txXfrm>
    </dsp:sp>
    <dsp:sp modelId="{7BDE9224-0FB6-4E57-B546-A472B7F91390}">
      <dsp:nvSpPr>
        <dsp:cNvPr id="0" name=""/>
        <dsp:cNvSpPr/>
      </dsp:nvSpPr>
      <dsp:spPr>
        <a:xfrm>
          <a:off x="48791" y="88338"/>
          <a:ext cx="1152905" cy="1152905"/>
        </a:xfrm>
        <a:prstGeom prst="rect">
          <a:avLst/>
        </a:prstGeom>
        <a:solidFill>
          <a:srgbClr val="BC1823"/>
        </a:solidFill>
        <a:ln w="25400" cap="flat" cmpd="sng" algn="ctr">
          <a:solidFill>
            <a:srgbClr val="BC1823"/>
          </a:solidFill>
          <a:prstDash val="solid"/>
        </a:ln>
        <a:effectLst/>
      </dsp:spPr>
      <dsp:style>
        <a:lnRef idx="2">
          <a:scrgbClr r="0" g="0" b="0"/>
        </a:lnRef>
        <a:fillRef idx="1">
          <a:scrgbClr r="0" g="0" b="0"/>
        </a:fillRef>
        <a:effectRef idx="0">
          <a:scrgbClr r="0" g="0" b="0"/>
        </a:effectRef>
        <a:fontRef idx="minor"/>
      </dsp:style>
    </dsp:sp>
    <dsp:sp modelId="{77F4ADE7-03B2-47CE-94AA-DC61BEA661D3}">
      <dsp:nvSpPr>
        <dsp:cNvPr id="0" name=""/>
        <dsp:cNvSpPr/>
      </dsp:nvSpPr>
      <dsp:spPr>
        <a:xfrm rot="16200000">
          <a:off x="2865027" y="2223426"/>
          <a:ext cx="3324792" cy="5764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508400" bIns="0" numCol="1" spcCol="1270" anchor="t" anchorCtr="0">
          <a:noAutofit/>
        </a:bodyPr>
        <a:lstStyle/>
        <a:p>
          <a:pPr marL="0" lvl="0" indent="0" algn="r" defTabSz="1866900">
            <a:lnSpc>
              <a:spcPct val="90000"/>
            </a:lnSpc>
            <a:spcBef>
              <a:spcPct val="0"/>
            </a:spcBef>
            <a:spcAft>
              <a:spcPct val="35000"/>
            </a:spcAft>
            <a:buNone/>
          </a:pPr>
          <a:r>
            <a:rPr lang="de-DE" sz="4200" kern="1200" dirty="0">
              <a:latin typeface="Roboto" panose="02000000000000000000" pitchFamily="2" charset="0"/>
              <a:ea typeface="Roboto" panose="02000000000000000000" pitchFamily="2" charset="0"/>
            </a:rPr>
            <a:t>CONTRA</a:t>
          </a:r>
        </a:p>
      </dsp:txBody>
      <dsp:txXfrm>
        <a:off x="2865027" y="2223426"/>
        <a:ext cx="3324792" cy="576452"/>
      </dsp:txXfrm>
    </dsp:sp>
    <dsp:sp modelId="{0D82BDD6-FBFC-4A8C-A3CF-0EBFE8087E10}">
      <dsp:nvSpPr>
        <dsp:cNvPr id="0" name=""/>
        <dsp:cNvSpPr/>
      </dsp:nvSpPr>
      <dsp:spPr>
        <a:xfrm>
          <a:off x="4864442" y="928320"/>
          <a:ext cx="2871347" cy="3325125"/>
        </a:xfrm>
        <a:prstGeom prst="rect">
          <a:avLst/>
        </a:prstGeom>
        <a:solidFill>
          <a:srgbClr val="BC1823"/>
        </a:solidFill>
        <a:ln w="25400" cap="flat" cmpd="sng" algn="ctr">
          <a:solidFill>
            <a:srgbClr val="BC1823"/>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508400" rIns="128016" bIns="128016" numCol="1" spcCol="1270" anchor="t" anchorCtr="0">
          <a:noAutofit/>
        </a:bodyPr>
        <a:lstStyle/>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Die Module verlieren mit der Zeit ihre Leistung</a:t>
          </a:r>
        </a:p>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Die Investitionskosten kommen erst nach 10 -15 Jahren wieder rein</a:t>
          </a:r>
        </a:p>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Viele finden Solarzellen nicht sehr schön</a:t>
          </a:r>
        </a:p>
        <a:p>
          <a:pPr marL="171450" lvl="1" indent="-171450" algn="l" defTabSz="800100">
            <a:lnSpc>
              <a:spcPct val="90000"/>
            </a:lnSpc>
            <a:spcBef>
              <a:spcPct val="0"/>
            </a:spcBef>
            <a:spcAft>
              <a:spcPct val="15000"/>
            </a:spcAft>
            <a:buChar char="•"/>
          </a:pPr>
          <a:r>
            <a:rPr lang="de-DE" sz="1800" kern="1200" dirty="0">
              <a:latin typeface="Roboto" panose="02000000000000000000" pitchFamily="2" charset="0"/>
              <a:ea typeface="Roboto" panose="02000000000000000000" pitchFamily="2" charset="0"/>
            </a:rPr>
            <a:t>Die Energieeinspeisung schwant Naturgemäß</a:t>
          </a:r>
        </a:p>
      </dsp:txBody>
      <dsp:txXfrm>
        <a:off x="4864442" y="928320"/>
        <a:ext cx="2871347" cy="3325125"/>
      </dsp:txXfrm>
    </dsp:sp>
    <dsp:sp modelId="{4A29A92E-97B7-4683-A342-8B4C743AF9FE}">
      <dsp:nvSpPr>
        <dsp:cNvPr id="0" name=""/>
        <dsp:cNvSpPr/>
      </dsp:nvSpPr>
      <dsp:spPr>
        <a:xfrm>
          <a:off x="4258243" y="52379"/>
          <a:ext cx="1152905" cy="1152905"/>
        </a:xfrm>
        <a:prstGeom prst="rect">
          <a:avLst/>
        </a:prstGeom>
        <a:solidFill>
          <a:srgbClr val="BC1823"/>
        </a:solidFill>
        <a:ln w="25400" cap="flat" cmpd="sng" algn="ctr">
          <a:solidFill>
            <a:srgbClr val="BC1823"/>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7a0a3c3e9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7a0a3c3e9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7a0a3c3e9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7a0a3c3e9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3503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Tree>
    <p:extLst>
      <p:ext uri="{BB962C8B-B14F-4D97-AF65-F5344CB8AC3E}">
        <p14:creationId xmlns:p14="http://schemas.microsoft.com/office/powerpoint/2010/main" val="259214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57200" y="1491588"/>
            <a:ext cx="4114800" cy="1742700"/>
          </a:xfrm>
          <a:prstGeom prst="rect">
            <a:avLst/>
          </a:prstGeom>
        </p:spPr>
        <p:txBody>
          <a:bodyPr spcFirstLastPara="1" wrap="square" lIns="91425" tIns="91425" rIns="91425" bIns="91425" anchor="ctr" anchorCtr="0">
            <a:normAutofit/>
          </a:bodyPr>
          <a:lstStyle>
            <a:lvl1pPr lvl="0">
              <a:spcBef>
                <a:spcPts val="0"/>
              </a:spcBef>
              <a:spcAft>
                <a:spcPts val="0"/>
              </a:spcAft>
              <a:buSzPts val="5200"/>
              <a:buNone/>
              <a:defRPr sz="48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457200" y="3234313"/>
            <a:ext cx="4114800" cy="417600"/>
          </a:xfrm>
          <a:prstGeom prst="rect">
            <a:avLst/>
          </a:prstGeom>
        </p:spPr>
        <p:txBody>
          <a:bodyPr spcFirstLastPara="1" wrap="square" lIns="91425" tIns="91425" rIns="91425" bIns="91425" anchor="ctr" anchorCtr="0">
            <a:normAutofit/>
          </a:bodyPr>
          <a:lstStyle>
            <a:lvl1pPr lvl="0">
              <a:lnSpc>
                <a:spcPct val="100000"/>
              </a:lnSpc>
              <a:spcBef>
                <a:spcPts val="0"/>
              </a:spcBef>
              <a:spcAft>
                <a:spcPts val="0"/>
              </a:spcAft>
              <a:buSzPts val="2800"/>
              <a:buNone/>
              <a:defRPr sz="1800"/>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15" name="Google Shape;15;p4"/>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5"/>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9" name="Google Shape;19;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2"/>
        <p:cNvGrpSpPr/>
        <p:nvPr/>
      </p:nvGrpSpPr>
      <p:grpSpPr>
        <a:xfrm>
          <a:off x="0" y="0"/>
          <a:ext cx="0" cy="0"/>
          <a:chOff x="0" y="0"/>
          <a:chExt cx="0" cy="0"/>
        </a:xfrm>
      </p:grpSpPr>
      <p:sp>
        <p:nvSpPr>
          <p:cNvPr id="23" name="Google Shape;2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4" name="Google Shape;2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
        <p:cNvGrpSpPr/>
        <p:nvPr/>
      </p:nvGrpSpPr>
      <p:grpSpPr>
        <a:xfrm>
          <a:off x="0" y="0"/>
          <a:ext cx="0" cy="0"/>
          <a:chOff x="0" y="0"/>
          <a:chExt cx="0" cy="0"/>
        </a:xfrm>
      </p:grpSpPr>
      <p:sp>
        <p:nvSpPr>
          <p:cNvPr id="26" name="Google Shape;26;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7"/>
        <p:cNvGrpSpPr/>
        <p:nvPr/>
      </p:nvGrpSpPr>
      <p:grpSpPr>
        <a:xfrm>
          <a:off x="0" y="0"/>
          <a:ext cx="0" cy="0"/>
          <a:chOff x="0" y="0"/>
          <a:chExt cx="0" cy="0"/>
        </a:xfrm>
      </p:grpSpPr>
      <p:sp>
        <p:nvSpPr>
          <p:cNvPr id="28" name="Google Shape;28;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0" name="Google Shape;30;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1" name="Google Shape;31;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2"/>
        <p:cNvGrpSpPr/>
        <p:nvPr/>
      </p:nvGrpSpPr>
      <p:grpSpPr>
        <a:xfrm>
          <a:off x="0" y="0"/>
          <a:ext cx="0" cy="0"/>
          <a:chOff x="0" y="0"/>
          <a:chExt cx="0" cy="0"/>
        </a:xfrm>
      </p:grpSpPr>
      <p:sp>
        <p:nvSpPr>
          <p:cNvPr id="33" name="Google Shape;33;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400"/>
              <a:buNone/>
              <a:defRPr/>
            </a:lvl1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4"/>
        <p:cNvGrpSpPr/>
        <p:nvPr/>
      </p:nvGrpSpPr>
      <p:grpSpPr>
        <a:xfrm>
          <a:off x="0" y="0"/>
          <a:ext cx="0" cy="0"/>
          <a:chOff x="0" y="0"/>
          <a:chExt cx="0" cy="0"/>
        </a:xfrm>
      </p:grpSpPr>
      <p:sp>
        <p:nvSpPr>
          <p:cNvPr id="35" name="Google Shape;3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 name="Google Shape;3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17500" algn="ctr">
              <a:spcBef>
                <a:spcPts val="0"/>
              </a:spcBef>
              <a:spcAft>
                <a:spcPts val="0"/>
              </a:spcAft>
              <a:buSzPts val="14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411475"/>
            <a:ext cx="8229600" cy="371400"/>
          </a:xfrm>
          <a:prstGeom prst="rect">
            <a:avLst/>
          </a:prstGeom>
          <a:noFill/>
          <a:ln>
            <a:noFill/>
          </a:ln>
        </p:spPr>
        <p:txBody>
          <a:bodyPr spcFirstLastPara="1" wrap="square" lIns="91425" tIns="91425" rIns="91425" bIns="91425" anchor="ctr" anchorCtr="0">
            <a:normAutofit/>
          </a:bodyPr>
          <a:lstStyle>
            <a:lvl1pPr lvl="0"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1pPr>
            <a:lvl2pPr lvl="1"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2pPr>
            <a:lvl3pPr lvl="2"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3pPr>
            <a:lvl4pPr lvl="3"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4pPr>
            <a:lvl5pPr lvl="4"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5pPr>
            <a:lvl6pPr lvl="5"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6pPr>
            <a:lvl7pPr lvl="6"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7pPr>
            <a:lvl8pPr lvl="7"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8pPr>
            <a:lvl9pPr lvl="8" rtl="0">
              <a:spcBef>
                <a:spcPts val="0"/>
              </a:spcBef>
              <a:spcAft>
                <a:spcPts val="0"/>
              </a:spcAft>
              <a:buClr>
                <a:schemeClr val="dk1"/>
              </a:buClr>
              <a:buSzPts val="2800"/>
              <a:buFont typeface="Fira Sans Extra Condensed"/>
              <a:buNone/>
              <a:defRPr sz="2800" b="1">
                <a:solidFill>
                  <a:schemeClr val="dk1"/>
                </a:solidFill>
                <a:latin typeface="Fira Sans Extra Condensed"/>
                <a:ea typeface="Fira Sans Extra Condensed"/>
                <a:cs typeface="Fira Sans Extra Condensed"/>
                <a:sym typeface="Fira Sans Extra Condensed"/>
              </a:defRPr>
            </a:lvl9pPr>
          </a:lstStyle>
          <a:p>
            <a:endParaRPr/>
          </a:p>
        </p:txBody>
      </p:sp>
      <p:sp>
        <p:nvSpPr>
          <p:cNvPr id="7" name="Google Shape;7;p1"/>
          <p:cNvSpPr txBox="1">
            <a:spLocks noGrp="1"/>
          </p:cNvSpPr>
          <p:nvPr>
            <p:ph type="body" idx="1"/>
          </p:nvPr>
        </p:nvSpPr>
        <p:spPr>
          <a:xfrm>
            <a:off x="457200" y="1152475"/>
            <a:ext cx="8229600" cy="3579600"/>
          </a:xfrm>
          <a:prstGeom prst="rect">
            <a:avLst/>
          </a:prstGeom>
          <a:noFill/>
          <a:ln>
            <a:noFill/>
          </a:ln>
        </p:spPr>
        <p:txBody>
          <a:bodyPr spcFirstLastPara="1" wrap="square" lIns="91425" tIns="91425" rIns="91425" bIns="91425" anchor="t" anchorCtr="0">
            <a:normAutofit/>
          </a:bodyPr>
          <a:lstStyle>
            <a:lvl1pPr marL="457200" lvl="0"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1pPr>
            <a:lvl2pPr marL="914400" lvl="1"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marL="1371600" lvl="2"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marL="1828800" lvl="3"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marL="2286000" lvl="4"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marL="2743200" lvl="5"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marL="3200400" lvl="6"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marL="3657600" lvl="7"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marL="4114800" lvl="8" indent="-317500">
              <a:lnSpc>
                <a:spcPct val="100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diagramLayout" Target="../diagrams/layout1.xml"/><Relationship Id="rId7" Type="http://schemas.openxmlformats.org/officeDocument/2006/relationships/image" Target="../media/image5.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Shape 45"/>
        <p:cNvGrpSpPr/>
        <p:nvPr/>
      </p:nvGrpSpPr>
      <p:grpSpPr>
        <a:xfrm>
          <a:off x="0" y="0"/>
          <a:ext cx="0" cy="0"/>
          <a:chOff x="0" y="0"/>
          <a:chExt cx="0" cy="0"/>
        </a:xfrm>
      </p:grpSpPr>
      <p:sp>
        <p:nvSpPr>
          <p:cNvPr id="46" name="Google Shape;46;p15"/>
          <p:cNvSpPr txBox="1">
            <a:spLocks noGrp="1"/>
          </p:cNvSpPr>
          <p:nvPr>
            <p:ph type="ctrTitle"/>
          </p:nvPr>
        </p:nvSpPr>
        <p:spPr>
          <a:xfrm>
            <a:off x="457200" y="1491588"/>
            <a:ext cx="4114800" cy="174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Photovoltaik</a:t>
            </a:r>
            <a:endParaRPr dirty="0"/>
          </a:p>
        </p:txBody>
      </p:sp>
      <p:sp>
        <p:nvSpPr>
          <p:cNvPr id="47" name="Google Shape;47;p15"/>
          <p:cNvSpPr txBox="1">
            <a:spLocks noGrp="1"/>
          </p:cNvSpPr>
          <p:nvPr>
            <p:ph type="subTitle" idx="1"/>
          </p:nvPr>
        </p:nvSpPr>
        <p:spPr>
          <a:xfrm>
            <a:off x="461843" y="2729656"/>
            <a:ext cx="4250307" cy="417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Photovoltaik – Die Energie der Zukunft?</a:t>
            </a:r>
            <a:endParaRPr dirty="0"/>
          </a:p>
        </p:txBody>
      </p:sp>
      <p:grpSp>
        <p:nvGrpSpPr>
          <p:cNvPr id="48" name="Google Shape;48;p15"/>
          <p:cNvGrpSpPr/>
          <p:nvPr/>
        </p:nvGrpSpPr>
        <p:grpSpPr>
          <a:xfrm>
            <a:off x="4577004" y="866721"/>
            <a:ext cx="4115071" cy="3410058"/>
            <a:chOff x="1079350" y="238125"/>
            <a:chExt cx="5461275" cy="4525625"/>
          </a:xfrm>
        </p:grpSpPr>
        <p:sp>
          <p:nvSpPr>
            <p:cNvPr id="49" name="Google Shape;49;p15"/>
            <p:cNvSpPr/>
            <p:nvPr/>
          </p:nvSpPr>
          <p:spPr>
            <a:xfrm>
              <a:off x="3238450" y="238125"/>
              <a:ext cx="1049800" cy="434425"/>
            </a:xfrm>
            <a:custGeom>
              <a:avLst/>
              <a:gdLst/>
              <a:ahLst/>
              <a:cxnLst/>
              <a:rect l="l" t="t" r="r" b="b"/>
              <a:pathLst>
                <a:path w="41992" h="17377" extrusionOk="0">
                  <a:moveTo>
                    <a:pt x="20883" y="0"/>
                  </a:moveTo>
                  <a:lnTo>
                    <a:pt x="20704" y="45"/>
                  </a:lnTo>
                  <a:lnTo>
                    <a:pt x="20524" y="90"/>
                  </a:lnTo>
                  <a:lnTo>
                    <a:pt x="20344" y="157"/>
                  </a:lnTo>
                  <a:lnTo>
                    <a:pt x="20187" y="247"/>
                  </a:lnTo>
                  <a:lnTo>
                    <a:pt x="20029" y="360"/>
                  </a:lnTo>
                  <a:lnTo>
                    <a:pt x="19872" y="472"/>
                  </a:lnTo>
                  <a:lnTo>
                    <a:pt x="19737" y="629"/>
                  </a:lnTo>
                  <a:lnTo>
                    <a:pt x="19445" y="944"/>
                  </a:lnTo>
                  <a:lnTo>
                    <a:pt x="19197" y="1304"/>
                  </a:lnTo>
                  <a:lnTo>
                    <a:pt x="18950" y="1731"/>
                  </a:lnTo>
                  <a:lnTo>
                    <a:pt x="18748" y="2180"/>
                  </a:lnTo>
                  <a:lnTo>
                    <a:pt x="18546" y="2697"/>
                  </a:lnTo>
                  <a:lnTo>
                    <a:pt x="18366" y="3215"/>
                  </a:lnTo>
                  <a:lnTo>
                    <a:pt x="18208" y="3754"/>
                  </a:lnTo>
                  <a:lnTo>
                    <a:pt x="18073" y="4316"/>
                  </a:lnTo>
                  <a:lnTo>
                    <a:pt x="17939" y="4900"/>
                  </a:lnTo>
                  <a:lnTo>
                    <a:pt x="17826" y="5485"/>
                  </a:lnTo>
                  <a:lnTo>
                    <a:pt x="17624" y="6654"/>
                  </a:lnTo>
                  <a:lnTo>
                    <a:pt x="17489" y="7755"/>
                  </a:lnTo>
                  <a:lnTo>
                    <a:pt x="17377" y="8767"/>
                  </a:lnTo>
                  <a:lnTo>
                    <a:pt x="17332" y="9644"/>
                  </a:lnTo>
                  <a:lnTo>
                    <a:pt x="17287" y="10318"/>
                  </a:lnTo>
                  <a:lnTo>
                    <a:pt x="17264" y="10925"/>
                  </a:lnTo>
                  <a:lnTo>
                    <a:pt x="17242" y="10700"/>
                  </a:lnTo>
                  <a:lnTo>
                    <a:pt x="17129" y="10093"/>
                  </a:lnTo>
                  <a:lnTo>
                    <a:pt x="17039" y="9666"/>
                  </a:lnTo>
                  <a:lnTo>
                    <a:pt x="16905" y="9194"/>
                  </a:lnTo>
                  <a:lnTo>
                    <a:pt x="16747" y="8654"/>
                  </a:lnTo>
                  <a:lnTo>
                    <a:pt x="16522" y="8070"/>
                  </a:lnTo>
                  <a:lnTo>
                    <a:pt x="16275" y="7486"/>
                  </a:lnTo>
                  <a:lnTo>
                    <a:pt x="15960" y="6856"/>
                  </a:lnTo>
                  <a:lnTo>
                    <a:pt x="15601" y="6227"/>
                  </a:lnTo>
                  <a:lnTo>
                    <a:pt x="15376" y="5934"/>
                  </a:lnTo>
                  <a:lnTo>
                    <a:pt x="15151" y="5620"/>
                  </a:lnTo>
                  <a:lnTo>
                    <a:pt x="14926" y="5328"/>
                  </a:lnTo>
                  <a:lnTo>
                    <a:pt x="14657" y="5035"/>
                  </a:lnTo>
                  <a:lnTo>
                    <a:pt x="14387" y="4743"/>
                  </a:lnTo>
                  <a:lnTo>
                    <a:pt x="14095" y="4451"/>
                  </a:lnTo>
                  <a:lnTo>
                    <a:pt x="13780" y="4181"/>
                  </a:lnTo>
                  <a:lnTo>
                    <a:pt x="13443" y="3934"/>
                  </a:lnTo>
                  <a:lnTo>
                    <a:pt x="13106" y="3687"/>
                  </a:lnTo>
                  <a:lnTo>
                    <a:pt x="12723" y="3462"/>
                  </a:lnTo>
                  <a:lnTo>
                    <a:pt x="12544" y="3372"/>
                  </a:lnTo>
                  <a:lnTo>
                    <a:pt x="12341" y="3282"/>
                  </a:lnTo>
                  <a:lnTo>
                    <a:pt x="12161" y="3215"/>
                  </a:lnTo>
                  <a:lnTo>
                    <a:pt x="11982" y="3170"/>
                  </a:lnTo>
                  <a:lnTo>
                    <a:pt x="11802" y="3147"/>
                  </a:lnTo>
                  <a:lnTo>
                    <a:pt x="11442" y="3147"/>
                  </a:lnTo>
                  <a:lnTo>
                    <a:pt x="11262" y="3170"/>
                  </a:lnTo>
                  <a:lnTo>
                    <a:pt x="11083" y="3192"/>
                  </a:lnTo>
                  <a:lnTo>
                    <a:pt x="10925" y="3237"/>
                  </a:lnTo>
                  <a:lnTo>
                    <a:pt x="10588" y="3372"/>
                  </a:lnTo>
                  <a:lnTo>
                    <a:pt x="10251" y="3574"/>
                  </a:lnTo>
                  <a:lnTo>
                    <a:pt x="9936" y="3799"/>
                  </a:lnTo>
                  <a:lnTo>
                    <a:pt x="9644" y="4091"/>
                  </a:lnTo>
                  <a:lnTo>
                    <a:pt x="9352" y="4406"/>
                  </a:lnTo>
                  <a:lnTo>
                    <a:pt x="9059" y="4743"/>
                  </a:lnTo>
                  <a:lnTo>
                    <a:pt x="8790" y="5125"/>
                  </a:lnTo>
                  <a:lnTo>
                    <a:pt x="8542" y="5530"/>
                  </a:lnTo>
                  <a:lnTo>
                    <a:pt x="8295" y="5957"/>
                  </a:lnTo>
                  <a:lnTo>
                    <a:pt x="8048" y="6384"/>
                  </a:lnTo>
                  <a:lnTo>
                    <a:pt x="7823" y="6834"/>
                  </a:lnTo>
                  <a:lnTo>
                    <a:pt x="7418" y="7755"/>
                  </a:lnTo>
                  <a:lnTo>
                    <a:pt x="7036" y="8654"/>
                  </a:lnTo>
                  <a:lnTo>
                    <a:pt x="6722" y="9509"/>
                  </a:lnTo>
                  <a:lnTo>
                    <a:pt x="6474" y="10295"/>
                  </a:lnTo>
                  <a:lnTo>
                    <a:pt x="6272" y="10970"/>
                  </a:lnTo>
                  <a:lnTo>
                    <a:pt x="6115" y="11487"/>
                  </a:lnTo>
                  <a:lnTo>
                    <a:pt x="6002" y="11959"/>
                  </a:lnTo>
                  <a:lnTo>
                    <a:pt x="5710" y="11689"/>
                  </a:lnTo>
                  <a:lnTo>
                    <a:pt x="5418" y="11509"/>
                  </a:lnTo>
                  <a:lnTo>
                    <a:pt x="5126" y="11374"/>
                  </a:lnTo>
                  <a:lnTo>
                    <a:pt x="4856" y="11307"/>
                  </a:lnTo>
                  <a:lnTo>
                    <a:pt x="4564" y="11285"/>
                  </a:lnTo>
                  <a:lnTo>
                    <a:pt x="4294" y="11307"/>
                  </a:lnTo>
                  <a:lnTo>
                    <a:pt x="4024" y="11397"/>
                  </a:lnTo>
                  <a:lnTo>
                    <a:pt x="3754" y="11509"/>
                  </a:lnTo>
                  <a:lnTo>
                    <a:pt x="3507" y="11667"/>
                  </a:lnTo>
                  <a:lnTo>
                    <a:pt x="3237" y="11846"/>
                  </a:lnTo>
                  <a:lnTo>
                    <a:pt x="2990" y="12071"/>
                  </a:lnTo>
                  <a:lnTo>
                    <a:pt x="2743" y="12319"/>
                  </a:lnTo>
                  <a:lnTo>
                    <a:pt x="2518" y="12588"/>
                  </a:lnTo>
                  <a:lnTo>
                    <a:pt x="2271" y="12881"/>
                  </a:lnTo>
                  <a:lnTo>
                    <a:pt x="2046" y="13195"/>
                  </a:lnTo>
                  <a:lnTo>
                    <a:pt x="1844" y="13510"/>
                  </a:lnTo>
                  <a:lnTo>
                    <a:pt x="1439" y="14162"/>
                  </a:lnTo>
                  <a:lnTo>
                    <a:pt x="1079" y="14836"/>
                  </a:lnTo>
                  <a:lnTo>
                    <a:pt x="765" y="15488"/>
                  </a:lnTo>
                  <a:lnTo>
                    <a:pt x="495" y="16095"/>
                  </a:lnTo>
                  <a:lnTo>
                    <a:pt x="135" y="17017"/>
                  </a:lnTo>
                  <a:lnTo>
                    <a:pt x="0" y="17376"/>
                  </a:lnTo>
                  <a:lnTo>
                    <a:pt x="41991" y="17376"/>
                  </a:lnTo>
                  <a:lnTo>
                    <a:pt x="41924" y="17152"/>
                  </a:lnTo>
                  <a:lnTo>
                    <a:pt x="41721" y="16545"/>
                  </a:lnTo>
                  <a:lnTo>
                    <a:pt x="41384" y="15645"/>
                  </a:lnTo>
                  <a:lnTo>
                    <a:pt x="41159" y="15106"/>
                  </a:lnTo>
                  <a:lnTo>
                    <a:pt x="40890" y="14544"/>
                  </a:lnTo>
                  <a:lnTo>
                    <a:pt x="40597" y="13937"/>
                  </a:lnTo>
                  <a:lnTo>
                    <a:pt x="40238" y="13308"/>
                  </a:lnTo>
                  <a:lnTo>
                    <a:pt x="39856" y="12678"/>
                  </a:lnTo>
                  <a:lnTo>
                    <a:pt x="39451" y="12049"/>
                  </a:lnTo>
                  <a:lnTo>
                    <a:pt x="38979" y="11419"/>
                  </a:lnTo>
                  <a:lnTo>
                    <a:pt x="38462" y="10835"/>
                  </a:lnTo>
                  <a:lnTo>
                    <a:pt x="38192" y="10543"/>
                  </a:lnTo>
                  <a:lnTo>
                    <a:pt x="37900" y="10273"/>
                  </a:lnTo>
                  <a:lnTo>
                    <a:pt x="37608" y="10003"/>
                  </a:lnTo>
                  <a:lnTo>
                    <a:pt x="37316" y="9756"/>
                  </a:lnTo>
                  <a:lnTo>
                    <a:pt x="36866" y="9441"/>
                  </a:lnTo>
                  <a:lnTo>
                    <a:pt x="36416" y="9194"/>
                  </a:lnTo>
                  <a:lnTo>
                    <a:pt x="35967" y="8992"/>
                  </a:lnTo>
                  <a:lnTo>
                    <a:pt x="35517" y="8834"/>
                  </a:lnTo>
                  <a:lnTo>
                    <a:pt x="35068" y="8722"/>
                  </a:lnTo>
                  <a:lnTo>
                    <a:pt x="34618" y="8677"/>
                  </a:lnTo>
                  <a:lnTo>
                    <a:pt x="34168" y="8654"/>
                  </a:lnTo>
                  <a:lnTo>
                    <a:pt x="33719" y="8677"/>
                  </a:lnTo>
                  <a:lnTo>
                    <a:pt x="33292" y="8722"/>
                  </a:lnTo>
                  <a:lnTo>
                    <a:pt x="32865" y="8812"/>
                  </a:lnTo>
                  <a:lnTo>
                    <a:pt x="32438" y="8924"/>
                  </a:lnTo>
                  <a:lnTo>
                    <a:pt x="32010" y="9082"/>
                  </a:lnTo>
                  <a:lnTo>
                    <a:pt x="31606" y="9239"/>
                  </a:lnTo>
                  <a:lnTo>
                    <a:pt x="31201" y="9419"/>
                  </a:lnTo>
                  <a:lnTo>
                    <a:pt x="30797" y="9644"/>
                  </a:lnTo>
                  <a:lnTo>
                    <a:pt x="30437" y="9846"/>
                  </a:lnTo>
                  <a:lnTo>
                    <a:pt x="30055" y="10071"/>
                  </a:lnTo>
                  <a:lnTo>
                    <a:pt x="29718" y="10318"/>
                  </a:lnTo>
                  <a:lnTo>
                    <a:pt x="29066" y="10790"/>
                  </a:lnTo>
                  <a:lnTo>
                    <a:pt x="28504" y="11262"/>
                  </a:lnTo>
                  <a:lnTo>
                    <a:pt x="28009" y="11712"/>
                  </a:lnTo>
                  <a:lnTo>
                    <a:pt x="27605" y="12094"/>
                  </a:lnTo>
                  <a:lnTo>
                    <a:pt x="27312" y="12408"/>
                  </a:lnTo>
                  <a:lnTo>
                    <a:pt x="27065" y="12678"/>
                  </a:lnTo>
                  <a:lnTo>
                    <a:pt x="27088" y="12341"/>
                  </a:lnTo>
                  <a:lnTo>
                    <a:pt x="27133" y="11914"/>
                  </a:lnTo>
                  <a:lnTo>
                    <a:pt x="27133" y="11374"/>
                  </a:lnTo>
                  <a:lnTo>
                    <a:pt x="27133" y="10700"/>
                  </a:lnTo>
                  <a:lnTo>
                    <a:pt x="27110" y="9936"/>
                  </a:lnTo>
                  <a:lnTo>
                    <a:pt x="27043" y="9082"/>
                  </a:lnTo>
                  <a:lnTo>
                    <a:pt x="26908" y="8160"/>
                  </a:lnTo>
                  <a:lnTo>
                    <a:pt x="26840" y="7688"/>
                  </a:lnTo>
                  <a:lnTo>
                    <a:pt x="26728" y="7216"/>
                  </a:lnTo>
                  <a:lnTo>
                    <a:pt x="26616" y="6721"/>
                  </a:lnTo>
                  <a:lnTo>
                    <a:pt x="26481" y="6227"/>
                  </a:lnTo>
                  <a:lnTo>
                    <a:pt x="26323" y="5710"/>
                  </a:lnTo>
                  <a:lnTo>
                    <a:pt x="26143" y="5215"/>
                  </a:lnTo>
                  <a:lnTo>
                    <a:pt x="25941" y="4721"/>
                  </a:lnTo>
                  <a:lnTo>
                    <a:pt x="25694" y="4226"/>
                  </a:lnTo>
                  <a:lnTo>
                    <a:pt x="25447" y="3732"/>
                  </a:lnTo>
                  <a:lnTo>
                    <a:pt x="25177" y="3259"/>
                  </a:lnTo>
                  <a:lnTo>
                    <a:pt x="24862" y="2787"/>
                  </a:lnTo>
                  <a:lnTo>
                    <a:pt x="24525" y="2338"/>
                  </a:lnTo>
                  <a:lnTo>
                    <a:pt x="24143" y="1888"/>
                  </a:lnTo>
                  <a:lnTo>
                    <a:pt x="23738" y="1484"/>
                  </a:lnTo>
                  <a:lnTo>
                    <a:pt x="23289" y="1079"/>
                  </a:lnTo>
                  <a:lnTo>
                    <a:pt x="22817" y="697"/>
                  </a:lnTo>
                  <a:lnTo>
                    <a:pt x="22569" y="517"/>
                  </a:lnTo>
                  <a:lnTo>
                    <a:pt x="22344" y="360"/>
                  </a:lnTo>
                  <a:lnTo>
                    <a:pt x="22120" y="247"/>
                  </a:lnTo>
                  <a:lnTo>
                    <a:pt x="21895" y="157"/>
                  </a:lnTo>
                  <a:lnTo>
                    <a:pt x="21670" y="67"/>
                  </a:lnTo>
                  <a:lnTo>
                    <a:pt x="21468" y="22"/>
                  </a:lnTo>
                  <a:lnTo>
                    <a:pt x="2126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5"/>
            <p:cNvSpPr/>
            <p:nvPr/>
          </p:nvSpPr>
          <p:spPr>
            <a:xfrm>
              <a:off x="5313825" y="1163700"/>
              <a:ext cx="1140275" cy="471500"/>
            </a:xfrm>
            <a:custGeom>
              <a:avLst/>
              <a:gdLst/>
              <a:ahLst/>
              <a:cxnLst/>
              <a:rect l="l" t="t" r="r" b="b"/>
              <a:pathLst>
                <a:path w="45611" h="18860" extrusionOk="0">
                  <a:moveTo>
                    <a:pt x="22884" y="0"/>
                  </a:moveTo>
                  <a:lnTo>
                    <a:pt x="22682" y="23"/>
                  </a:lnTo>
                  <a:lnTo>
                    <a:pt x="22479" y="45"/>
                  </a:lnTo>
                  <a:lnTo>
                    <a:pt x="22300" y="112"/>
                  </a:lnTo>
                  <a:lnTo>
                    <a:pt x="22097" y="180"/>
                  </a:lnTo>
                  <a:lnTo>
                    <a:pt x="21917" y="292"/>
                  </a:lnTo>
                  <a:lnTo>
                    <a:pt x="21760" y="405"/>
                  </a:lnTo>
                  <a:lnTo>
                    <a:pt x="21580" y="540"/>
                  </a:lnTo>
                  <a:lnTo>
                    <a:pt x="21423" y="674"/>
                  </a:lnTo>
                  <a:lnTo>
                    <a:pt x="21265" y="854"/>
                  </a:lnTo>
                  <a:lnTo>
                    <a:pt x="21131" y="1034"/>
                  </a:lnTo>
                  <a:lnTo>
                    <a:pt x="20861" y="1439"/>
                  </a:lnTo>
                  <a:lnTo>
                    <a:pt x="20591" y="1888"/>
                  </a:lnTo>
                  <a:lnTo>
                    <a:pt x="20366" y="2383"/>
                  </a:lnTo>
                  <a:lnTo>
                    <a:pt x="20142" y="2922"/>
                  </a:lnTo>
                  <a:lnTo>
                    <a:pt x="19962" y="3507"/>
                  </a:lnTo>
                  <a:lnTo>
                    <a:pt x="19782" y="4091"/>
                  </a:lnTo>
                  <a:lnTo>
                    <a:pt x="19625" y="4698"/>
                  </a:lnTo>
                  <a:lnTo>
                    <a:pt x="19490" y="5328"/>
                  </a:lnTo>
                  <a:lnTo>
                    <a:pt x="19355" y="5957"/>
                  </a:lnTo>
                  <a:lnTo>
                    <a:pt x="19152" y="7238"/>
                  </a:lnTo>
                  <a:lnTo>
                    <a:pt x="18995" y="8430"/>
                  </a:lnTo>
                  <a:lnTo>
                    <a:pt x="18883" y="9531"/>
                  </a:lnTo>
                  <a:lnTo>
                    <a:pt x="18815" y="10475"/>
                  </a:lnTo>
                  <a:lnTo>
                    <a:pt x="18770" y="11217"/>
                  </a:lnTo>
                  <a:lnTo>
                    <a:pt x="18748" y="11869"/>
                  </a:lnTo>
                  <a:lnTo>
                    <a:pt x="18725" y="11644"/>
                  </a:lnTo>
                  <a:lnTo>
                    <a:pt x="18613" y="10970"/>
                  </a:lnTo>
                  <a:lnTo>
                    <a:pt x="18501" y="10520"/>
                  </a:lnTo>
                  <a:lnTo>
                    <a:pt x="18366" y="9981"/>
                  </a:lnTo>
                  <a:lnTo>
                    <a:pt x="18186" y="9396"/>
                  </a:lnTo>
                  <a:lnTo>
                    <a:pt x="17961" y="8789"/>
                  </a:lnTo>
                  <a:lnTo>
                    <a:pt x="17669" y="8115"/>
                  </a:lnTo>
                  <a:lnTo>
                    <a:pt x="17332" y="7463"/>
                  </a:lnTo>
                  <a:lnTo>
                    <a:pt x="17152" y="7126"/>
                  </a:lnTo>
                  <a:lnTo>
                    <a:pt x="16927" y="6789"/>
                  </a:lnTo>
                  <a:lnTo>
                    <a:pt x="16702" y="6452"/>
                  </a:lnTo>
                  <a:lnTo>
                    <a:pt x="16477" y="6114"/>
                  </a:lnTo>
                  <a:lnTo>
                    <a:pt x="16208" y="5777"/>
                  </a:lnTo>
                  <a:lnTo>
                    <a:pt x="15938" y="5462"/>
                  </a:lnTo>
                  <a:lnTo>
                    <a:pt x="15623" y="5148"/>
                  </a:lnTo>
                  <a:lnTo>
                    <a:pt x="15309" y="4856"/>
                  </a:lnTo>
                  <a:lnTo>
                    <a:pt x="14971" y="4563"/>
                  </a:lnTo>
                  <a:lnTo>
                    <a:pt x="14612" y="4294"/>
                  </a:lnTo>
                  <a:lnTo>
                    <a:pt x="14230" y="4024"/>
                  </a:lnTo>
                  <a:lnTo>
                    <a:pt x="13825" y="3777"/>
                  </a:lnTo>
                  <a:lnTo>
                    <a:pt x="13623" y="3664"/>
                  </a:lnTo>
                  <a:lnTo>
                    <a:pt x="13420" y="3574"/>
                  </a:lnTo>
                  <a:lnTo>
                    <a:pt x="13218" y="3507"/>
                  </a:lnTo>
                  <a:lnTo>
                    <a:pt x="13016" y="3462"/>
                  </a:lnTo>
                  <a:lnTo>
                    <a:pt x="12813" y="3417"/>
                  </a:lnTo>
                  <a:lnTo>
                    <a:pt x="12431" y="3417"/>
                  </a:lnTo>
                  <a:lnTo>
                    <a:pt x="12229" y="3439"/>
                  </a:lnTo>
                  <a:lnTo>
                    <a:pt x="12049" y="3484"/>
                  </a:lnTo>
                  <a:lnTo>
                    <a:pt x="11847" y="3529"/>
                  </a:lnTo>
                  <a:lnTo>
                    <a:pt x="11667" y="3597"/>
                  </a:lnTo>
                  <a:lnTo>
                    <a:pt x="11487" y="3687"/>
                  </a:lnTo>
                  <a:lnTo>
                    <a:pt x="11150" y="3889"/>
                  </a:lnTo>
                  <a:lnTo>
                    <a:pt x="10813" y="4136"/>
                  </a:lnTo>
                  <a:lnTo>
                    <a:pt x="10476" y="4451"/>
                  </a:lnTo>
                  <a:lnTo>
                    <a:pt x="10161" y="4788"/>
                  </a:lnTo>
                  <a:lnTo>
                    <a:pt x="9846" y="5170"/>
                  </a:lnTo>
                  <a:lnTo>
                    <a:pt x="9554" y="5575"/>
                  </a:lnTo>
                  <a:lnTo>
                    <a:pt x="9262" y="6002"/>
                  </a:lnTo>
                  <a:lnTo>
                    <a:pt x="8992" y="6474"/>
                  </a:lnTo>
                  <a:lnTo>
                    <a:pt x="8745" y="6946"/>
                  </a:lnTo>
                  <a:lnTo>
                    <a:pt x="8497" y="7418"/>
                  </a:lnTo>
                  <a:lnTo>
                    <a:pt x="8273" y="7913"/>
                  </a:lnTo>
                  <a:lnTo>
                    <a:pt x="8048" y="8430"/>
                  </a:lnTo>
                  <a:lnTo>
                    <a:pt x="7643" y="9396"/>
                  </a:lnTo>
                  <a:lnTo>
                    <a:pt x="7306" y="10340"/>
                  </a:lnTo>
                  <a:lnTo>
                    <a:pt x="7036" y="11195"/>
                  </a:lnTo>
                  <a:lnTo>
                    <a:pt x="6811" y="11914"/>
                  </a:lnTo>
                  <a:lnTo>
                    <a:pt x="6654" y="12498"/>
                  </a:lnTo>
                  <a:lnTo>
                    <a:pt x="6519" y="12993"/>
                  </a:lnTo>
                  <a:lnTo>
                    <a:pt x="6205" y="12723"/>
                  </a:lnTo>
                  <a:lnTo>
                    <a:pt x="6047" y="12611"/>
                  </a:lnTo>
                  <a:lnTo>
                    <a:pt x="5890" y="12498"/>
                  </a:lnTo>
                  <a:lnTo>
                    <a:pt x="5732" y="12431"/>
                  </a:lnTo>
                  <a:lnTo>
                    <a:pt x="5575" y="12364"/>
                  </a:lnTo>
                  <a:lnTo>
                    <a:pt x="5418" y="12319"/>
                  </a:lnTo>
                  <a:lnTo>
                    <a:pt x="5283" y="12296"/>
                  </a:lnTo>
                  <a:lnTo>
                    <a:pt x="5126" y="12274"/>
                  </a:lnTo>
                  <a:lnTo>
                    <a:pt x="4968" y="12274"/>
                  </a:lnTo>
                  <a:lnTo>
                    <a:pt x="4676" y="12296"/>
                  </a:lnTo>
                  <a:lnTo>
                    <a:pt x="4384" y="12386"/>
                  </a:lnTo>
                  <a:lnTo>
                    <a:pt x="4092" y="12498"/>
                  </a:lnTo>
                  <a:lnTo>
                    <a:pt x="3799" y="12678"/>
                  </a:lnTo>
                  <a:lnTo>
                    <a:pt x="3530" y="12881"/>
                  </a:lnTo>
                  <a:lnTo>
                    <a:pt x="3260" y="13105"/>
                  </a:lnTo>
                  <a:lnTo>
                    <a:pt x="2990" y="13375"/>
                  </a:lnTo>
                  <a:lnTo>
                    <a:pt x="2720" y="13690"/>
                  </a:lnTo>
                  <a:lnTo>
                    <a:pt x="2473" y="14005"/>
                  </a:lnTo>
                  <a:lnTo>
                    <a:pt x="2226" y="14342"/>
                  </a:lnTo>
                  <a:lnTo>
                    <a:pt x="2001" y="14679"/>
                  </a:lnTo>
                  <a:lnTo>
                    <a:pt x="1574" y="15398"/>
                  </a:lnTo>
                  <a:lnTo>
                    <a:pt x="1169" y="16140"/>
                  </a:lnTo>
                  <a:lnTo>
                    <a:pt x="832" y="16837"/>
                  </a:lnTo>
                  <a:lnTo>
                    <a:pt x="540" y="17489"/>
                  </a:lnTo>
                  <a:lnTo>
                    <a:pt x="315" y="18051"/>
                  </a:lnTo>
                  <a:lnTo>
                    <a:pt x="135" y="18478"/>
                  </a:lnTo>
                  <a:lnTo>
                    <a:pt x="0" y="18860"/>
                  </a:lnTo>
                  <a:lnTo>
                    <a:pt x="45610" y="18860"/>
                  </a:lnTo>
                  <a:lnTo>
                    <a:pt x="45543" y="18635"/>
                  </a:lnTo>
                  <a:lnTo>
                    <a:pt x="45318" y="17983"/>
                  </a:lnTo>
                  <a:lnTo>
                    <a:pt x="45161" y="17511"/>
                  </a:lnTo>
                  <a:lnTo>
                    <a:pt x="44958" y="16994"/>
                  </a:lnTo>
                  <a:lnTo>
                    <a:pt x="44711" y="16410"/>
                  </a:lnTo>
                  <a:lnTo>
                    <a:pt x="44419" y="15803"/>
                  </a:lnTo>
                  <a:lnTo>
                    <a:pt x="44082" y="15151"/>
                  </a:lnTo>
                  <a:lnTo>
                    <a:pt x="43722" y="14454"/>
                  </a:lnTo>
                  <a:lnTo>
                    <a:pt x="43295" y="13780"/>
                  </a:lnTo>
                  <a:lnTo>
                    <a:pt x="42845" y="13083"/>
                  </a:lnTo>
                  <a:lnTo>
                    <a:pt x="42328" y="12409"/>
                  </a:lnTo>
                  <a:lnTo>
                    <a:pt x="42059" y="12094"/>
                  </a:lnTo>
                  <a:lnTo>
                    <a:pt x="41766" y="11779"/>
                  </a:lnTo>
                  <a:lnTo>
                    <a:pt x="41474" y="11464"/>
                  </a:lnTo>
                  <a:lnTo>
                    <a:pt x="41182" y="11172"/>
                  </a:lnTo>
                  <a:lnTo>
                    <a:pt x="40845" y="10880"/>
                  </a:lnTo>
                  <a:lnTo>
                    <a:pt x="40530" y="10610"/>
                  </a:lnTo>
                  <a:lnTo>
                    <a:pt x="40283" y="10430"/>
                  </a:lnTo>
                  <a:lnTo>
                    <a:pt x="40035" y="10273"/>
                  </a:lnTo>
                  <a:lnTo>
                    <a:pt x="39788" y="10116"/>
                  </a:lnTo>
                  <a:lnTo>
                    <a:pt x="39563" y="9981"/>
                  </a:lnTo>
                  <a:lnTo>
                    <a:pt x="39069" y="9778"/>
                  </a:lnTo>
                  <a:lnTo>
                    <a:pt x="38574" y="9599"/>
                  </a:lnTo>
                  <a:lnTo>
                    <a:pt x="38102" y="9486"/>
                  </a:lnTo>
                  <a:lnTo>
                    <a:pt x="37608" y="9419"/>
                  </a:lnTo>
                  <a:lnTo>
                    <a:pt x="37113" y="9396"/>
                  </a:lnTo>
                  <a:lnTo>
                    <a:pt x="36641" y="9419"/>
                  </a:lnTo>
                  <a:lnTo>
                    <a:pt x="36147" y="9486"/>
                  </a:lnTo>
                  <a:lnTo>
                    <a:pt x="35697" y="9576"/>
                  </a:lnTo>
                  <a:lnTo>
                    <a:pt x="35225" y="9711"/>
                  </a:lnTo>
                  <a:lnTo>
                    <a:pt x="34775" y="9868"/>
                  </a:lnTo>
                  <a:lnTo>
                    <a:pt x="34326" y="10048"/>
                  </a:lnTo>
                  <a:lnTo>
                    <a:pt x="33876" y="10251"/>
                  </a:lnTo>
                  <a:lnTo>
                    <a:pt x="33449" y="10475"/>
                  </a:lnTo>
                  <a:lnTo>
                    <a:pt x="33044" y="10700"/>
                  </a:lnTo>
                  <a:lnTo>
                    <a:pt x="32662" y="10947"/>
                  </a:lnTo>
                  <a:lnTo>
                    <a:pt x="32280" y="11217"/>
                  </a:lnTo>
                  <a:lnTo>
                    <a:pt x="31583" y="11734"/>
                  </a:lnTo>
                  <a:lnTo>
                    <a:pt x="30954" y="12251"/>
                  </a:lnTo>
                  <a:lnTo>
                    <a:pt x="30414" y="12723"/>
                  </a:lnTo>
                  <a:lnTo>
                    <a:pt x="29987" y="13150"/>
                  </a:lnTo>
                  <a:lnTo>
                    <a:pt x="29673" y="13487"/>
                  </a:lnTo>
                  <a:lnTo>
                    <a:pt x="29403" y="13780"/>
                  </a:lnTo>
                  <a:lnTo>
                    <a:pt x="29425" y="13398"/>
                  </a:lnTo>
                  <a:lnTo>
                    <a:pt x="29470" y="12948"/>
                  </a:lnTo>
                  <a:lnTo>
                    <a:pt x="29470" y="12364"/>
                  </a:lnTo>
                  <a:lnTo>
                    <a:pt x="29470" y="11622"/>
                  </a:lnTo>
                  <a:lnTo>
                    <a:pt x="29448" y="10790"/>
                  </a:lnTo>
                  <a:lnTo>
                    <a:pt x="29358" y="9868"/>
                  </a:lnTo>
                  <a:lnTo>
                    <a:pt x="29313" y="9374"/>
                  </a:lnTo>
                  <a:lnTo>
                    <a:pt x="29246" y="8879"/>
                  </a:lnTo>
                  <a:lnTo>
                    <a:pt x="29156" y="8362"/>
                  </a:lnTo>
                  <a:lnTo>
                    <a:pt x="29043" y="7845"/>
                  </a:lnTo>
                  <a:lnTo>
                    <a:pt x="28908" y="7306"/>
                  </a:lnTo>
                  <a:lnTo>
                    <a:pt x="28751" y="6766"/>
                  </a:lnTo>
                  <a:lnTo>
                    <a:pt x="28594" y="6227"/>
                  </a:lnTo>
                  <a:lnTo>
                    <a:pt x="28391" y="5687"/>
                  </a:lnTo>
                  <a:lnTo>
                    <a:pt x="28167" y="5148"/>
                  </a:lnTo>
                  <a:lnTo>
                    <a:pt x="27919" y="4608"/>
                  </a:lnTo>
                  <a:lnTo>
                    <a:pt x="27650" y="4069"/>
                  </a:lnTo>
                  <a:lnTo>
                    <a:pt x="27335" y="3552"/>
                  </a:lnTo>
                  <a:lnTo>
                    <a:pt x="26998" y="3035"/>
                  </a:lnTo>
                  <a:lnTo>
                    <a:pt x="26638" y="2540"/>
                  </a:lnTo>
                  <a:lnTo>
                    <a:pt x="26233" y="2068"/>
                  </a:lnTo>
                  <a:lnTo>
                    <a:pt x="25784" y="1619"/>
                  </a:lnTo>
                  <a:lnTo>
                    <a:pt x="25312" y="1169"/>
                  </a:lnTo>
                  <a:lnTo>
                    <a:pt x="24795" y="764"/>
                  </a:lnTo>
                  <a:lnTo>
                    <a:pt x="24525" y="562"/>
                  </a:lnTo>
                  <a:lnTo>
                    <a:pt x="24255" y="405"/>
                  </a:lnTo>
                  <a:lnTo>
                    <a:pt x="24008" y="270"/>
                  </a:lnTo>
                  <a:lnTo>
                    <a:pt x="23783" y="180"/>
                  </a:lnTo>
                  <a:lnTo>
                    <a:pt x="23536" y="90"/>
                  </a:lnTo>
                  <a:lnTo>
                    <a:pt x="23311" y="45"/>
                  </a:lnTo>
                  <a:lnTo>
                    <a:pt x="2308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15"/>
            <p:cNvSpPr/>
            <p:nvPr/>
          </p:nvSpPr>
          <p:spPr>
            <a:xfrm>
              <a:off x="2143725" y="778175"/>
              <a:ext cx="909850" cy="375975"/>
            </a:xfrm>
            <a:custGeom>
              <a:avLst/>
              <a:gdLst/>
              <a:ahLst/>
              <a:cxnLst/>
              <a:rect l="l" t="t" r="r" b="b"/>
              <a:pathLst>
                <a:path w="36394" h="15039" extrusionOk="0">
                  <a:moveTo>
                    <a:pt x="18096" y="0"/>
                  </a:moveTo>
                  <a:lnTo>
                    <a:pt x="17938" y="23"/>
                  </a:lnTo>
                  <a:lnTo>
                    <a:pt x="17781" y="68"/>
                  </a:lnTo>
                  <a:lnTo>
                    <a:pt x="17646" y="135"/>
                  </a:lnTo>
                  <a:lnTo>
                    <a:pt x="17489" y="225"/>
                  </a:lnTo>
                  <a:lnTo>
                    <a:pt x="17354" y="315"/>
                  </a:lnTo>
                  <a:lnTo>
                    <a:pt x="17219" y="405"/>
                  </a:lnTo>
                  <a:lnTo>
                    <a:pt x="17107" y="540"/>
                  </a:lnTo>
                  <a:lnTo>
                    <a:pt x="16860" y="810"/>
                  </a:lnTo>
                  <a:lnTo>
                    <a:pt x="16635" y="1124"/>
                  </a:lnTo>
                  <a:lnTo>
                    <a:pt x="16432" y="1506"/>
                  </a:lnTo>
                  <a:lnTo>
                    <a:pt x="16253" y="1889"/>
                  </a:lnTo>
                  <a:lnTo>
                    <a:pt x="16073" y="2316"/>
                  </a:lnTo>
                  <a:lnTo>
                    <a:pt x="15915" y="2788"/>
                  </a:lnTo>
                  <a:lnTo>
                    <a:pt x="15781" y="3260"/>
                  </a:lnTo>
                  <a:lnTo>
                    <a:pt x="15668" y="3754"/>
                  </a:lnTo>
                  <a:lnTo>
                    <a:pt x="15556" y="4249"/>
                  </a:lnTo>
                  <a:lnTo>
                    <a:pt x="15443" y="4743"/>
                  </a:lnTo>
                  <a:lnTo>
                    <a:pt x="15286" y="5755"/>
                  </a:lnTo>
                  <a:lnTo>
                    <a:pt x="15151" y="6722"/>
                  </a:lnTo>
                  <a:lnTo>
                    <a:pt x="15084" y="7598"/>
                  </a:lnTo>
                  <a:lnTo>
                    <a:pt x="15016" y="8363"/>
                  </a:lnTo>
                  <a:lnTo>
                    <a:pt x="14994" y="8947"/>
                  </a:lnTo>
                  <a:lnTo>
                    <a:pt x="14971" y="9464"/>
                  </a:lnTo>
                  <a:lnTo>
                    <a:pt x="14949" y="9262"/>
                  </a:lnTo>
                  <a:lnTo>
                    <a:pt x="14859" y="8745"/>
                  </a:lnTo>
                  <a:lnTo>
                    <a:pt x="14769" y="8385"/>
                  </a:lnTo>
                  <a:lnTo>
                    <a:pt x="14657" y="7958"/>
                  </a:lnTo>
                  <a:lnTo>
                    <a:pt x="14522" y="7486"/>
                  </a:lnTo>
                  <a:lnTo>
                    <a:pt x="14319" y="6991"/>
                  </a:lnTo>
                  <a:lnTo>
                    <a:pt x="14117" y="6474"/>
                  </a:lnTo>
                  <a:lnTo>
                    <a:pt x="13847" y="5935"/>
                  </a:lnTo>
                  <a:lnTo>
                    <a:pt x="13510" y="5395"/>
                  </a:lnTo>
                  <a:lnTo>
                    <a:pt x="13150" y="4856"/>
                  </a:lnTo>
                  <a:lnTo>
                    <a:pt x="12948" y="4609"/>
                  </a:lnTo>
                  <a:lnTo>
                    <a:pt x="12723" y="4361"/>
                  </a:lnTo>
                  <a:lnTo>
                    <a:pt x="12476" y="4092"/>
                  </a:lnTo>
                  <a:lnTo>
                    <a:pt x="12229" y="3867"/>
                  </a:lnTo>
                  <a:lnTo>
                    <a:pt x="11959" y="3620"/>
                  </a:lnTo>
                  <a:lnTo>
                    <a:pt x="11667" y="3417"/>
                  </a:lnTo>
                  <a:lnTo>
                    <a:pt x="11352" y="3192"/>
                  </a:lnTo>
                  <a:lnTo>
                    <a:pt x="11037" y="2990"/>
                  </a:lnTo>
                  <a:lnTo>
                    <a:pt x="10858" y="2923"/>
                  </a:lnTo>
                  <a:lnTo>
                    <a:pt x="10700" y="2833"/>
                  </a:lnTo>
                  <a:lnTo>
                    <a:pt x="10543" y="2788"/>
                  </a:lnTo>
                  <a:lnTo>
                    <a:pt x="10386" y="2743"/>
                  </a:lnTo>
                  <a:lnTo>
                    <a:pt x="10228" y="2720"/>
                  </a:lnTo>
                  <a:lnTo>
                    <a:pt x="9913" y="2720"/>
                  </a:lnTo>
                  <a:lnTo>
                    <a:pt x="9756" y="2743"/>
                  </a:lnTo>
                  <a:lnTo>
                    <a:pt x="9464" y="2810"/>
                  </a:lnTo>
                  <a:lnTo>
                    <a:pt x="9172" y="2923"/>
                  </a:lnTo>
                  <a:lnTo>
                    <a:pt x="8902" y="3080"/>
                  </a:lnTo>
                  <a:lnTo>
                    <a:pt x="8632" y="3282"/>
                  </a:lnTo>
                  <a:lnTo>
                    <a:pt x="8362" y="3530"/>
                  </a:lnTo>
                  <a:lnTo>
                    <a:pt x="8115" y="3799"/>
                  </a:lnTo>
                  <a:lnTo>
                    <a:pt x="7868" y="4114"/>
                  </a:lnTo>
                  <a:lnTo>
                    <a:pt x="7621" y="4429"/>
                  </a:lnTo>
                  <a:lnTo>
                    <a:pt x="7396" y="4788"/>
                  </a:lnTo>
                  <a:lnTo>
                    <a:pt x="7194" y="5148"/>
                  </a:lnTo>
                  <a:lnTo>
                    <a:pt x="6991" y="5530"/>
                  </a:lnTo>
                  <a:lnTo>
                    <a:pt x="6789" y="5912"/>
                  </a:lnTo>
                  <a:lnTo>
                    <a:pt x="6429" y="6699"/>
                  </a:lnTo>
                  <a:lnTo>
                    <a:pt x="6115" y="7486"/>
                  </a:lnTo>
                  <a:lnTo>
                    <a:pt x="5845" y="8250"/>
                  </a:lnTo>
                  <a:lnTo>
                    <a:pt x="5620" y="8925"/>
                  </a:lnTo>
                  <a:lnTo>
                    <a:pt x="5305" y="9959"/>
                  </a:lnTo>
                  <a:lnTo>
                    <a:pt x="5193" y="10363"/>
                  </a:lnTo>
                  <a:lnTo>
                    <a:pt x="4946" y="10138"/>
                  </a:lnTo>
                  <a:lnTo>
                    <a:pt x="4698" y="9959"/>
                  </a:lnTo>
                  <a:lnTo>
                    <a:pt x="4451" y="9846"/>
                  </a:lnTo>
                  <a:lnTo>
                    <a:pt x="4204" y="9801"/>
                  </a:lnTo>
                  <a:lnTo>
                    <a:pt x="3979" y="9779"/>
                  </a:lnTo>
                  <a:lnTo>
                    <a:pt x="3732" y="9801"/>
                  </a:lnTo>
                  <a:lnTo>
                    <a:pt x="3507" y="9869"/>
                  </a:lnTo>
                  <a:lnTo>
                    <a:pt x="3260" y="9959"/>
                  </a:lnTo>
                  <a:lnTo>
                    <a:pt x="3035" y="10094"/>
                  </a:lnTo>
                  <a:lnTo>
                    <a:pt x="2810" y="10251"/>
                  </a:lnTo>
                  <a:lnTo>
                    <a:pt x="2608" y="10453"/>
                  </a:lnTo>
                  <a:lnTo>
                    <a:pt x="2383" y="10678"/>
                  </a:lnTo>
                  <a:lnTo>
                    <a:pt x="2181" y="10903"/>
                  </a:lnTo>
                  <a:lnTo>
                    <a:pt x="1978" y="11150"/>
                  </a:lnTo>
                  <a:lnTo>
                    <a:pt x="1596" y="11712"/>
                  </a:lnTo>
                  <a:lnTo>
                    <a:pt x="1259" y="12274"/>
                  </a:lnTo>
                  <a:lnTo>
                    <a:pt x="944" y="12858"/>
                  </a:lnTo>
                  <a:lnTo>
                    <a:pt x="675" y="13420"/>
                  </a:lnTo>
                  <a:lnTo>
                    <a:pt x="450" y="13937"/>
                  </a:lnTo>
                  <a:lnTo>
                    <a:pt x="113" y="14724"/>
                  </a:lnTo>
                  <a:lnTo>
                    <a:pt x="0" y="15039"/>
                  </a:lnTo>
                  <a:lnTo>
                    <a:pt x="36394" y="15039"/>
                  </a:lnTo>
                  <a:lnTo>
                    <a:pt x="36326" y="14859"/>
                  </a:lnTo>
                  <a:lnTo>
                    <a:pt x="36169" y="14342"/>
                  </a:lnTo>
                  <a:lnTo>
                    <a:pt x="35877" y="13555"/>
                  </a:lnTo>
                  <a:lnTo>
                    <a:pt x="35674" y="13083"/>
                  </a:lnTo>
                  <a:lnTo>
                    <a:pt x="35450" y="12589"/>
                  </a:lnTo>
                  <a:lnTo>
                    <a:pt x="35180" y="12072"/>
                  </a:lnTo>
                  <a:lnTo>
                    <a:pt x="34888" y="11532"/>
                  </a:lnTo>
                  <a:lnTo>
                    <a:pt x="34550" y="10970"/>
                  </a:lnTo>
                  <a:lnTo>
                    <a:pt x="34191" y="10431"/>
                  </a:lnTo>
                  <a:lnTo>
                    <a:pt x="33786" y="9891"/>
                  </a:lnTo>
                  <a:lnTo>
                    <a:pt x="33337" y="9374"/>
                  </a:lnTo>
                  <a:lnTo>
                    <a:pt x="32842" y="8902"/>
                  </a:lnTo>
                  <a:lnTo>
                    <a:pt x="32595" y="8677"/>
                  </a:lnTo>
                  <a:lnTo>
                    <a:pt x="32325" y="8453"/>
                  </a:lnTo>
                  <a:lnTo>
                    <a:pt x="31943" y="8183"/>
                  </a:lnTo>
                  <a:lnTo>
                    <a:pt x="31561" y="7958"/>
                  </a:lnTo>
                  <a:lnTo>
                    <a:pt x="31179" y="7778"/>
                  </a:lnTo>
                  <a:lnTo>
                    <a:pt x="30796" y="7643"/>
                  </a:lnTo>
                  <a:lnTo>
                    <a:pt x="30392" y="7553"/>
                  </a:lnTo>
                  <a:lnTo>
                    <a:pt x="30010" y="7508"/>
                  </a:lnTo>
                  <a:lnTo>
                    <a:pt x="29628" y="7486"/>
                  </a:lnTo>
                  <a:lnTo>
                    <a:pt x="29245" y="7508"/>
                  </a:lnTo>
                  <a:lnTo>
                    <a:pt x="28863" y="7553"/>
                  </a:lnTo>
                  <a:lnTo>
                    <a:pt x="28481" y="7643"/>
                  </a:lnTo>
                  <a:lnTo>
                    <a:pt x="28099" y="7733"/>
                  </a:lnTo>
                  <a:lnTo>
                    <a:pt x="27739" y="7868"/>
                  </a:lnTo>
                  <a:lnTo>
                    <a:pt x="27380" y="8003"/>
                  </a:lnTo>
                  <a:lnTo>
                    <a:pt x="27042" y="8160"/>
                  </a:lnTo>
                  <a:lnTo>
                    <a:pt x="26705" y="8340"/>
                  </a:lnTo>
                  <a:lnTo>
                    <a:pt x="26368" y="8520"/>
                  </a:lnTo>
                  <a:lnTo>
                    <a:pt x="25761" y="8925"/>
                  </a:lnTo>
                  <a:lnTo>
                    <a:pt x="25199" y="9352"/>
                  </a:lnTo>
                  <a:lnTo>
                    <a:pt x="24705" y="9756"/>
                  </a:lnTo>
                  <a:lnTo>
                    <a:pt x="24278" y="10138"/>
                  </a:lnTo>
                  <a:lnTo>
                    <a:pt x="23940" y="10476"/>
                  </a:lnTo>
                  <a:lnTo>
                    <a:pt x="23671" y="10745"/>
                  </a:lnTo>
                  <a:lnTo>
                    <a:pt x="23468" y="10993"/>
                  </a:lnTo>
                  <a:lnTo>
                    <a:pt x="23491" y="10678"/>
                  </a:lnTo>
                  <a:lnTo>
                    <a:pt x="23513" y="10318"/>
                  </a:lnTo>
                  <a:lnTo>
                    <a:pt x="23536" y="9846"/>
                  </a:lnTo>
                  <a:lnTo>
                    <a:pt x="23513" y="9262"/>
                  </a:lnTo>
                  <a:lnTo>
                    <a:pt x="23491" y="8610"/>
                  </a:lnTo>
                  <a:lnTo>
                    <a:pt x="23446" y="7868"/>
                  </a:lnTo>
                  <a:lnTo>
                    <a:pt x="23333" y="7081"/>
                  </a:lnTo>
                  <a:lnTo>
                    <a:pt x="23176" y="6250"/>
                  </a:lnTo>
                  <a:lnTo>
                    <a:pt x="23064" y="5822"/>
                  </a:lnTo>
                  <a:lnTo>
                    <a:pt x="22951" y="5395"/>
                  </a:lnTo>
                  <a:lnTo>
                    <a:pt x="22816" y="4946"/>
                  </a:lnTo>
                  <a:lnTo>
                    <a:pt x="22659" y="4519"/>
                  </a:lnTo>
                  <a:lnTo>
                    <a:pt x="22479" y="4092"/>
                  </a:lnTo>
                  <a:lnTo>
                    <a:pt x="22277" y="3664"/>
                  </a:lnTo>
                  <a:lnTo>
                    <a:pt x="22052" y="3237"/>
                  </a:lnTo>
                  <a:lnTo>
                    <a:pt x="21805" y="2833"/>
                  </a:lnTo>
                  <a:lnTo>
                    <a:pt x="21535" y="2406"/>
                  </a:lnTo>
                  <a:lnTo>
                    <a:pt x="21243" y="2024"/>
                  </a:lnTo>
                  <a:lnTo>
                    <a:pt x="20928" y="1641"/>
                  </a:lnTo>
                  <a:lnTo>
                    <a:pt x="20569" y="1282"/>
                  </a:lnTo>
                  <a:lnTo>
                    <a:pt x="20186" y="922"/>
                  </a:lnTo>
                  <a:lnTo>
                    <a:pt x="19782" y="585"/>
                  </a:lnTo>
                  <a:lnTo>
                    <a:pt x="19579" y="450"/>
                  </a:lnTo>
                  <a:lnTo>
                    <a:pt x="19355" y="315"/>
                  </a:lnTo>
                  <a:lnTo>
                    <a:pt x="19175" y="203"/>
                  </a:lnTo>
                  <a:lnTo>
                    <a:pt x="18973" y="135"/>
                  </a:lnTo>
                  <a:lnTo>
                    <a:pt x="18793" y="68"/>
                  </a:lnTo>
                  <a:lnTo>
                    <a:pt x="18613" y="23"/>
                  </a:lnTo>
                  <a:lnTo>
                    <a:pt x="18433" y="0"/>
                  </a:lnTo>
                  <a:close/>
                </a:path>
              </a:pathLst>
            </a:custGeom>
            <a:solidFill>
              <a:srgbClr val="E5E2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5"/>
            <p:cNvSpPr/>
            <p:nvPr/>
          </p:nvSpPr>
          <p:spPr>
            <a:xfrm>
              <a:off x="3816725" y="1513800"/>
              <a:ext cx="673275" cy="1962450"/>
            </a:xfrm>
            <a:custGeom>
              <a:avLst/>
              <a:gdLst/>
              <a:ahLst/>
              <a:cxnLst/>
              <a:rect l="l" t="t" r="r" b="b"/>
              <a:pathLst>
                <a:path w="26931" h="78498" extrusionOk="0">
                  <a:moveTo>
                    <a:pt x="10790" y="1"/>
                  </a:moveTo>
                  <a:lnTo>
                    <a:pt x="10520" y="23"/>
                  </a:lnTo>
                  <a:lnTo>
                    <a:pt x="10026" y="113"/>
                  </a:lnTo>
                  <a:lnTo>
                    <a:pt x="9554" y="248"/>
                  </a:lnTo>
                  <a:lnTo>
                    <a:pt x="9082" y="405"/>
                  </a:lnTo>
                  <a:lnTo>
                    <a:pt x="8632" y="630"/>
                  </a:lnTo>
                  <a:lnTo>
                    <a:pt x="8205" y="900"/>
                  </a:lnTo>
                  <a:lnTo>
                    <a:pt x="7800" y="1192"/>
                  </a:lnTo>
                  <a:lnTo>
                    <a:pt x="7396" y="1529"/>
                  </a:lnTo>
                  <a:lnTo>
                    <a:pt x="7014" y="1911"/>
                  </a:lnTo>
                  <a:lnTo>
                    <a:pt x="6654" y="2293"/>
                  </a:lnTo>
                  <a:lnTo>
                    <a:pt x="6317" y="2720"/>
                  </a:lnTo>
                  <a:lnTo>
                    <a:pt x="5980" y="3170"/>
                  </a:lnTo>
                  <a:lnTo>
                    <a:pt x="5665" y="3642"/>
                  </a:lnTo>
                  <a:lnTo>
                    <a:pt x="5373" y="4137"/>
                  </a:lnTo>
                  <a:lnTo>
                    <a:pt x="5103" y="4631"/>
                  </a:lnTo>
                  <a:lnTo>
                    <a:pt x="4833" y="5148"/>
                  </a:lnTo>
                  <a:lnTo>
                    <a:pt x="4563" y="5665"/>
                  </a:lnTo>
                  <a:lnTo>
                    <a:pt x="4339" y="6205"/>
                  </a:lnTo>
                  <a:lnTo>
                    <a:pt x="4114" y="6744"/>
                  </a:lnTo>
                  <a:lnTo>
                    <a:pt x="3687" y="7846"/>
                  </a:lnTo>
                  <a:lnTo>
                    <a:pt x="3327" y="8902"/>
                  </a:lnTo>
                  <a:lnTo>
                    <a:pt x="3012" y="9959"/>
                  </a:lnTo>
                  <a:lnTo>
                    <a:pt x="2720" y="10925"/>
                  </a:lnTo>
                  <a:lnTo>
                    <a:pt x="2495" y="11847"/>
                  </a:lnTo>
                  <a:lnTo>
                    <a:pt x="2316" y="12634"/>
                  </a:lnTo>
                  <a:lnTo>
                    <a:pt x="1911" y="14432"/>
                  </a:lnTo>
                  <a:lnTo>
                    <a:pt x="1574" y="16253"/>
                  </a:lnTo>
                  <a:lnTo>
                    <a:pt x="1259" y="18074"/>
                  </a:lnTo>
                  <a:lnTo>
                    <a:pt x="989" y="19917"/>
                  </a:lnTo>
                  <a:lnTo>
                    <a:pt x="765" y="21760"/>
                  </a:lnTo>
                  <a:lnTo>
                    <a:pt x="562" y="23626"/>
                  </a:lnTo>
                  <a:lnTo>
                    <a:pt x="405" y="25492"/>
                  </a:lnTo>
                  <a:lnTo>
                    <a:pt x="270" y="27380"/>
                  </a:lnTo>
                  <a:lnTo>
                    <a:pt x="180" y="29246"/>
                  </a:lnTo>
                  <a:lnTo>
                    <a:pt x="90" y="31134"/>
                  </a:lnTo>
                  <a:lnTo>
                    <a:pt x="45" y="33000"/>
                  </a:lnTo>
                  <a:lnTo>
                    <a:pt x="23" y="34888"/>
                  </a:lnTo>
                  <a:lnTo>
                    <a:pt x="0" y="36754"/>
                  </a:lnTo>
                  <a:lnTo>
                    <a:pt x="23" y="38597"/>
                  </a:lnTo>
                  <a:lnTo>
                    <a:pt x="45" y="40440"/>
                  </a:lnTo>
                  <a:lnTo>
                    <a:pt x="90" y="42261"/>
                  </a:lnTo>
                  <a:lnTo>
                    <a:pt x="158" y="44262"/>
                  </a:lnTo>
                  <a:lnTo>
                    <a:pt x="292" y="46262"/>
                  </a:lnTo>
                  <a:lnTo>
                    <a:pt x="450" y="48241"/>
                  </a:lnTo>
                  <a:lnTo>
                    <a:pt x="652" y="50241"/>
                  </a:lnTo>
                  <a:lnTo>
                    <a:pt x="877" y="52219"/>
                  </a:lnTo>
                  <a:lnTo>
                    <a:pt x="1147" y="54198"/>
                  </a:lnTo>
                  <a:lnTo>
                    <a:pt x="1416" y="56176"/>
                  </a:lnTo>
                  <a:lnTo>
                    <a:pt x="1731" y="58154"/>
                  </a:lnTo>
                  <a:lnTo>
                    <a:pt x="2316" y="61930"/>
                  </a:lnTo>
                  <a:lnTo>
                    <a:pt x="2608" y="63819"/>
                  </a:lnTo>
                  <a:lnTo>
                    <a:pt x="2945" y="65729"/>
                  </a:lnTo>
                  <a:lnTo>
                    <a:pt x="3282" y="67618"/>
                  </a:lnTo>
                  <a:lnTo>
                    <a:pt x="3687" y="69483"/>
                  </a:lnTo>
                  <a:lnTo>
                    <a:pt x="3912" y="70405"/>
                  </a:lnTo>
                  <a:lnTo>
                    <a:pt x="4136" y="71349"/>
                  </a:lnTo>
                  <a:lnTo>
                    <a:pt x="4384" y="72271"/>
                  </a:lnTo>
                  <a:lnTo>
                    <a:pt x="4653" y="73192"/>
                  </a:lnTo>
                  <a:lnTo>
                    <a:pt x="4811" y="73664"/>
                  </a:lnTo>
                  <a:lnTo>
                    <a:pt x="4968" y="74137"/>
                  </a:lnTo>
                  <a:lnTo>
                    <a:pt x="5305" y="75036"/>
                  </a:lnTo>
                  <a:lnTo>
                    <a:pt x="5687" y="75845"/>
                  </a:lnTo>
                  <a:lnTo>
                    <a:pt x="6047" y="76564"/>
                  </a:lnTo>
                  <a:lnTo>
                    <a:pt x="6429" y="77194"/>
                  </a:lnTo>
                  <a:lnTo>
                    <a:pt x="6609" y="77463"/>
                  </a:lnTo>
                  <a:lnTo>
                    <a:pt x="6789" y="77688"/>
                  </a:lnTo>
                  <a:lnTo>
                    <a:pt x="6969" y="77891"/>
                  </a:lnTo>
                  <a:lnTo>
                    <a:pt x="7126" y="78070"/>
                  </a:lnTo>
                  <a:lnTo>
                    <a:pt x="7283" y="78183"/>
                  </a:lnTo>
                  <a:lnTo>
                    <a:pt x="7418" y="78295"/>
                  </a:lnTo>
                  <a:lnTo>
                    <a:pt x="7531" y="78340"/>
                  </a:lnTo>
                  <a:lnTo>
                    <a:pt x="7666" y="78385"/>
                  </a:lnTo>
                  <a:lnTo>
                    <a:pt x="8025" y="78453"/>
                  </a:lnTo>
                  <a:lnTo>
                    <a:pt x="8452" y="78497"/>
                  </a:lnTo>
                  <a:lnTo>
                    <a:pt x="8969" y="78497"/>
                  </a:lnTo>
                  <a:lnTo>
                    <a:pt x="9554" y="78475"/>
                  </a:lnTo>
                  <a:lnTo>
                    <a:pt x="10183" y="78408"/>
                  </a:lnTo>
                  <a:lnTo>
                    <a:pt x="10880" y="78340"/>
                  </a:lnTo>
                  <a:lnTo>
                    <a:pt x="11644" y="78228"/>
                  </a:lnTo>
                  <a:lnTo>
                    <a:pt x="12431" y="78070"/>
                  </a:lnTo>
                  <a:lnTo>
                    <a:pt x="13240" y="77913"/>
                  </a:lnTo>
                  <a:lnTo>
                    <a:pt x="14117" y="77711"/>
                  </a:lnTo>
                  <a:lnTo>
                    <a:pt x="14994" y="77508"/>
                  </a:lnTo>
                  <a:lnTo>
                    <a:pt x="15870" y="77261"/>
                  </a:lnTo>
                  <a:lnTo>
                    <a:pt x="16792" y="77014"/>
                  </a:lnTo>
                  <a:lnTo>
                    <a:pt x="17691" y="76722"/>
                  </a:lnTo>
                  <a:lnTo>
                    <a:pt x="18590" y="76429"/>
                  </a:lnTo>
                  <a:lnTo>
                    <a:pt x="19467" y="76092"/>
                  </a:lnTo>
                  <a:lnTo>
                    <a:pt x="20344" y="75755"/>
                  </a:lnTo>
                  <a:lnTo>
                    <a:pt x="21198" y="75418"/>
                  </a:lnTo>
                  <a:lnTo>
                    <a:pt x="22007" y="75036"/>
                  </a:lnTo>
                  <a:lnTo>
                    <a:pt x="22771" y="74654"/>
                  </a:lnTo>
                  <a:lnTo>
                    <a:pt x="23513" y="74249"/>
                  </a:lnTo>
                  <a:lnTo>
                    <a:pt x="24188" y="73844"/>
                  </a:lnTo>
                  <a:lnTo>
                    <a:pt x="24817" y="73417"/>
                  </a:lnTo>
                  <a:lnTo>
                    <a:pt x="25357" y="72990"/>
                  </a:lnTo>
                  <a:lnTo>
                    <a:pt x="25604" y="72765"/>
                  </a:lnTo>
                  <a:lnTo>
                    <a:pt x="25851" y="72541"/>
                  </a:lnTo>
                  <a:lnTo>
                    <a:pt x="26053" y="72316"/>
                  </a:lnTo>
                  <a:lnTo>
                    <a:pt x="26256" y="72091"/>
                  </a:lnTo>
                  <a:lnTo>
                    <a:pt x="26413" y="71866"/>
                  </a:lnTo>
                  <a:lnTo>
                    <a:pt x="26570" y="71641"/>
                  </a:lnTo>
                  <a:lnTo>
                    <a:pt x="26683" y="71417"/>
                  </a:lnTo>
                  <a:lnTo>
                    <a:pt x="26795" y="71169"/>
                  </a:lnTo>
                  <a:lnTo>
                    <a:pt x="26863" y="70945"/>
                  </a:lnTo>
                  <a:lnTo>
                    <a:pt x="26908" y="70697"/>
                  </a:lnTo>
                  <a:lnTo>
                    <a:pt x="26930" y="70472"/>
                  </a:lnTo>
                  <a:lnTo>
                    <a:pt x="26930" y="70225"/>
                  </a:lnTo>
                  <a:lnTo>
                    <a:pt x="26908" y="69978"/>
                  </a:lnTo>
                  <a:lnTo>
                    <a:pt x="26840" y="69753"/>
                  </a:lnTo>
                  <a:lnTo>
                    <a:pt x="26323" y="68090"/>
                  </a:lnTo>
                  <a:lnTo>
                    <a:pt x="25874" y="66449"/>
                  </a:lnTo>
                  <a:lnTo>
                    <a:pt x="25446" y="64785"/>
                  </a:lnTo>
                  <a:lnTo>
                    <a:pt x="25064" y="63144"/>
                  </a:lnTo>
                  <a:lnTo>
                    <a:pt x="24705" y="61481"/>
                  </a:lnTo>
                  <a:lnTo>
                    <a:pt x="24412" y="59840"/>
                  </a:lnTo>
                  <a:lnTo>
                    <a:pt x="24143" y="58176"/>
                  </a:lnTo>
                  <a:lnTo>
                    <a:pt x="23895" y="56513"/>
                  </a:lnTo>
                  <a:lnTo>
                    <a:pt x="23693" y="54849"/>
                  </a:lnTo>
                  <a:lnTo>
                    <a:pt x="23513" y="53186"/>
                  </a:lnTo>
                  <a:lnTo>
                    <a:pt x="23378" y="51500"/>
                  </a:lnTo>
                  <a:lnTo>
                    <a:pt x="23244" y="49814"/>
                  </a:lnTo>
                  <a:lnTo>
                    <a:pt x="23154" y="48128"/>
                  </a:lnTo>
                  <a:lnTo>
                    <a:pt x="23086" y="46420"/>
                  </a:lnTo>
                  <a:lnTo>
                    <a:pt x="23041" y="44711"/>
                  </a:lnTo>
                  <a:lnTo>
                    <a:pt x="23019" y="42981"/>
                  </a:lnTo>
                  <a:lnTo>
                    <a:pt x="22996" y="41991"/>
                  </a:lnTo>
                  <a:lnTo>
                    <a:pt x="22951" y="40710"/>
                  </a:lnTo>
                  <a:lnTo>
                    <a:pt x="22749" y="37518"/>
                  </a:lnTo>
                  <a:lnTo>
                    <a:pt x="22479" y="33697"/>
                  </a:lnTo>
                  <a:lnTo>
                    <a:pt x="22142" y="29561"/>
                  </a:lnTo>
                  <a:lnTo>
                    <a:pt x="21782" y="25447"/>
                  </a:lnTo>
                  <a:lnTo>
                    <a:pt x="21400" y="21648"/>
                  </a:lnTo>
                  <a:lnTo>
                    <a:pt x="21063" y="18456"/>
                  </a:lnTo>
                  <a:lnTo>
                    <a:pt x="20928" y="17219"/>
                  </a:lnTo>
                  <a:lnTo>
                    <a:pt x="20793" y="16230"/>
                  </a:lnTo>
                  <a:lnTo>
                    <a:pt x="20636" y="15151"/>
                  </a:lnTo>
                  <a:lnTo>
                    <a:pt x="20434" y="14005"/>
                  </a:lnTo>
                  <a:lnTo>
                    <a:pt x="20209" y="12769"/>
                  </a:lnTo>
                  <a:lnTo>
                    <a:pt x="19939" y="11487"/>
                  </a:lnTo>
                  <a:lnTo>
                    <a:pt x="19624" y="10184"/>
                  </a:lnTo>
                  <a:lnTo>
                    <a:pt x="19445" y="9509"/>
                  </a:lnTo>
                  <a:lnTo>
                    <a:pt x="19265" y="8857"/>
                  </a:lnTo>
                  <a:lnTo>
                    <a:pt x="19062" y="8205"/>
                  </a:lnTo>
                  <a:lnTo>
                    <a:pt x="18838" y="7553"/>
                  </a:lnTo>
                  <a:lnTo>
                    <a:pt x="18613" y="6924"/>
                  </a:lnTo>
                  <a:lnTo>
                    <a:pt x="18366" y="6295"/>
                  </a:lnTo>
                  <a:lnTo>
                    <a:pt x="18096" y="5688"/>
                  </a:lnTo>
                  <a:lnTo>
                    <a:pt x="17804" y="5103"/>
                  </a:lnTo>
                  <a:lnTo>
                    <a:pt x="17511" y="4519"/>
                  </a:lnTo>
                  <a:lnTo>
                    <a:pt x="17197" y="3979"/>
                  </a:lnTo>
                  <a:lnTo>
                    <a:pt x="16860" y="3440"/>
                  </a:lnTo>
                  <a:lnTo>
                    <a:pt x="16500" y="2945"/>
                  </a:lnTo>
                  <a:lnTo>
                    <a:pt x="16095" y="2473"/>
                  </a:lnTo>
                  <a:lnTo>
                    <a:pt x="15691" y="2046"/>
                  </a:lnTo>
                  <a:lnTo>
                    <a:pt x="15264" y="1641"/>
                  </a:lnTo>
                  <a:lnTo>
                    <a:pt x="14814" y="1259"/>
                  </a:lnTo>
                  <a:lnTo>
                    <a:pt x="14342" y="945"/>
                  </a:lnTo>
                  <a:lnTo>
                    <a:pt x="13847" y="652"/>
                  </a:lnTo>
                  <a:lnTo>
                    <a:pt x="13330" y="428"/>
                  </a:lnTo>
                  <a:lnTo>
                    <a:pt x="13061" y="315"/>
                  </a:lnTo>
                  <a:lnTo>
                    <a:pt x="12768" y="225"/>
                  </a:lnTo>
                  <a:lnTo>
                    <a:pt x="12499" y="158"/>
                  </a:lnTo>
                  <a:lnTo>
                    <a:pt x="12206" y="90"/>
                  </a:lnTo>
                  <a:lnTo>
                    <a:pt x="11892" y="45"/>
                  </a:lnTo>
                  <a:lnTo>
                    <a:pt x="11599" y="23"/>
                  </a:lnTo>
                  <a:lnTo>
                    <a:pt x="11330" y="1"/>
                  </a:lnTo>
                  <a:close/>
                </a:path>
              </a:pathLst>
            </a:custGeom>
            <a:solidFill>
              <a:srgbClr val="759B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5"/>
            <p:cNvSpPr/>
            <p:nvPr/>
          </p:nvSpPr>
          <p:spPr>
            <a:xfrm>
              <a:off x="4049950" y="1513800"/>
              <a:ext cx="134325" cy="1946725"/>
            </a:xfrm>
            <a:custGeom>
              <a:avLst/>
              <a:gdLst/>
              <a:ahLst/>
              <a:cxnLst/>
              <a:rect l="l" t="t" r="r" b="b"/>
              <a:pathLst>
                <a:path w="5373" h="77869" extrusionOk="0">
                  <a:moveTo>
                    <a:pt x="1439" y="1"/>
                  </a:moveTo>
                  <a:lnTo>
                    <a:pt x="1169" y="23"/>
                  </a:lnTo>
                  <a:lnTo>
                    <a:pt x="1012" y="1237"/>
                  </a:lnTo>
                  <a:lnTo>
                    <a:pt x="854" y="2451"/>
                  </a:lnTo>
                  <a:lnTo>
                    <a:pt x="674" y="3665"/>
                  </a:lnTo>
                  <a:lnTo>
                    <a:pt x="540" y="4878"/>
                  </a:lnTo>
                  <a:lnTo>
                    <a:pt x="405" y="6205"/>
                  </a:lnTo>
                  <a:lnTo>
                    <a:pt x="315" y="7531"/>
                  </a:lnTo>
                  <a:lnTo>
                    <a:pt x="225" y="8880"/>
                  </a:lnTo>
                  <a:lnTo>
                    <a:pt x="180" y="10206"/>
                  </a:lnTo>
                  <a:lnTo>
                    <a:pt x="135" y="12859"/>
                  </a:lnTo>
                  <a:lnTo>
                    <a:pt x="90" y="15534"/>
                  </a:lnTo>
                  <a:lnTo>
                    <a:pt x="45" y="18456"/>
                  </a:lnTo>
                  <a:lnTo>
                    <a:pt x="23" y="21401"/>
                  </a:lnTo>
                  <a:lnTo>
                    <a:pt x="0" y="24345"/>
                  </a:lnTo>
                  <a:lnTo>
                    <a:pt x="23" y="27290"/>
                  </a:lnTo>
                  <a:lnTo>
                    <a:pt x="90" y="30212"/>
                  </a:lnTo>
                  <a:lnTo>
                    <a:pt x="157" y="33157"/>
                  </a:lnTo>
                  <a:lnTo>
                    <a:pt x="247" y="36102"/>
                  </a:lnTo>
                  <a:lnTo>
                    <a:pt x="382" y="39024"/>
                  </a:lnTo>
                  <a:lnTo>
                    <a:pt x="674" y="45206"/>
                  </a:lnTo>
                  <a:lnTo>
                    <a:pt x="854" y="48286"/>
                  </a:lnTo>
                  <a:lnTo>
                    <a:pt x="1057" y="51388"/>
                  </a:lnTo>
                  <a:lnTo>
                    <a:pt x="1259" y="54467"/>
                  </a:lnTo>
                  <a:lnTo>
                    <a:pt x="1506" y="57547"/>
                  </a:lnTo>
                  <a:lnTo>
                    <a:pt x="1798" y="60627"/>
                  </a:lnTo>
                  <a:lnTo>
                    <a:pt x="2113" y="63706"/>
                  </a:lnTo>
                  <a:lnTo>
                    <a:pt x="2315" y="65482"/>
                  </a:lnTo>
                  <a:lnTo>
                    <a:pt x="2540" y="67258"/>
                  </a:lnTo>
                  <a:lnTo>
                    <a:pt x="2810" y="69011"/>
                  </a:lnTo>
                  <a:lnTo>
                    <a:pt x="3057" y="70787"/>
                  </a:lnTo>
                  <a:lnTo>
                    <a:pt x="3619" y="74316"/>
                  </a:lnTo>
                  <a:lnTo>
                    <a:pt x="4159" y="77868"/>
                  </a:lnTo>
                  <a:lnTo>
                    <a:pt x="5373" y="77576"/>
                  </a:lnTo>
                  <a:lnTo>
                    <a:pt x="4788" y="73957"/>
                  </a:lnTo>
                  <a:lnTo>
                    <a:pt x="4226" y="70338"/>
                  </a:lnTo>
                  <a:lnTo>
                    <a:pt x="3979" y="68539"/>
                  </a:lnTo>
                  <a:lnTo>
                    <a:pt x="3732" y="66718"/>
                  </a:lnTo>
                  <a:lnTo>
                    <a:pt x="3484" y="64898"/>
                  </a:lnTo>
                  <a:lnTo>
                    <a:pt x="3282" y="63077"/>
                  </a:lnTo>
                  <a:lnTo>
                    <a:pt x="2990" y="60087"/>
                  </a:lnTo>
                  <a:lnTo>
                    <a:pt x="2720" y="57075"/>
                  </a:lnTo>
                  <a:lnTo>
                    <a:pt x="2495" y="54085"/>
                  </a:lnTo>
                  <a:lnTo>
                    <a:pt x="2270" y="51073"/>
                  </a:lnTo>
                  <a:lnTo>
                    <a:pt x="2091" y="48061"/>
                  </a:lnTo>
                  <a:lnTo>
                    <a:pt x="1911" y="45049"/>
                  </a:lnTo>
                  <a:lnTo>
                    <a:pt x="1619" y="39024"/>
                  </a:lnTo>
                  <a:lnTo>
                    <a:pt x="1484" y="36012"/>
                  </a:lnTo>
                  <a:lnTo>
                    <a:pt x="1394" y="33000"/>
                  </a:lnTo>
                  <a:lnTo>
                    <a:pt x="1304" y="29988"/>
                  </a:lnTo>
                  <a:lnTo>
                    <a:pt x="1259" y="26975"/>
                  </a:lnTo>
                  <a:lnTo>
                    <a:pt x="1236" y="23963"/>
                  </a:lnTo>
                  <a:lnTo>
                    <a:pt x="1259" y="20951"/>
                  </a:lnTo>
                  <a:lnTo>
                    <a:pt x="1281" y="17939"/>
                  </a:lnTo>
                  <a:lnTo>
                    <a:pt x="1326" y="14927"/>
                  </a:lnTo>
                  <a:lnTo>
                    <a:pt x="1394" y="11982"/>
                  </a:lnTo>
                  <a:lnTo>
                    <a:pt x="1439" y="10498"/>
                  </a:lnTo>
                  <a:lnTo>
                    <a:pt x="1506" y="9037"/>
                  </a:lnTo>
                  <a:lnTo>
                    <a:pt x="1574" y="7553"/>
                  </a:lnTo>
                  <a:lnTo>
                    <a:pt x="1686" y="6092"/>
                  </a:lnTo>
                  <a:lnTo>
                    <a:pt x="1821" y="4631"/>
                  </a:lnTo>
                  <a:lnTo>
                    <a:pt x="2001" y="3148"/>
                  </a:lnTo>
                  <a:lnTo>
                    <a:pt x="2225" y="1597"/>
                  </a:lnTo>
                  <a:lnTo>
                    <a:pt x="2428" y="23"/>
                  </a:lnTo>
                  <a:lnTo>
                    <a:pt x="2270" y="23"/>
                  </a:lnTo>
                  <a:lnTo>
                    <a:pt x="1978" y="1"/>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5"/>
            <p:cNvSpPr/>
            <p:nvPr/>
          </p:nvSpPr>
          <p:spPr>
            <a:xfrm>
              <a:off x="4209550" y="3318875"/>
              <a:ext cx="35975" cy="65200"/>
            </a:xfrm>
            <a:custGeom>
              <a:avLst/>
              <a:gdLst/>
              <a:ahLst/>
              <a:cxnLst/>
              <a:rect l="l" t="t" r="r" b="b"/>
              <a:pathLst>
                <a:path w="1439" h="2608" extrusionOk="0">
                  <a:moveTo>
                    <a:pt x="540" y="0"/>
                  </a:moveTo>
                  <a:lnTo>
                    <a:pt x="427" y="23"/>
                  </a:lnTo>
                  <a:lnTo>
                    <a:pt x="315" y="68"/>
                  </a:lnTo>
                  <a:lnTo>
                    <a:pt x="202" y="135"/>
                  </a:lnTo>
                  <a:lnTo>
                    <a:pt x="112" y="225"/>
                  </a:lnTo>
                  <a:lnTo>
                    <a:pt x="68" y="315"/>
                  </a:lnTo>
                  <a:lnTo>
                    <a:pt x="23" y="427"/>
                  </a:lnTo>
                  <a:lnTo>
                    <a:pt x="0" y="540"/>
                  </a:lnTo>
                  <a:lnTo>
                    <a:pt x="0" y="675"/>
                  </a:lnTo>
                  <a:lnTo>
                    <a:pt x="0" y="787"/>
                  </a:lnTo>
                  <a:lnTo>
                    <a:pt x="247" y="2181"/>
                  </a:lnTo>
                  <a:lnTo>
                    <a:pt x="270" y="2293"/>
                  </a:lnTo>
                  <a:lnTo>
                    <a:pt x="337" y="2383"/>
                  </a:lnTo>
                  <a:lnTo>
                    <a:pt x="427" y="2473"/>
                  </a:lnTo>
                  <a:lnTo>
                    <a:pt x="540" y="2540"/>
                  </a:lnTo>
                  <a:lnTo>
                    <a:pt x="652" y="2585"/>
                  </a:lnTo>
                  <a:lnTo>
                    <a:pt x="764" y="2608"/>
                  </a:lnTo>
                  <a:lnTo>
                    <a:pt x="1012" y="2608"/>
                  </a:lnTo>
                  <a:lnTo>
                    <a:pt x="1124" y="2540"/>
                  </a:lnTo>
                  <a:lnTo>
                    <a:pt x="1236" y="2473"/>
                  </a:lnTo>
                  <a:lnTo>
                    <a:pt x="1304" y="2406"/>
                  </a:lnTo>
                  <a:lnTo>
                    <a:pt x="1371" y="2293"/>
                  </a:lnTo>
                  <a:lnTo>
                    <a:pt x="1416" y="2203"/>
                  </a:lnTo>
                  <a:lnTo>
                    <a:pt x="1439" y="2068"/>
                  </a:lnTo>
                  <a:lnTo>
                    <a:pt x="1439" y="1956"/>
                  </a:lnTo>
                  <a:lnTo>
                    <a:pt x="1439" y="1821"/>
                  </a:lnTo>
                  <a:lnTo>
                    <a:pt x="1191" y="450"/>
                  </a:lnTo>
                  <a:lnTo>
                    <a:pt x="1147" y="338"/>
                  </a:lnTo>
                  <a:lnTo>
                    <a:pt x="1079" y="225"/>
                  </a:lnTo>
                  <a:lnTo>
                    <a:pt x="1012" y="158"/>
                  </a:lnTo>
                  <a:lnTo>
                    <a:pt x="899" y="90"/>
                  </a:lnTo>
                  <a:lnTo>
                    <a:pt x="787" y="45"/>
                  </a:lnTo>
                  <a:lnTo>
                    <a:pt x="652"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5"/>
            <p:cNvSpPr/>
            <p:nvPr/>
          </p:nvSpPr>
          <p:spPr>
            <a:xfrm>
              <a:off x="4253375" y="3050250"/>
              <a:ext cx="69700" cy="145000"/>
            </a:xfrm>
            <a:custGeom>
              <a:avLst/>
              <a:gdLst/>
              <a:ahLst/>
              <a:cxnLst/>
              <a:rect l="l" t="t" r="r" b="b"/>
              <a:pathLst>
                <a:path w="2788" h="5800" extrusionOk="0">
                  <a:moveTo>
                    <a:pt x="540" y="0"/>
                  </a:moveTo>
                  <a:lnTo>
                    <a:pt x="428" y="23"/>
                  </a:lnTo>
                  <a:lnTo>
                    <a:pt x="315" y="68"/>
                  </a:lnTo>
                  <a:lnTo>
                    <a:pt x="225" y="135"/>
                  </a:lnTo>
                  <a:lnTo>
                    <a:pt x="135" y="203"/>
                  </a:lnTo>
                  <a:lnTo>
                    <a:pt x="68" y="293"/>
                  </a:lnTo>
                  <a:lnTo>
                    <a:pt x="23" y="382"/>
                  </a:lnTo>
                  <a:lnTo>
                    <a:pt x="0" y="517"/>
                  </a:lnTo>
                  <a:lnTo>
                    <a:pt x="0" y="630"/>
                  </a:lnTo>
                  <a:lnTo>
                    <a:pt x="23" y="765"/>
                  </a:lnTo>
                  <a:lnTo>
                    <a:pt x="810" y="3057"/>
                  </a:lnTo>
                  <a:lnTo>
                    <a:pt x="1574" y="5373"/>
                  </a:lnTo>
                  <a:lnTo>
                    <a:pt x="1619" y="5508"/>
                  </a:lnTo>
                  <a:lnTo>
                    <a:pt x="1709" y="5598"/>
                  </a:lnTo>
                  <a:lnTo>
                    <a:pt x="1799" y="5688"/>
                  </a:lnTo>
                  <a:lnTo>
                    <a:pt x="1889" y="5755"/>
                  </a:lnTo>
                  <a:lnTo>
                    <a:pt x="2001" y="5777"/>
                  </a:lnTo>
                  <a:lnTo>
                    <a:pt x="2113" y="5800"/>
                  </a:lnTo>
                  <a:lnTo>
                    <a:pt x="2226" y="5800"/>
                  </a:lnTo>
                  <a:lnTo>
                    <a:pt x="2338" y="5777"/>
                  </a:lnTo>
                  <a:lnTo>
                    <a:pt x="2451" y="5732"/>
                  </a:lnTo>
                  <a:lnTo>
                    <a:pt x="2563" y="5665"/>
                  </a:lnTo>
                  <a:lnTo>
                    <a:pt x="2630" y="5598"/>
                  </a:lnTo>
                  <a:lnTo>
                    <a:pt x="2720" y="5508"/>
                  </a:lnTo>
                  <a:lnTo>
                    <a:pt x="2765" y="5418"/>
                  </a:lnTo>
                  <a:lnTo>
                    <a:pt x="2788" y="5283"/>
                  </a:lnTo>
                  <a:lnTo>
                    <a:pt x="2788" y="5171"/>
                  </a:lnTo>
                  <a:lnTo>
                    <a:pt x="2765" y="5036"/>
                  </a:lnTo>
                  <a:lnTo>
                    <a:pt x="2001" y="2720"/>
                  </a:lnTo>
                  <a:lnTo>
                    <a:pt x="1214" y="427"/>
                  </a:lnTo>
                  <a:lnTo>
                    <a:pt x="1169" y="293"/>
                  </a:lnTo>
                  <a:lnTo>
                    <a:pt x="1079" y="203"/>
                  </a:lnTo>
                  <a:lnTo>
                    <a:pt x="990" y="113"/>
                  </a:lnTo>
                  <a:lnTo>
                    <a:pt x="877" y="45"/>
                  </a:lnTo>
                  <a:lnTo>
                    <a:pt x="787" y="23"/>
                  </a:lnTo>
                  <a:lnTo>
                    <a:pt x="652"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5"/>
            <p:cNvSpPr/>
            <p:nvPr/>
          </p:nvSpPr>
          <p:spPr>
            <a:xfrm>
              <a:off x="4232575" y="2838950"/>
              <a:ext cx="42750" cy="136575"/>
            </a:xfrm>
            <a:custGeom>
              <a:avLst/>
              <a:gdLst/>
              <a:ahLst/>
              <a:cxnLst/>
              <a:rect l="l" t="t" r="r" b="b"/>
              <a:pathLst>
                <a:path w="1710" h="5463" extrusionOk="0">
                  <a:moveTo>
                    <a:pt x="540" y="0"/>
                  </a:moveTo>
                  <a:lnTo>
                    <a:pt x="428" y="23"/>
                  </a:lnTo>
                  <a:lnTo>
                    <a:pt x="315" y="45"/>
                  </a:lnTo>
                  <a:lnTo>
                    <a:pt x="226" y="90"/>
                  </a:lnTo>
                  <a:lnTo>
                    <a:pt x="136" y="158"/>
                  </a:lnTo>
                  <a:lnTo>
                    <a:pt x="68" y="247"/>
                  </a:lnTo>
                  <a:lnTo>
                    <a:pt x="23" y="337"/>
                  </a:lnTo>
                  <a:lnTo>
                    <a:pt x="1" y="450"/>
                  </a:lnTo>
                  <a:lnTo>
                    <a:pt x="1" y="607"/>
                  </a:lnTo>
                  <a:lnTo>
                    <a:pt x="68" y="1147"/>
                  </a:lnTo>
                  <a:lnTo>
                    <a:pt x="113" y="1709"/>
                  </a:lnTo>
                  <a:lnTo>
                    <a:pt x="203" y="2810"/>
                  </a:lnTo>
                  <a:lnTo>
                    <a:pt x="248" y="3372"/>
                  </a:lnTo>
                  <a:lnTo>
                    <a:pt x="315" y="3934"/>
                  </a:lnTo>
                  <a:lnTo>
                    <a:pt x="405" y="4474"/>
                  </a:lnTo>
                  <a:lnTo>
                    <a:pt x="518" y="5036"/>
                  </a:lnTo>
                  <a:lnTo>
                    <a:pt x="563" y="5170"/>
                  </a:lnTo>
                  <a:lnTo>
                    <a:pt x="608" y="5260"/>
                  </a:lnTo>
                  <a:lnTo>
                    <a:pt x="698" y="5350"/>
                  </a:lnTo>
                  <a:lnTo>
                    <a:pt x="787" y="5418"/>
                  </a:lnTo>
                  <a:lnTo>
                    <a:pt x="900" y="5440"/>
                  </a:lnTo>
                  <a:lnTo>
                    <a:pt x="1012" y="5463"/>
                  </a:lnTo>
                  <a:lnTo>
                    <a:pt x="1125" y="5463"/>
                  </a:lnTo>
                  <a:lnTo>
                    <a:pt x="1237" y="5440"/>
                  </a:lnTo>
                  <a:lnTo>
                    <a:pt x="1349" y="5395"/>
                  </a:lnTo>
                  <a:lnTo>
                    <a:pt x="1439" y="5328"/>
                  </a:lnTo>
                  <a:lnTo>
                    <a:pt x="1529" y="5260"/>
                  </a:lnTo>
                  <a:lnTo>
                    <a:pt x="1619" y="5170"/>
                  </a:lnTo>
                  <a:lnTo>
                    <a:pt x="1664" y="5080"/>
                  </a:lnTo>
                  <a:lnTo>
                    <a:pt x="1709" y="4946"/>
                  </a:lnTo>
                  <a:lnTo>
                    <a:pt x="1709" y="4833"/>
                  </a:lnTo>
                  <a:lnTo>
                    <a:pt x="1687" y="4676"/>
                  </a:lnTo>
                  <a:lnTo>
                    <a:pt x="1597" y="4181"/>
                  </a:lnTo>
                  <a:lnTo>
                    <a:pt x="1529" y="3664"/>
                  </a:lnTo>
                  <a:lnTo>
                    <a:pt x="1462" y="3147"/>
                  </a:lnTo>
                  <a:lnTo>
                    <a:pt x="1417" y="2630"/>
                  </a:lnTo>
                  <a:lnTo>
                    <a:pt x="1349" y="1619"/>
                  </a:lnTo>
                  <a:lnTo>
                    <a:pt x="1305" y="1102"/>
                  </a:lnTo>
                  <a:lnTo>
                    <a:pt x="1237" y="585"/>
                  </a:lnTo>
                  <a:lnTo>
                    <a:pt x="1215" y="450"/>
                  </a:lnTo>
                  <a:lnTo>
                    <a:pt x="1147" y="337"/>
                  </a:lnTo>
                  <a:lnTo>
                    <a:pt x="1080" y="225"/>
                  </a:lnTo>
                  <a:lnTo>
                    <a:pt x="990" y="135"/>
                  </a:lnTo>
                  <a:lnTo>
                    <a:pt x="877" y="90"/>
                  </a:lnTo>
                  <a:lnTo>
                    <a:pt x="765" y="45"/>
                  </a:lnTo>
                  <a:lnTo>
                    <a:pt x="653" y="23"/>
                  </a:lnTo>
                  <a:lnTo>
                    <a:pt x="540"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5"/>
            <p:cNvSpPr/>
            <p:nvPr/>
          </p:nvSpPr>
          <p:spPr>
            <a:xfrm>
              <a:off x="4251700" y="2623700"/>
              <a:ext cx="30350" cy="30950"/>
            </a:xfrm>
            <a:custGeom>
              <a:avLst/>
              <a:gdLst/>
              <a:ahLst/>
              <a:cxnLst/>
              <a:rect l="l" t="t" r="r" b="b"/>
              <a:pathLst>
                <a:path w="1214" h="1238" extrusionOk="0">
                  <a:moveTo>
                    <a:pt x="562" y="1"/>
                  </a:moveTo>
                  <a:lnTo>
                    <a:pt x="427" y="23"/>
                  </a:lnTo>
                  <a:lnTo>
                    <a:pt x="292" y="68"/>
                  </a:lnTo>
                  <a:lnTo>
                    <a:pt x="202" y="136"/>
                  </a:lnTo>
                  <a:lnTo>
                    <a:pt x="112" y="225"/>
                  </a:lnTo>
                  <a:lnTo>
                    <a:pt x="45" y="315"/>
                  </a:lnTo>
                  <a:lnTo>
                    <a:pt x="22" y="428"/>
                  </a:lnTo>
                  <a:lnTo>
                    <a:pt x="0" y="540"/>
                  </a:lnTo>
                  <a:lnTo>
                    <a:pt x="0" y="653"/>
                  </a:lnTo>
                  <a:lnTo>
                    <a:pt x="22" y="787"/>
                  </a:lnTo>
                  <a:lnTo>
                    <a:pt x="67" y="877"/>
                  </a:lnTo>
                  <a:lnTo>
                    <a:pt x="135" y="990"/>
                  </a:lnTo>
                  <a:lnTo>
                    <a:pt x="202" y="1080"/>
                  </a:lnTo>
                  <a:lnTo>
                    <a:pt x="292" y="1147"/>
                  </a:lnTo>
                  <a:lnTo>
                    <a:pt x="382" y="1192"/>
                  </a:lnTo>
                  <a:lnTo>
                    <a:pt x="517" y="1237"/>
                  </a:lnTo>
                  <a:lnTo>
                    <a:pt x="629" y="1237"/>
                  </a:lnTo>
                  <a:lnTo>
                    <a:pt x="764" y="1215"/>
                  </a:lnTo>
                  <a:lnTo>
                    <a:pt x="899" y="1147"/>
                  </a:lnTo>
                  <a:lnTo>
                    <a:pt x="1012" y="1080"/>
                  </a:lnTo>
                  <a:lnTo>
                    <a:pt x="1101" y="990"/>
                  </a:lnTo>
                  <a:lnTo>
                    <a:pt x="1146" y="900"/>
                  </a:lnTo>
                  <a:lnTo>
                    <a:pt x="1191" y="787"/>
                  </a:lnTo>
                  <a:lnTo>
                    <a:pt x="1214" y="675"/>
                  </a:lnTo>
                  <a:lnTo>
                    <a:pt x="1191" y="563"/>
                  </a:lnTo>
                  <a:lnTo>
                    <a:pt x="1169" y="450"/>
                  </a:lnTo>
                  <a:lnTo>
                    <a:pt x="1146" y="338"/>
                  </a:lnTo>
                  <a:lnTo>
                    <a:pt x="1079" y="248"/>
                  </a:lnTo>
                  <a:lnTo>
                    <a:pt x="1012" y="158"/>
                  </a:lnTo>
                  <a:lnTo>
                    <a:pt x="922" y="68"/>
                  </a:lnTo>
                  <a:lnTo>
                    <a:pt x="809" y="23"/>
                  </a:lnTo>
                  <a:lnTo>
                    <a:pt x="697"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5"/>
            <p:cNvSpPr/>
            <p:nvPr/>
          </p:nvSpPr>
          <p:spPr>
            <a:xfrm>
              <a:off x="4323625" y="3024400"/>
              <a:ext cx="45550" cy="147250"/>
            </a:xfrm>
            <a:custGeom>
              <a:avLst/>
              <a:gdLst/>
              <a:ahLst/>
              <a:cxnLst/>
              <a:rect l="l" t="t" r="r" b="b"/>
              <a:pathLst>
                <a:path w="1822" h="5890" extrusionOk="0">
                  <a:moveTo>
                    <a:pt x="585" y="0"/>
                  </a:moveTo>
                  <a:lnTo>
                    <a:pt x="472" y="23"/>
                  </a:lnTo>
                  <a:lnTo>
                    <a:pt x="360" y="45"/>
                  </a:lnTo>
                  <a:lnTo>
                    <a:pt x="248" y="90"/>
                  </a:lnTo>
                  <a:lnTo>
                    <a:pt x="180" y="158"/>
                  </a:lnTo>
                  <a:lnTo>
                    <a:pt x="90" y="248"/>
                  </a:lnTo>
                  <a:lnTo>
                    <a:pt x="45" y="360"/>
                  </a:lnTo>
                  <a:lnTo>
                    <a:pt x="23" y="472"/>
                  </a:lnTo>
                  <a:lnTo>
                    <a:pt x="0" y="607"/>
                  </a:lnTo>
                  <a:lnTo>
                    <a:pt x="135" y="1821"/>
                  </a:lnTo>
                  <a:lnTo>
                    <a:pt x="270" y="3035"/>
                  </a:lnTo>
                  <a:lnTo>
                    <a:pt x="450" y="4226"/>
                  </a:lnTo>
                  <a:lnTo>
                    <a:pt x="630" y="5440"/>
                  </a:lnTo>
                  <a:lnTo>
                    <a:pt x="652" y="5575"/>
                  </a:lnTo>
                  <a:lnTo>
                    <a:pt x="720" y="5687"/>
                  </a:lnTo>
                  <a:lnTo>
                    <a:pt x="787" y="5755"/>
                  </a:lnTo>
                  <a:lnTo>
                    <a:pt x="877" y="5822"/>
                  </a:lnTo>
                  <a:lnTo>
                    <a:pt x="989" y="5867"/>
                  </a:lnTo>
                  <a:lnTo>
                    <a:pt x="1079" y="5890"/>
                  </a:lnTo>
                  <a:lnTo>
                    <a:pt x="1192" y="5867"/>
                  </a:lnTo>
                  <a:lnTo>
                    <a:pt x="1304" y="5845"/>
                  </a:lnTo>
                  <a:lnTo>
                    <a:pt x="1416" y="5800"/>
                  </a:lnTo>
                  <a:lnTo>
                    <a:pt x="1529" y="5755"/>
                  </a:lnTo>
                  <a:lnTo>
                    <a:pt x="1619" y="5687"/>
                  </a:lnTo>
                  <a:lnTo>
                    <a:pt x="1709" y="5575"/>
                  </a:lnTo>
                  <a:lnTo>
                    <a:pt x="1754" y="5485"/>
                  </a:lnTo>
                  <a:lnTo>
                    <a:pt x="1799" y="5373"/>
                  </a:lnTo>
                  <a:lnTo>
                    <a:pt x="1821" y="5238"/>
                  </a:lnTo>
                  <a:lnTo>
                    <a:pt x="1821" y="5103"/>
                  </a:lnTo>
                  <a:lnTo>
                    <a:pt x="1641" y="3979"/>
                  </a:lnTo>
                  <a:lnTo>
                    <a:pt x="1484" y="2855"/>
                  </a:lnTo>
                  <a:lnTo>
                    <a:pt x="1349" y="1731"/>
                  </a:lnTo>
                  <a:lnTo>
                    <a:pt x="1259" y="607"/>
                  </a:lnTo>
                  <a:lnTo>
                    <a:pt x="1214" y="450"/>
                  </a:lnTo>
                  <a:lnTo>
                    <a:pt x="1169" y="337"/>
                  </a:lnTo>
                  <a:lnTo>
                    <a:pt x="1102" y="225"/>
                  </a:lnTo>
                  <a:lnTo>
                    <a:pt x="1012" y="158"/>
                  </a:lnTo>
                  <a:lnTo>
                    <a:pt x="922" y="90"/>
                  </a:lnTo>
                  <a:lnTo>
                    <a:pt x="810" y="45"/>
                  </a:lnTo>
                  <a:lnTo>
                    <a:pt x="697" y="23"/>
                  </a:lnTo>
                  <a:lnTo>
                    <a:pt x="585"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5"/>
            <p:cNvSpPr/>
            <p:nvPr/>
          </p:nvSpPr>
          <p:spPr>
            <a:xfrm>
              <a:off x="3876300" y="2329225"/>
              <a:ext cx="35975" cy="74775"/>
            </a:xfrm>
            <a:custGeom>
              <a:avLst/>
              <a:gdLst/>
              <a:ahLst/>
              <a:cxnLst/>
              <a:rect l="l" t="t" r="r" b="b"/>
              <a:pathLst>
                <a:path w="1439" h="2991" extrusionOk="0">
                  <a:moveTo>
                    <a:pt x="495" y="1"/>
                  </a:moveTo>
                  <a:lnTo>
                    <a:pt x="382" y="46"/>
                  </a:lnTo>
                  <a:lnTo>
                    <a:pt x="270" y="113"/>
                  </a:lnTo>
                  <a:lnTo>
                    <a:pt x="180" y="180"/>
                  </a:lnTo>
                  <a:lnTo>
                    <a:pt x="90" y="270"/>
                  </a:lnTo>
                  <a:lnTo>
                    <a:pt x="45" y="383"/>
                  </a:lnTo>
                  <a:lnTo>
                    <a:pt x="0" y="495"/>
                  </a:lnTo>
                  <a:lnTo>
                    <a:pt x="0" y="608"/>
                  </a:lnTo>
                  <a:lnTo>
                    <a:pt x="180" y="2383"/>
                  </a:lnTo>
                  <a:lnTo>
                    <a:pt x="202" y="2518"/>
                  </a:lnTo>
                  <a:lnTo>
                    <a:pt x="247" y="2631"/>
                  </a:lnTo>
                  <a:lnTo>
                    <a:pt x="315" y="2721"/>
                  </a:lnTo>
                  <a:lnTo>
                    <a:pt x="382" y="2811"/>
                  </a:lnTo>
                  <a:lnTo>
                    <a:pt x="472" y="2900"/>
                  </a:lnTo>
                  <a:lnTo>
                    <a:pt x="562" y="2945"/>
                  </a:lnTo>
                  <a:lnTo>
                    <a:pt x="697" y="2990"/>
                  </a:lnTo>
                  <a:lnTo>
                    <a:pt x="944" y="2990"/>
                  </a:lnTo>
                  <a:lnTo>
                    <a:pt x="1057" y="2945"/>
                  </a:lnTo>
                  <a:lnTo>
                    <a:pt x="1146" y="2878"/>
                  </a:lnTo>
                  <a:lnTo>
                    <a:pt x="1259" y="2811"/>
                  </a:lnTo>
                  <a:lnTo>
                    <a:pt x="1326" y="2721"/>
                  </a:lnTo>
                  <a:lnTo>
                    <a:pt x="1394" y="2608"/>
                  </a:lnTo>
                  <a:lnTo>
                    <a:pt x="1416" y="2496"/>
                  </a:lnTo>
                  <a:lnTo>
                    <a:pt x="1439" y="2383"/>
                  </a:lnTo>
                  <a:lnTo>
                    <a:pt x="1236" y="608"/>
                  </a:lnTo>
                  <a:lnTo>
                    <a:pt x="1214" y="473"/>
                  </a:lnTo>
                  <a:lnTo>
                    <a:pt x="1169" y="360"/>
                  </a:lnTo>
                  <a:lnTo>
                    <a:pt x="1124" y="270"/>
                  </a:lnTo>
                  <a:lnTo>
                    <a:pt x="1057" y="158"/>
                  </a:lnTo>
                  <a:lnTo>
                    <a:pt x="967" y="91"/>
                  </a:lnTo>
                  <a:lnTo>
                    <a:pt x="854" y="46"/>
                  </a:lnTo>
                  <a:lnTo>
                    <a:pt x="742"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5"/>
            <p:cNvSpPr/>
            <p:nvPr/>
          </p:nvSpPr>
          <p:spPr>
            <a:xfrm>
              <a:off x="3902700" y="2663050"/>
              <a:ext cx="44425" cy="205700"/>
            </a:xfrm>
            <a:custGeom>
              <a:avLst/>
              <a:gdLst/>
              <a:ahLst/>
              <a:cxnLst/>
              <a:rect l="l" t="t" r="r" b="b"/>
              <a:pathLst>
                <a:path w="1777" h="8228" extrusionOk="0">
                  <a:moveTo>
                    <a:pt x="473" y="0"/>
                  </a:moveTo>
                  <a:lnTo>
                    <a:pt x="360" y="23"/>
                  </a:lnTo>
                  <a:lnTo>
                    <a:pt x="248" y="90"/>
                  </a:lnTo>
                  <a:lnTo>
                    <a:pt x="158" y="158"/>
                  </a:lnTo>
                  <a:lnTo>
                    <a:pt x="90" y="225"/>
                  </a:lnTo>
                  <a:lnTo>
                    <a:pt x="46" y="337"/>
                  </a:lnTo>
                  <a:lnTo>
                    <a:pt x="1" y="450"/>
                  </a:lnTo>
                  <a:lnTo>
                    <a:pt x="1" y="607"/>
                  </a:lnTo>
                  <a:lnTo>
                    <a:pt x="68" y="1484"/>
                  </a:lnTo>
                  <a:lnTo>
                    <a:pt x="135" y="2361"/>
                  </a:lnTo>
                  <a:lnTo>
                    <a:pt x="315" y="4114"/>
                  </a:lnTo>
                  <a:lnTo>
                    <a:pt x="450" y="5867"/>
                  </a:lnTo>
                  <a:lnTo>
                    <a:pt x="495" y="6766"/>
                  </a:lnTo>
                  <a:lnTo>
                    <a:pt x="540" y="7643"/>
                  </a:lnTo>
                  <a:lnTo>
                    <a:pt x="540" y="7778"/>
                  </a:lnTo>
                  <a:lnTo>
                    <a:pt x="585" y="7890"/>
                  </a:lnTo>
                  <a:lnTo>
                    <a:pt x="652" y="8003"/>
                  </a:lnTo>
                  <a:lnTo>
                    <a:pt x="720" y="8093"/>
                  </a:lnTo>
                  <a:lnTo>
                    <a:pt x="832" y="8160"/>
                  </a:lnTo>
                  <a:lnTo>
                    <a:pt x="922" y="8205"/>
                  </a:lnTo>
                  <a:lnTo>
                    <a:pt x="1035" y="8228"/>
                  </a:lnTo>
                  <a:lnTo>
                    <a:pt x="1282" y="8228"/>
                  </a:lnTo>
                  <a:lnTo>
                    <a:pt x="1394" y="8183"/>
                  </a:lnTo>
                  <a:lnTo>
                    <a:pt x="1484" y="8138"/>
                  </a:lnTo>
                  <a:lnTo>
                    <a:pt x="1574" y="8070"/>
                  </a:lnTo>
                  <a:lnTo>
                    <a:pt x="1664" y="7980"/>
                  </a:lnTo>
                  <a:lnTo>
                    <a:pt x="1709" y="7890"/>
                  </a:lnTo>
                  <a:lnTo>
                    <a:pt x="1754" y="7756"/>
                  </a:lnTo>
                  <a:lnTo>
                    <a:pt x="1776" y="7621"/>
                  </a:lnTo>
                  <a:lnTo>
                    <a:pt x="1731" y="6744"/>
                  </a:lnTo>
                  <a:lnTo>
                    <a:pt x="1686" y="5867"/>
                  </a:lnTo>
                  <a:lnTo>
                    <a:pt x="1552" y="4091"/>
                  </a:lnTo>
                  <a:lnTo>
                    <a:pt x="1372" y="2338"/>
                  </a:lnTo>
                  <a:lnTo>
                    <a:pt x="1304" y="1461"/>
                  </a:lnTo>
                  <a:lnTo>
                    <a:pt x="1237" y="585"/>
                  </a:lnTo>
                  <a:lnTo>
                    <a:pt x="1214" y="450"/>
                  </a:lnTo>
                  <a:lnTo>
                    <a:pt x="1169" y="315"/>
                  </a:lnTo>
                  <a:lnTo>
                    <a:pt x="1102" y="225"/>
                  </a:lnTo>
                  <a:lnTo>
                    <a:pt x="1012" y="135"/>
                  </a:lnTo>
                  <a:lnTo>
                    <a:pt x="922" y="68"/>
                  </a:lnTo>
                  <a:lnTo>
                    <a:pt x="810" y="23"/>
                  </a:lnTo>
                  <a:lnTo>
                    <a:pt x="697"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15"/>
            <p:cNvSpPr/>
            <p:nvPr/>
          </p:nvSpPr>
          <p:spPr>
            <a:xfrm>
              <a:off x="3952150" y="2546725"/>
              <a:ext cx="30950" cy="94425"/>
            </a:xfrm>
            <a:custGeom>
              <a:avLst/>
              <a:gdLst/>
              <a:ahLst/>
              <a:cxnLst/>
              <a:rect l="l" t="t" r="r" b="b"/>
              <a:pathLst>
                <a:path w="1238" h="3777" extrusionOk="0">
                  <a:moveTo>
                    <a:pt x="518" y="0"/>
                  </a:moveTo>
                  <a:lnTo>
                    <a:pt x="405" y="23"/>
                  </a:lnTo>
                  <a:lnTo>
                    <a:pt x="293" y="90"/>
                  </a:lnTo>
                  <a:lnTo>
                    <a:pt x="203" y="157"/>
                  </a:lnTo>
                  <a:lnTo>
                    <a:pt x="136" y="225"/>
                  </a:lnTo>
                  <a:lnTo>
                    <a:pt x="68" y="337"/>
                  </a:lnTo>
                  <a:lnTo>
                    <a:pt x="23" y="450"/>
                  </a:lnTo>
                  <a:lnTo>
                    <a:pt x="1" y="607"/>
                  </a:lnTo>
                  <a:lnTo>
                    <a:pt x="1" y="3170"/>
                  </a:lnTo>
                  <a:lnTo>
                    <a:pt x="23" y="3327"/>
                  </a:lnTo>
                  <a:lnTo>
                    <a:pt x="46" y="3439"/>
                  </a:lnTo>
                  <a:lnTo>
                    <a:pt x="113" y="3529"/>
                  </a:lnTo>
                  <a:lnTo>
                    <a:pt x="203" y="3619"/>
                  </a:lnTo>
                  <a:lnTo>
                    <a:pt x="293" y="3687"/>
                  </a:lnTo>
                  <a:lnTo>
                    <a:pt x="383" y="3732"/>
                  </a:lnTo>
                  <a:lnTo>
                    <a:pt x="495" y="3754"/>
                  </a:lnTo>
                  <a:lnTo>
                    <a:pt x="630" y="3777"/>
                  </a:lnTo>
                  <a:lnTo>
                    <a:pt x="743" y="3754"/>
                  </a:lnTo>
                  <a:lnTo>
                    <a:pt x="855" y="3732"/>
                  </a:lnTo>
                  <a:lnTo>
                    <a:pt x="945" y="3687"/>
                  </a:lnTo>
                  <a:lnTo>
                    <a:pt x="1035" y="3619"/>
                  </a:lnTo>
                  <a:lnTo>
                    <a:pt x="1125" y="3529"/>
                  </a:lnTo>
                  <a:lnTo>
                    <a:pt x="1192" y="3417"/>
                  </a:lnTo>
                  <a:lnTo>
                    <a:pt x="1237" y="3304"/>
                  </a:lnTo>
                  <a:lnTo>
                    <a:pt x="1237" y="3170"/>
                  </a:lnTo>
                  <a:lnTo>
                    <a:pt x="1237" y="585"/>
                  </a:lnTo>
                  <a:lnTo>
                    <a:pt x="1237" y="450"/>
                  </a:lnTo>
                  <a:lnTo>
                    <a:pt x="1192" y="315"/>
                  </a:lnTo>
                  <a:lnTo>
                    <a:pt x="1125" y="225"/>
                  </a:lnTo>
                  <a:lnTo>
                    <a:pt x="1057" y="135"/>
                  </a:lnTo>
                  <a:lnTo>
                    <a:pt x="967" y="68"/>
                  </a:lnTo>
                  <a:lnTo>
                    <a:pt x="855" y="23"/>
                  </a:lnTo>
                  <a:lnTo>
                    <a:pt x="743"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5"/>
            <p:cNvSpPr/>
            <p:nvPr/>
          </p:nvSpPr>
          <p:spPr>
            <a:xfrm>
              <a:off x="3987000" y="3076100"/>
              <a:ext cx="33750" cy="123100"/>
            </a:xfrm>
            <a:custGeom>
              <a:avLst/>
              <a:gdLst/>
              <a:ahLst/>
              <a:cxnLst/>
              <a:rect l="l" t="t" r="r" b="b"/>
              <a:pathLst>
                <a:path w="1350" h="4924" extrusionOk="0">
                  <a:moveTo>
                    <a:pt x="562" y="0"/>
                  </a:moveTo>
                  <a:lnTo>
                    <a:pt x="427" y="23"/>
                  </a:lnTo>
                  <a:lnTo>
                    <a:pt x="338" y="45"/>
                  </a:lnTo>
                  <a:lnTo>
                    <a:pt x="225" y="90"/>
                  </a:lnTo>
                  <a:lnTo>
                    <a:pt x="135" y="158"/>
                  </a:lnTo>
                  <a:lnTo>
                    <a:pt x="68" y="248"/>
                  </a:lnTo>
                  <a:lnTo>
                    <a:pt x="23" y="338"/>
                  </a:lnTo>
                  <a:lnTo>
                    <a:pt x="0" y="472"/>
                  </a:lnTo>
                  <a:lnTo>
                    <a:pt x="0" y="607"/>
                  </a:lnTo>
                  <a:lnTo>
                    <a:pt x="45" y="1079"/>
                  </a:lnTo>
                  <a:lnTo>
                    <a:pt x="68" y="1529"/>
                  </a:lnTo>
                  <a:lnTo>
                    <a:pt x="68" y="2473"/>
                  </a:lnTo>
                  <a:lnTo>
                    <a:pt x="68" y="3395"/>
                  </a:lnTo>
                  <a:lnTo>
                    <a:pt x="90" y="3867"/>
                  </a:lnTo>
                  <a:lnTo>
                    <a:pt x="113" y="4339"/>
                  </a:lnTo>
                  <a:lnTo>
                    <a:pt x="135" y="4474"/>
                  </a:lnTo>
                  <a:lnTo>
                    <a:pt x="180" y="4586"/>
                  </a:lnTo>
                  <a:lnTo>
                    <a:pt x="248" y="4698"/>
                  </a:lnTo>
                  <a:lnTo>
                    <a:pt x="338" y="4766"/>
                  </a:lnTo>
                  <a:lnTo>
                    <a:pt x="427" y="4833"/>
                  </a:lnTo>
                  <a:lnTo>
                    <a:pt x="540" y="4878"/>
                  </a:lnTo>
                  <a:lnTo>
                    <a:pt x="652" y="4923"/>
                  </a:lnTo>
                  <a:lnTo>
                    <a:pt x="787" y="4923"/>
                  </a:lnTo>
                  <a:lnTo>
                    <a:pt x="900" y="4901"/>
                  </a:lnTo>
                  <a:lnTo>
                    <a:pt x="1012" y="4878"/>
                  </a:lnTo>
                  <a:lnTo>
                    <a:pt x="1102" y="4833"/>
                  </a:lnTo>
                  <a:lnTo>
                    <a:pt x="1192" y="4766"/>
                  </a:lnTo>
                  <a:lnTo>
                    <a:pt x="1259" y="4676"/>
                  </a:lnTo>
                  <a:lnTo>
                    <a:pt x="1327" y="4586"/>
                  </a:lnTo>
                  <a:lnTo>
                    <a:pt x="1349" y="4451"/>
                  </a:lnTo>
                  <a:lnTo>
                    <a:pt x="1349" y="4316"/>
                  </a:lnTo>
                  <a:lnTo>
                    <a:pt x="1327" y="3844"/>
                  </a:lnTo>
                  <a:lnTo>
                    <a:pt x="1304" y="3395"/>
                  </a:lnTo>
                  <a:lnTo>
                    <a:pt x="1304" y="2451"/>
                  </a:lnTo>
                  <a:lnTo>
                    <a:pt x="1304" y="1529"/>
                  </a:lnTo>
                  <a:lnTo>
                    <a:pt x="1282" y="1057"/>
                  </a:lnTo>
                  <a:lnTo>
                    <a:pt x="1237" y="585"/>
                  </a:lnTo>
                  <a:lnTo>
                    <a:pt x="1214" y="450"/>
                  </a:lnTo>
                  <a:lnTo>
                    <a:pt x="1147" y="338"/>
                  </a:lnTo>
                  <a:lnTo>
                    <a:pt x="1079" y="225"/>
                  </a:lnTo>
                  <a:lnTo>
                    <a:pt x="989" y="158"/>
                  </a:lnTo>
                  <a:lnTo>
                    <a:pt x="900" y="90"/>
                  </a:lnTo>
                  <a:lnTo>
                    <a:pt x="787" y="45"/>
                  </a:lnTo>
                  <a:lnTo>
                    <a:pt x="675" y="23"/>
                  </a:lnTo>
                  <a:lnTo>
                    <a:pt x="562"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15"/>
            <p:cNvSpPr/>
            <p:nvPr/>
          </p:nvSpPr>
          <p:spPr>
            <a:xfrm>
              <a:off x="4161775" y="2430950"/>
              <a:ext cx="41600" cy="123650"/>
            </a:xfrm>
            <a:custGeom>
              <a:avLst/>
              <a:gdLst/>
              <a:ahLst/>
              <a:cxnLst/>
              <a:rect l="l" t="t" r="r" b="b"/>
              <a:pathLst>
                <a:path w="1664" h="4946" extrusionOk="0">
                  <a:moveTo>
                    <a:pt x="585" y="0"/>
                  </a:moveTo>
                  <a:lnTo>
                    <a:pt x="472" y="23"/>
                  </a:lnTo>
                  <a:lnTo>
                    <a:pt x="360" y="45"/>
                  </a:lnTo>
                  <a:lnTo>
                    <a:pt x="270" y="90"/>
                  </a:lnTo>
                  <a:lnTo>
                    <a:pt x="180" y="158"/>
                  </a:lnTo>
                  <a:lnTo>
                    <a:pt x="90" y="248"/>
                  </a:lnTo>
                  <a:lnTo>
                    <a:pt x="45" y="338"/>
                  </a:lnTo>
                  <a:lnTo>
                    <a:pt x="23" y="472"/>
                  </a:lnTo>
                  <a:lnTo>
                    <a:pt x="0" y="607"/>
                  </a:lnTo>
                  <a:lnTo>
                    <a:pt x="90" y="1596"/>
                  </a:lnTo>
                  <a:lnTo>
                    <a:pt x="203" y="2563"/>
                  </a:lnTo>
                  <a:lnTo>
                    <a:pt x="315" y="3530"/>
                  </a:lnTo>
                  <a:lnTo>
                    <a:pt x="472" y="4519"/>
                  </a:lnTo>
                  <a:lnTo>
                    <a:pt x="495" y="4654"/>
                  </a:lnTo>
                  <a:lnTo>
                    <a:pt x="562" y="4743"/>
                  </a:lnTo>
                  <a:lnTo>
                    <a:pt x="630" y="4833"/>
                  </a:lnTo>
                  <a:lnTo>
                    <a:pt x="720" y="4901"/>
                  </a:lnTo>
                  <a:lnTo>
                    <a:pt x="832" y="4946"/>
                  </a:lnTo>
                  <a:lnTo>
                    <a:pt x="1057" y="4946"/>
                  </a:lnTo>
                  <a:lnTo>
                    <a:pt x="1169" y="4923"/>
                  </a:lnTo>
                  <a:lnTo>
                    <a:pt x="1259" y="4878"/>
                  </a:lnTo>
                  <a:lnTo>
                    <a:pt x="1372" y="4833"/>
                  </a:lnTo>
                  <a:lnTo>
                    <a:pt x="1462" y="4743"/>
                  </a:lnTo>
                  <a:lnTo>
                    <a:pt x="1551" y="4654"/>
                  </a:lnTo>
                  <a:lnTo>
                    <a:pt x="1596" y="4564"/>
                  </a:lnTo>
                  <a:lnTo>
                    <a:pt x="1641" y="4429"/>
                  </a:lnTo>
                  <a:lnTo>
                    <a:pt x="1664" y="4316"/>
                  </a:lnTo>
                  <a:lnTo>
                    <a:pt x="1664" y="4159"/>
                  </a:lnTo>
                  <a:lnTo>
                    <a:pt x="1529" y="3282"/>
                  </a:lnTo>
                  <a:lnTo>
                    <a:pt x="1417" y="2383"/>
                  </a:lnTo>
                  <a:lnTo>
                    <a:pt x="1327" y="1484"/>
                  </a:lnTo>
                  <a:lnTo>
                    <a:pt x="1259" y="585"/>
                  </a:lnTo>
                  <a:lnTo>
                    <a:pt x="1214" y="450"/>
                  </a:lnTo>
                  <a:lnTo>
                    <a:pt x="1169" y="338"/>
                  </a:lnTo>
                  <a:lnTo>
                    <a:pt x="1102" y="225"/>
                  </a:lnTo>
                  <a:lnTo>
                    <a:pt x="1034" y="158"/>
                  </a:lnTo>
                  <a:lnTo>
                    <a:pt x="922" y="90"/>
                  </a:lnTo>
                  <a:lnTo>
                    <a:pt x="810" y="45"/>
                  </a:lnTo>
                  <a:lnTo>
                    <a:pt x="697"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15"/>
            <p:cNvSpPr/>
            <p:nvPr/>
          </p:nvSpPr>
          <p:spPr>
            <a:xfrm>
              <a:off x="4151100" y="3050250"/>
              <a:ext cx="61825" cy="150075"/>
            </a:xfrm>
            <a:custGeom>
              <a:avLst/>
              <a:gdLst/>
              <a:ahLst/>
              <a:cxnLst/>
              <a:rect l="l" t="t" r="r" b="b"/>
              <a:pathLst>
                <a:path w="2473" h="6003" extrusionOk="0">
                  <a:moveTo>
                    <a:pt x="562" y="0"/>
                  </a:moveTo>
                  <a:lnTo>
                    <a:pt x="450" y="23"/>
                  </a:lnTo>
                  <a:lnTo>
                    <a:pt x="360" y="68"/>
                  </a:lnTo>
                  <a:lnTo>
                    <a:pt x="248" y="113"/>
                  </a:lnTo>
                  <a:lnTo>
                    <a:pt x="158" y="203"/>
                  </a:lnTo>
                  <a:lnTo>
                    <a:pt x="90" y="293"/>
                  </a:lnTo>
                  <a:lnTo>
                    <a:pt x="45" y="382"/>
                  </a:lnTo>
                  <a:lnTo>
                    <a:pt x="23" y="495"/>
                  </a:lnTo>
                  <a:lnTo>
                    <a:pt x="0" y="630"/>
                  </a:lnTo>
                  <a:lnTo>
                    <a:pt x="45" y="765"/>
                  </a:lnTo>
                  <a:lnTo>
                    <a:pt x="360" y="1956"/>
                  </a:lnTo>
                  <a:lnTo>
                    <a:pt x="675" y="3170"/>
                  </a:lnTo>
                  <a:lnTo>
                    <a:pt x="967" y="4361"/>
                  </a:lnTo>
                  <a:lnTo>
                    <a:pt x="1259" y="5575"/>
                  </a:lnTo>
                  <a:lnTo>
                    <a:pt x="1304" y="5710"/>
                  </a:lnTo>
                  <a:lnTo>
                    <a:pt x="1371" y="5800"/>
                  </a:lnTo>
                  <a:lnTo>
                    <a:pt x="1461" y="5890"/>
                  </a:lnTo>
                  <a:lnTo>
                    <a:pt x="1574" y="5957"/>
                  </a:lnTo>
                  <a:lnTo>
                    <a:pt x="1664" y="5980"/>
                  </a:lnTo>
                  <a:lnTo>
                    <a:pt x="1776" y="6002"/>
                  </a:lnTo>
                  <a:lnTo>
                    <a:pt x="1889" y="6002"/>
                  </a:lnTo>
                  <a:lnTo>
                    <a:pt x="2001" y="5980"/>
                  </a:lnTo>
                  <a:lnTo>
                    <a:pt x="2113" y="5935"/>
                  </a:lnTo>
                  <a:lnTo>
                    <a:pt x="2226" y="5867"/>
                  </a:lnTo>
                  <a:lnTo>
                    <a:pt x="2316" y="5800"/>
                  </a:lnTo>
                  <a:lnTo>
                    <a:pt x="2383" y="5710"/>
                  </a:lnTo>
                  <a:lnTo>
                    <a:pt x="2428" y="5598"/>
                  </a:lnTo>
                  <a:lnTo>
                    <a:pt x="2473" y="5485"/>
                  </a:lnTo>
                  <a:lnTo>
                    <a:pt x="2473" y="5373"/>
                  </a:lnTo>
                  <a:lnTo>
                    <a:pt x="2450" y="5215"/>
                  </a:lnTo>
                  <a:lnTo>
                    <a:pt x="2136" y="4024"/>
                  </a:lnTo>
                  <a:lnTo>
                    <a:pt x="1866" y="2810"/>
                  </a:lnTo>
                  <a:lnTo>
                    <a:pt x="1551" y="1619"/>
                  </a:lnTo>
                  <a:lnTo>
                    <a:pt x="1237" y="427"/>
                  </a:lnTo>
                  <a:lnTo>
                    <a:pt x="1169" y="293"/>
                  </a:lnTo>
                  <a:lnTo>
                    <a:pt x="1102" y="180"/>
                  </a:lnTo>
                  <a:lnTo>
                    <a:pt x="1012" y="113"/>
                  </a:lnTo>
                  <a:lnTo>
                    <a:pt x="922" y="45"/>
                  </a:lnTo>
                  <a:lnTo>
                    <a:pt x="810"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15"/>
            <p:cNvSpPr/>
            <p:nvPr/>
          </p:nvSpPr>
          <p:spPr>
            <a:xfrm>
              <a:off x="3894825" y="2062850"/>
              <a:ext cx="38800" cy="72525"/>
            </a:xfrm>
            <a:custGeom>
              <a:avLst/>
              <a:gdLst/>
              <a:ahLst/>
              <a:cxnLst/>
              <a:rect l="l" t="t" r="r" b="b"/>
              <a:pathLst>
                <a:path w="1552" h="2901" extrusionOk="0">
                  <a:moveTo>
                    <a:pt x="698" y="1"/>
                  </a:moveTo>
                  <a:lnTo>
                    <a:pt x="608" y="46"/>
                  </a:lnTo>
                  <a:lnTo>
                    <a:pt x="518" y="113"/>
                  </a:lnTo>
                  <a:lnTo>
                    <a:pt x="428" y="203"/>
                  </a:lnTo>
                  <a:lnTo>
                    <a:pt x="383" y="315"/>
                  </a:lnTo>
                  <a:lnTo>
                    <a:pt x="338" y="450"/>
                  </a:lnTo>
                  <a:lnTo>
                    <a:pt x="23" y="2136"/>
                  </a:lnTo>
                  <a:lnTo>
                    <a:pt x="1" y="2293"/>
                  </a:lnTo>
                  <a:lnTo>
                    <a:pt x="23" y="2406"/>
                  </a:lnTo>
                  <a:lnTo>
                    <a:pt x="68" y="2541"/>
                  </a:lnTo>
                  <a:lnTo>
                    <a:pt x="136" y="2631"/>
                  </a:lnTo>
                  <a:lnTo>
                    <a:pt x="203" y="2721"/>
                  </a:lnTo>
                  <a:lnTo>
                    <a:pt x="293" y="2788"/>
                  </a:lnTo>
                  <a:lnTo>
                    <a:pt x="405" y="2855"/>
                  </a:lnTo>
                  <a:lnTo>
                    <a:pt x="518" y="2878"/>
                  </a:lnTo>
                  <a:lnTo>
                    <a:pt x="630" y="2900"/>
                  </a:lnTo>
                  <a:lnTo>
                    <a:pt x="743" y="2900"/>
                  </a:lnTo>
                  <a:lnTo>
                    <a:pt x="855" y="2878"/>
                  </a:lnTo>
                  <a:lnTo>
                    <a:pt x="945" y="2833"/>
                  </a:lnTo>
                  <a:lnTo>
                    <a:pt x="1035" y="2788"/>
                  </a:lnTo>
                  <a:lnTo>
                    <a:pt x="1125" y="2698"/>
                  </a:lnTo>
                  <a:lnTo>
                    <a:pt x="1192" y="2586"/>
                  </a:lnTo>
                  <a:lnTo>
                    <a:pt x="1215" y="2451"/>
                  </a:lnTo>
                  <a:lnTo>
                    <a:pt x="1529" y="742"/>
                  </a:lnTo>
                  <a:lnTo>
                    <a:pt x="1552" y="608"/>
                  </a:lnTo>
                  <a:lnTo>
                    <a:pt x="1529" y="473"/>
                  </a:lnTo>
                  <a:lnTo>
                    <a:pt x="1484" y="360"/>
                  </a:lnTo>
                  <a:lnTo>
                    <a:pt x="1439" y="270"/>
                  </a:lnTo>
                  <a:lnTo>
                    <a:pt x="1350" y="180"/>
                  </a:lnTo>
                  <a:lnTo>
                    <a:pt x="1260" y="113"/>
                  </a:lnTo>
                  <a:lnTo>
                    <a:pt x="1147" y="46"/>
                  </a:lnTo>
                  <a:lnTo>
                    <a:pt x="1035"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5"/>
            <p:cNvSpPr/>
            <p:nvPr/>
          </p:nvSpPr>
          <p:spPr>
            <a:xfrm>
              <a:off x="3123250" y="1478950"/>
              <a:ext cx="728325" cy="1911875"/>
            </a:xfrm>
            <a:custGeom>
              <a:avLst/>
              <a:gdLst/>
              <a:ahLst/>
              <a:cxnLst/>
              <a:rect l="l" t="t" r="r" b="b"/>
              <a:pathLst>
                <a:path w="29133" h="76475" extrusionOk="0">
                  <a:moveTo>
                    <a:pt x="22097" y="1"/>
                  </a:moveTo>
                  <a:lnTo>
                    <a:pt x="21602" y="23"/>
                  </a:lnTo>
                  <a:lnTo>
                    <a:pt x="21108" y="91"/>
                  </a:lnTo>
                  <a:lnTo>
                    <a:pt x="20613" y="203"/>
                  </a:lnTo>
                  <a:lnTo>
                    <a:pt x="20141" y="360"/>
                  </a:lnTo>
                  <a:lnTo>
                    <a:pt x="19669" y="563"/>
                  </a:lnTo>
                  <a:lnTo>
                    <a:pt x="19220" y="788"/>
                  </a:lnTo>
                  <a:lnTo>
                    <a:pt x="18770" y="1057"/>
                  </a:lnTo>
                  <a:lnTo>
                    <a:pt x="18321" y="1372"/>
                  </a:lnTo>
                  <a:lnTo>
                    <a:pt x="17893" y="1687"/>
                  </a:lnTo>
                  <a:lnTo>
                    <a:pt x="17466" y="2069"/>
                  </a:lnTo>
                  <a:lnTo>
                    <a:pt x="17039" y="2451"/>
                  </a:lnTo>
                  <a:lnTo>
                    <a:pt x="16657" y="2856"/>
                  </a:lnTo>
                  <a:lnTo>
                    <a:pt x="16252" y="3283"/>
                  </a:lnTo>
                  <a:lnTo>
                    <a:pt x="15870" y="3710"/>
                  </a:lnTo>
                  <a:lnTo>
                    <a:pt x="15511" y="4182"/>
                  </a:lnTo>
                  <a:lnTo>
                    <a:pt x="15151" y="4632"/>
                  </a:lnTo>
                  <a:lnTo>
                    <a:pt x="14814" y="5104"/>
                  </a:lnTo>
                  <a:lnTo>
                    <a:pt x="14139" y="6070"/>
                  </a:lnTo>
                  <a:lnTo>
                    <a:pt x="13555" y="7037"/>
                  </a:lnTo>
                  <a:lnTo>
                    <a:pt x="12993" y="7981"/>
                  </a:lnTo>
                  <a:lnTo>
                    <a:pt x="12498" y="8858"/>
                  </a:lnTo>
                  <a:lnTo>
                    <a:pt x="12071" y="9689"/>
                  </a:lnTo>
                  <a:lnTo>
                    <a:pt x="11712" y="10431"/>
                  </a:lnTo>
                  <a:lnTo>
                    <a:pt x="10902" y="12095"/>
                  </a:lnTo>
                  <a:lnTo>
                    <a:pt x="10161" y="13780"/>
                  </a:lnTo>
                  <a:lnTo>
                    <a:pt x="9441" y="15489"/>
                  </a:lnTo>
                  <a:lnTo>
                    <a:pt x="8767" y="17220"/>
                  </a:lnTo>
                  <a:lnTo>
                    <a:pt x="8115" y="18973"/>
                  </a:lnTo>
                  <a:lnTo>
                    <a:pt x="7486" y="20727"/>
                  </a:lnTo>
                  <a:lnTo>
                    <a:pt x="6901" y="22525"/>
                  </a:lnTo>
                  <a:lnTo>
                    <a:pt x="6339" y="24301"/>
                  </a:lnTo>
                  <a:lnTo>
                    <a:pt x="5822" y="26122"/>
                  </a:lnTo>
                  <a:lnTo>
                    <a:pt x="5305" y="27920"/>
                  </a:lnTo>
                  <a:lnTo>
                    <a:pt x="4833" y="29741"/>
                  </a:lnTo>
                  <a:lnTo>
                    <a:pt x="4361" y="31561"/>
                  </a:lnTo>
                  <a:lnTo>
                    <a:pt x="3934" y="33360"/>
                  </a:lnTo>
                  <a:lnTo>
                    <a:pt x="3529" y="35181"/>
                  </a:lnTo>
                  <a:lnTo>
                    <a:pt x="3125" y="36979"/>
                  </a:lnTo>
                  <a:lnTo>
                    <a:pt x="2743" y="38755"/>
                  </a:lnTo>
                  <a:lnTo>
                    <a:pt x="2360" y="40733"/>
                  </a:lnTo>
                  <a:lnTo>
                    <a:pt x="2023" y="42689"/>
                  </a:lnTo>
                  <a:lnTo>
                    <a:pt x="1731" y="44667"/>
                  </a:lnTo>
                  <a:lnTo>
                    <a:pt x="1461" y="46645"/>
                  </a:lnTo>
                  <a:lnTo>
                    <a:pt x="1237" y="48623"/>
                  </a:lnTo>
                  <a:lnTo>
                    <a:pt x="1034" y="50601"/>
                  </a:lnTo>
                  <a:lnTo>
                    <a:pt x="854" y="52602"/>
                  </a:lnTo>
                  <a:lnTo>
                    <a:pt x="697" y="54603"/>
                  </a:lnTo>
                  <a:lnTo>
                    <a:pt x="405" y="58401"/>
                  </a:lnTo>
                  <a:lnTo>
                    <a:pt x="247" y="60335"/>
                  </a:lnTo>
                  <a:lnTo>
                    <a:pt x="135" y="62245"/>
                  </a:lnTo>
                  <a:lnTo>
                    <a:pt x="45" y="64156"/>
                  </a:lnTo>
                  <a:lnTo>
                    <a:pt x="0" y="66067"/>
                  </a:lnTo>
                  <a:lnTo>
                    <a:pt x="0" y="67033"/>
                  </a:lnTo>
                  <a:lnTo>
                    <a:pt x="23" y="68000"/>
                  </a:lnTo>
                  <a:lnTo>
                    <a:pt x="45" y="68944"/>
                  </a:lnTo>
                  <a:lnTo>
                    <a:pt x="90" y="69911"/>
                  </a:lnTo>
                  <a:lnTo>
                    <a:pt x="135" y="70405"/>
                  </a:lnTo>
                  <a:lnTo>
                    <a:pt x="180" y="70900"/>
                  </a:lnTo>
                  <a:lnTo>
                    <a:pt x="315" y="71844"/>
                  </a:lnTo>
                  <a:lnTo>
                    <a:pt x="495" y="72721"/>
                  </a:lnTo>
                  <a:lnTo>
                    <a:pt x="675" y="73507"/>
                  </a:lnTo>
                  <a:lnTo>
                    <a:pt x="899" y="74204"/>
                  </a:lnTo>
                  <a:lnTo>
                    <a:pt x="1012" y="74496"/>
                  </a:lnTo>
                  <a:lnTo>
                    <a:pt x="1147" y="74766"/>
                  </a:lnTo>
                  <a:lnTo>
                    <a:pt x="1259" y="75014"/>
                  </a:lnTo>
                  <a:lnTo>
                    <a:pt x="1371" y="75216"/>
                  </a:lnTo>
                  <a:lnTo>
                    <a:pt x="1506" y="75373"/>
                  </a:lnTo>
                  <a:lnTo>
                    <a:pt x="1619" y="75508"/>
                  </a:lnTo>
                  <a:lnTo>
                    <a:pt x="1709" y="75575"/>
                  </a:lnTo>
                  <a:lnTo>
                    <a:pt x="1843" y="75665"/>
                  </a:lnTo>
                  <a:lnTo>
                    <a:pt x="2158" y="75800"/>
                  </a:lnTo>
                  <a:lnTo>
                    <a:pt x="2585" y="75935"/>
                  </a:lnTo>
                  <a:lnTo>
                    <a:pt x="3080" y="76070"/>
                  </a:lnTo>
                  <a:lnTo>
                    <a:pt x="3642" y="76182"/>
                  </a:lnTo>
                  <a:lnTo>
                    <a:pt x="4271" y="76272"/>
                  </a:lnTo>
                  <a:lnTo>
                    <a:pt x="4990" y="76340"/>
                  </a:lnTo>
                  <a:lnTo>
                    <a:pt x="5732" y="76407"/>
                  </a:lnTo>
                  <a:lnTo>
                    <a:pt x="6542" y="76452"/>
                  </a:lnTo>
                  <a:lnTo>
                    <a:pt x="7373" y="76475"/>
                  </a:lnTo>
                  <a:lnTo>
                    <a:pt x="9172" y="76475"/>
                  </a:lnTo>
                  <a:lnTo>
                    <a:pt x="10093" y="76452"/>
                  </a:lnTo>
                  <a:lnTo>
                    <a:pt x="11015" y="76407"/>
                  </a:lnTo>
                  <a:lnTo>
                    <a:pt x="11959" y="76340"/>
                  </a:lnTo>
                  <a:lnTo>
                    <a:pt x="12926" y="76250"/>
                  </a:lnTo>
                  <a:lnTo>
                    <a:pt x="13847" y="76137"/>
                  </a:lnTo>
                  <a:lnTo>
                    <a:pt x="14769" y="76003"/>
                  </a:lnTo>
                  <a:lnTo>
                    <a:pt x="15691" y="75868"/>
                  </a:lnTo>
                  <a:lnTo>
                    <a:pt x="16567" y="75688"/>
                  </a:lnTo>
                  <a:lnTo>
                    <a:pt x="17399" y="75486"/>
                  </a:lnTo>
                  <a:lnTo>
                    <a:pt x="18208" y="75261"/>
                  </a:lnTo>
                  <a:lnTo>
                    <a:pt x="18950" y="75036"/>
                  </a:lnTo>
                  <a:lnTo>
                    <a:pt x="19669" y="74766"/>
                  </a:lnTo>
                  <a:lnTo>
                    <a:pt x="20299" y="74474"/>
                  </a:lnTo>
                  <a:lnTo>
                    <a:pt x="20591" y="74317"/>
                  </a:lnTo>
                  <a:lnTo>
                    <a:pt x="20861" y="74137"/>
                  </a:lnTo>
                  <a:lnTo>
                    <a:pt x="21130" y="73979"/>
                  </a:lnTo>
                  <a:lnTo>
                    <a:pt x="21355" y="73800"/>
                  </a:lnTo>
                  <a:lnTo>
                    <a:pt x="21580" y="73620"/>
                  </a:lnTo>
                  <a:lnTo>
                    <a:pt x="21782" y="73418"/>
                  </a:lnTo>
                  <a:lnTo>
                    <a:pt x="21962" y="73215"/>
                  </a:lnTo>
                  <a:lnTo>
                    <a:pt x="22097" y="73013"/>
                  </a:lnTo>
                  <a:lnTo>
                    <a:pt x="22232" y="72811"/>
                  </a:lnTo>
                  <a:lnTo>
                    <a:pt x="22322" y="72586"/>
                  </a:lnTo>
                  <a:lnTo>
                    <a:pt x="22412" y="72361"/>
                  </a:lnTo>
                  <a:lnTo>
                    <a:pt x="22457" y="72136"/>
                  </a:lnTo>
                  <a:lnTo>
                    <a:pt x="22479" y="71889"/>
                  </a:lnTo>
                  <a:lnTo>
                    <a:pt x="22479" y="71642"/>
                  </a:lnTo>
                  <a:lnTo>
                    <a:pt x="22367" y="69911"/>
                  </a:lnTo>
                  <a:lnTo>
                    <a:pt x="22299" y="68202"/>
                  </a:lnTo>
                  <a:lnTo>
                    <a:pt x="22254" y="66494"/>
                  </a:lnTo>
                  <a:lnTo>
                    <a:pt x="22254" y="64808"/>
                  </a:lnTo>
                  <a:lnTo>
                    <a:pt x="22299" y="63122"/>
                  </a:lnTo>
                  <a:lnTo>
                    <a:pt x="22389" y="61436"/>
                  </a:lnTo>
                  <a:lnTo>
                    <a:pt x="22502" y="59773"/>
                  </a:lnTo>
                  <a:lnTo>
                    <a:pt x="22659" y="58087"/>
                  </a:lnTo>
                  <a:lnTo>
                    <a:pt x="22839" y="56423"/>
                  </a:lnTo>
                  <a:lnTo>
                    <a:pt x="23041" y="54760"/>
                  </a:lnTo>
                  <a:lnTo>
                    <a:pt x="23288" y="53096"/>
                  </a:lnTo>
                  <a:lnTo>
                    <a:pt x="23558" y="51433"/>
                  </a:lnTo>
                  <a:lnTo>
                    <a:pt x="23850" y="49770"/>
                  </a:lnTo>
                  <a:lnTo>
                    <a:pt x="24188" y="48084"/>
                  </a:lnTo>
                  <a:lnTo>
                    <a:pt x="24525" y="46398"/>
                  </a:lnTo>
                  <a:lnTo>
                    <a:pt x="24907" y="44712"/>
                  </a:lnTo>
                  <a:lnTo>
                    <a:pt x="25109" y="43745"/>
                  </a:lnTo>
                  <a:lnTo>
                    <a:pt x="25356" y="42486"/>
                  </a:lnTo>
                  <a:lnTo>
                    <a:pt x="25896" y="39339"/>
                  </a:lnTo>
                  <a:lnTo>
                    <a:pt x="26503" y="35563"/>
                  </a:lnTo>
                  <a:lnTo>
                    <a:pt x="27132" y="31449"/>
                  </a:lnTo>
                  <a:lnTo>
                    <a:pt x="27717" y="27358"/>
                  </a:lnTo>
                  <a:lnTo>
                    <a:pt x="28234" y="23581"/>
                  </a:lnTo>
                  <a:lnTo>
                    <a:pt x="28638" y="20412"/>
                  </a:lnTo>
                  <a:lnTo>
                    <a:pt x="28773" y="19153"/>
                  </a:lnTo>
                  <a:lnTo>
                    <a:pt x="28863" y="18186"/>
                  </a:lnTo>
                  <a:lnTo>
                    <a:pt x="28953" y="17085"/>
                  </a:lnTo>
                  <a:lnTo>
                    <a:pt x="29043" y="15916"/>
                  </a:lnTo>
                  <a:lnTo>
                    <a:pt x="29088" y="14657"/>
                  </a:lnTo>
                  <a:lnTo>
                    <a:pt x="29133" y="13353"/>
                  </a:lnTo>
                  <a:lnTo>
                    <a:pt x="29133" y="12005"/>
                  </a:lnTo>
                  <a:lnTo>
                    <a:pt x="29110" y="11330"/>
                  </a:lnTo>
                  <a:lnTo>
                    <a:pt x="29088" y="10656"/>
                  </a:lnTo>
                  <a:lnTo>
                    <a:pt x="29021" y="9959"/>
                  </a:lnTo>
                  <a:lnTo>
                    <a:pt x="28976" y="9285"/>
                  </a:lnTo>
                  <a:lnTo>
                    <a:pt x="28886" y="8610"/>
                  </a:lnTo>
                  <a:lnTo>
                    <a:pt x="28796" y="7958"/>
                  </a:lnTo>
                  <a:lnTo>
                    <a:pt x="28661" y="7284"/>
                  </a:lnTo>
                  <a:lnTo>
                    <a:pt x="28526" y="6655"/>
                  </a:lnTo>
                  <a:lnTo>
                    <a:pt x="28369" y="6025"/>
                  </a:lnTo>
                  <a:lnTo>
                    <a:pt x="28189" y="5418"/>
                  </a:lnTo>
                  <a:lnTo>
                    <a:pt x="27964" y="4811"/>
                  </a:lnTo>
                  <a:lnTo>
                    <a:pt x="27739" y="4249"/>
                  </a:lnTo>
                  <a:lnTo>
                    <a:pt x="27470" y="3710"/>
                  </a:lnTo>
                  <a:lnTo>
                    <a:pt x="27177" y="3193"/>
                  </a:lnTo>
                  <a:lnTo>
                    <a:pt x="26863" y="2698"/>
                  </a:lnTo>
                  <a:lnTo>
                    <a:pt x="26503" y="2226"/>
                  </a:lnTo>
                  <a:lnTo>
                    <a:pt x="26098" y="1799"/>
                  </a:lnTo>
                  <a:lnTo>
                    <a:pt x="25694" y="1417"/>
                  </a:lnTo>
                  <a:lnTo>
                    <a:pt x="25222" y="1080"/>
                  </a:lnTo>
                  <a:lnTo>
                    <a:pt x="24997" y="900"/>
                  </a:lnTo>
                  <a:lnTo>
                    <a:pt x="24750" y="765"/>
                  </a:lnTo>
                  <a:lnTo>
                    <a:pt x="24480" y="630"/>
                  </a:lnTo>
                  <a:lnTo>
                    <a:pt x="24210" y="495"/>
                  </a:lnTo>
                  <a:lnTo>
                    <a:pt x="23918" y="383"/>
                  </a:lnTo>
                  <a:lnTo>
                    <a:pt x="23648" y="271"/>
                  </a:lnTo>
                  <a:lnTo>
                    <a:pt x="23378" y="203"/>
                  </a:lnTo>
                  <a:lnTo>
                    <a:pt x="23109" y="136"/>
                  </a:lnTo>
                  <a:lnTo>
                    <a:pt x="22861" y="68"/>
                  </a:lnTo>
                  <a:lnTo>
                    <a:pt x="22614" y="46"/>
                  </a:lnTo>
                  <a:lnTo>
                    <a:pt x="22097"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a:off x="3313750" y="1480075"/>
              <a:ext cx="404075" cy="1910750"/>
            </a:xfrm>
            <a:custGeom>
              <a:avLst/>
              <a:gdLst/>
              <a:ahLst/>
              <a:cxnLst/>
              <a:rect l="l" t="t" r="r" b="b"/>
              <a:pathLst>
                <a:path w="16163" h="76430" extrusionOk="0">
                  <a:moveTo>
                    <a:pt x="14949" y="1"/>
                  </a:moveTo>
                  <a:lnTo>
                    <a:pt x="14522" y="1147"/>
                  </a:lnTo>
                  <a:lnTo>
                    <a:pt x="14072" y="2271"/>
                  </a:lnTo>
                  <a:lnTo>
                    <a:pt x="13645" y="3418"/>
                  </a:lnTo>
                  <a:lnTo>
                    <a:pt x="13218" y="4564"/>
                  </a:lnTo>
                  <a:lnTo>
                    <a:pt x="12791" y="5823"/>
                  </a:lnTo>
                  <a:lnTo>
                    <a:pt x="12386" y="7104"/>
                  </a:lnTo>
                  <a:lnTo>
                    <a:pt x="12004" y="8385"/>
                  </a:lnTo>
                  <a:lnTo>
                    <a:pt x="11667" y="9667"/>
                  </a:lnTo>
                  <a:lnTo>
                    <a:pt x="10993" y="12252"/>
                  </a:lnTo>
                  <a:lnTo>
                    <a:pt x="10341" y="14814"/>
                  </a:lnTo>
                  <a:lnTo>
                    <a:pt x="9622" y="17669"/>
                  </a:lnTo>
                  <a:lnTo>
                    <a:pt x="8925" y="20524"/>
                  </a:lnTo>
                  <a:lnTo>
                    <a:pt x="8250" y="23379"/>
                  </a:lnTo>
                  <a:lnTo>
                    <a:pt x="7598" y="26256"/>
                  </a:lnTo>
                  <a:lnTo>
                    <a:pt x="6969" y="29134"/>
                  </a:lnTo>
                  <a:lnTo>
                    <a:pt x="6362" y="32011"/>
                  </a:lnTo>
                  <a:lnTo>
                    <a:pt x="5778" y="34888"/>
                  </a:lnTo>
                  <a:lnTo>
                    <a:pt x="5238" y="37766"/>
                  </a:lnTo>
                  <a:lnTo>
                    <a:pt x="4114" y="43857"/>
                  </a:lnTo>
                  <a:lnTo>
                    <a:pt x="3575" y="46892"/>
                  </a:lnTo>
                  <a:lnTo>
                    <a:pt x="3058" y="49949"/>
                  </a:lnTo>
                  <a:lnTo>
                    <a:pt x="2563" y="53006"/>
                  </a:lnTo>
                  <a:lnTo>
                    <a:pt x="2091" y="56064"/>
                  </a:lnTo>
                  <a:lnTo>
                    <a:pt x="1664" y="59121"/>
                  </a:lnTo>
                  <a:lnTo>
                    <a:pt x="1259" y="62178"/>
                  </a:lnTo>
                  <a:lnTo>
                    <a:pt x="1057" y="63954"/>
                  </a:lnTo>
                  <a:lnTo>
                    <a:pt x="877" y="65730"/>
                  </a:lnTo>
                  <a:lnTo>
                    <a:pt x="697" y="67528"/>
                  </a:lnTo>
                  <a:lnTo>
                    <a:pt x="563" y="69304"/>
                  </a:lnTo>
                  <a:lnTo>
                    <a:pt x="293" y="72855"/>
                  </a:lnTo>
                  <a:lnTo>
                    <a:pt x="1" y="76430"/>
                  </a:lnTo>
                  <a:lnTo>
                    <a:pt x="1237" y="76430"/>
                  </a:lnTo>
                  <a:lnTo>
                    <a:pt x="1529" y="72788"/>
                  </a:lnTo>
                  <a:lnTo>
                    <a:pt x="1799" y="69124"/>
                  </a:lnTo>
                  <a:lnTo>
                    <a:pt x="1956" y="67303"/>
                  </a:lnTo>
                  <a:lnTo>
                    <a:pt x="2136" y="65482"/>
                  </a:lnTo>
                  <a:lnTo>
                    <a:pt x="2316" y="63662"/>
                  </a:lnTo>
                  <a:lnTo>
                    <a:pt x="2541" y="61841"/>
                  </a:lnTo>
                  <a:lnTo>
                    <a:pt x="2945" y="58873"/>
                  </a:lnTo>
                  <a:lnTo>
                    <a:pt x="3372" y="55884"/>
                  </a:lnTo>
                  <a:lnTo>
                    <a:pt x="3844" y="52894"/>
                  </a:lnTo>
                  <a:lnTo>
                    <a:pt x="4317" y="49927"/>
                  </a:lnTo>
                  <a:lnTo>
                    <a:pt x="4834" y="46937"/>
                  </a:lnTo>
                  <a:lnTo>
                    <a:pt x="5351" y="43970"/>
                  </a:lnTo>
                  <a:lnTo>
                    <a:pt x="6430" y="38035"/>
                  </a:lnTo>
                  <a:lnTo>
                    <a:pt x="6992" y="35091"/>
                  </a:lnTo>
                  <a:lnTo>
                    <a:pt x="7598" y="32123"/>
                  </a:lnTo>
                  <a:lnTo>
                    <a:pt x="8205" y="29179"/>
                  </a:lnTo>
                  <a:lnTo>
                    <a:pt x="8857" y="26234"/>
                  </a:lnTo>
                  <a:lnTo>
                    <a:pt x="9532" y="23312"/>
                  </a:lnTo>
                  <a:lnTo>
                    <a:pt x="10228" y="20367"/>
                  </a:lnTo>
                  <a:lnTo>
                    <a:pt x="10948" y="17445"/>
                  </a:lnTo>
                  <a:lnTo>
                    <a:pt x="11690" y="14545"/>
                  </a:lnTo>
                  <a:lnTo>
                    <a:pt x="12431" y="11667"/>
                  </a:lnTo>
                  <a:lnTo>
                    <a:pt x="12814" y="10251"/>
                  </a:lnTo>
                  <a:lnTo>
                    <a:pt x="13196" y="8835"/>
                  </a:lnTo>
                  <a:lnTo>
                    <a:pt x="13623" y="7419"/>
                  </a:lnTo>
                  <a:lnTo>
                    <a:pt x="14072" y="6003"/>
                  </a:lnTo>
                  <a:lnTo>
                    <a:pt x="14544" y="4609"/>
                  </a:lnTo>
                  <a:lnTo>
                    <a:pt x="15039" y="3215"/>
                  </a:lnTo>
                  <a:lnTo>
                    <a:pt x="15623" y="1754"/>
                  </a:lnTo>
                  <a:lnTo>
                    <a:pt x="16163" y="271"/>
                  </a:lnTo>
                  <a:lnTo>
                    <a:pt x="16006" y="226"/>
                  </a:lnTo>
                  <a:lnTo>
                    <a:pt x="15758" y="136"/>
                  </a:lnTo>
                  <a:lnTo>
                    <a:pt x="15489" y="91"/>
                  </a:lnTo>
                  <a:lnTo>
                    <a:pt x="15219" y="23"/>
                  </a:lnTo>
                  <a:lnTo>
                    <a:pt x="14949" y="1"/>
                  </a:lnTo>
                  <a:close/>
                </a:path>
              </a:pathLst>
            </a:custGeom>
            <a:solidFill>
              <a:srgbClr val="A6CC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a:off x="3393550" y="3268850"/>
              <a:ext cx="33175" cy="66350"/>
            </a:xfrm>
            <a:custGeom>
              <a:avLst/>
              <a:gdLst/>
              <a:ahLst/>
              <a:cxnLst/>
              <a:rect l="l" t="t" r="r" b="b"/>
              <a:pathLst>
                <a:path w="1327" h="2654" extrusionOk="0">
                  <a:moveTo>
                    <a:pt x="675" y="1"/>
                  </a:moveTo>
                  <a:lnTo>
                    <a:pt x="563" y="23"/>
                  </a:lnTo>
                  <a:lnTo>
                    <a:pt x="450" y="68"/>
                  </a:lnTo>
                  <a:lnTo>
                    <a:pt x="338" y="136"/>
                  </a:lnTo>
                  <a:lnTo>
                    <a:pt x="270" y="225"/>
                  </a:lnTo>
                  <a:lnTo>
                    <a:pt x="203" y="315"/>
                  </a:lnTo>
                  <a:lnTo>
                    <a:pt x="135" y="428"/>
                  </a:lnTo>
                  <a:lnTo>
                    <a:pt x="113" y="540"/>
                  </a:lnTo>
                  <a:lnTo>
                    <a:pt x="90" y="653"/>
                  </a:lnTo>
                  <a:lnTo>
                    <a:pt x="1" y="2046"/>
                  </a:lnTo>
                  <a:lnTo>
                    <a:pt x="23" y="2181"/>
                  </a:lnTo>
                  <a:lnTo>
                    <a:pt x="68" y="2294"/>
                  </a:lnTo>
                  <a:lnTo>
                    <a:pt x="113" y="2406"/>
                  </a:lnTo>
                  <a:lnTo>
                    <a:pt x="203" y="2473"/>
                  </a:lnTo>
                  <a:lnTo>
                    <a:pt x="315" y="2563"/>
                  </a:lnTo>
                  <a:lnTo>
                    <a:pt x="428" y="2608"/>
                  </a:lnTo>
                  <a:lnTo>
                    <a:pt x="540" y="2631"/>
                  </a:lnTo>
                  <a:lnTo>
                    <a:pt x="652" y="2653"/>
                  </a:lnTo>
                  <a:lnTo>
                    <a:pt x="787" y="2631"/>
                  </a:lnTo>
                  <a:lnTo>
                    <a:pt x="900" y="2586"/>
                  </a:lnTo>
                  <a:lnTo>
                    <a:pt x="990" y="2518"/>
                  </a:lnTo>
                  <a:lnTo>
                    <a:pt x="1080" y="2428"/>
                  </a:lnTo>
                  <a:lnTo>
                    <a:pt x="1147" y="2339"/>
                  </a:lnTo>
                  <a:lnTo>
                    <a:pt x="1192" y="2226"/>
                  </a:lnTo>
                  <a:lnTo>
                    <a:pt x="1237" y="2114"/>
                  </a:lnTo>
                  <a:lnTo>
                    <a:pt x="1237" y="2001"/>
                  </a:lnTo>
                  <a:lnTo>
                    <a:pt x="1327" y="608"/>
                  </a:lnTo>
                  <a:lnTo>
                    <a:pt x="1327" y="473"/>
                  </a:lnTo>
                  <a:lnTo>
                    <a:pt x="1282" y="360"/>
                  </a:lnTo>
                  <a:lnTo>
                    <a:pt x="1214" y="270"/>
                  </a:lnTo>
                  <a:lnTo>
                    <a:pt x="1125" y="181"/>
                  </a:lnTo>
                  <a:lnTo>
                    <a:pt x="1035" y="91"/>
                  </a:lnTo>
                  <a:lnTo>
                    <a:pt x="922" y="46"/>
                  </a:lnTo>
                  <a:lnTo>
                    <a:pt x="787" y="23"/>
                  </a:lnTo>
                  <a:lnTo>
                    <a:pt x="675"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a:off x="3500900" y="3017650"/>
              <a:ext cx="42150" cy="150625"/>
            </a:xfrm>
            <a:custGeom>
              <a:avLst/>
              <a:gdLst/>
              <a:ahLst/>
              <a:cxnLst/>
              <a:rect l="l" t="t" r="r" b="b"/>
              <a:pathLst>
                <a:path w="1686" h="6025" extrusionOk="0">
                  <a:moveTo>
                    <a:pt x="562" y="1"/>
                  </a:moveTo>
                  <a:lnTo>
                    <a:pt x="450" y="23"/>
                  </a:lnTo>
                  <a:lnTo>
                    <a:pt x="337" y="46"/>
                  </a:lnTo>
                  <a:lnTo>
                    <a:pt x="247" y="113"/>
                  </a:lnTo>
                  <a:lnTo>
                    <a:pt x="157" y="180"/>
                  </a:lnTo>
                  <a:lnTo>
                    <a:pt x="90" y="270"/>
                  </a:lnTo>
                  <a:lnTo>
                    <a:pt x="23" y="360"/>
                  </a:lnTo>
                  <a:lnTo>
                    <a:pt x="0" y="495"/>
                  </a:lnTo>
                  <a:lnTo>
                    <a:pt x="0" y="630"/>
                  </a:lnTo>
                  <a:lnTo>
                    <a:pt x="225" y="3058"/>
                  </a:lnTo>
                  <a:lnTo>
                    <a:pt x="450" y="5463"/>
                  </a:lnTo>
                  <a:lnTo>
                    <a:pt x="472" y="5598"/>
                  </a:lnTo>
                  <a:lnTo>
                    <a:pt x="517" y="5733"/>
                  </a:lnTo>
                  <a:lnTo>
                    <a:pt x="585" y="5823"/>
                  </a:lnTo>
                  <a:lnTo>
                    <a:pt x="674" y="5913"/>
                  </a:lnTo>
                  <a:lnTo>
                    <a:pt x="764" y="5957"/>
                  </a:lnTo>
                  <a:lnTo>
                    <a:pt x="877" y="6002"/>
                  </a:lnTo>
                  <a:lnTo>
                    <a:pt x="989" y="6025"/>
                  </a:lnTo>
                  <a:lnTo>
                    <a:pt x="1236" y="6025"/>
                  </a:lnTo>
                  <a:lnTo>
                    <a:pt x="1326" y="5980"/>
                  </a:lnTo>
                  <a:lnTo>
                    <a:pt x="1439" y="5935"/>
                  </a:lnTo>
                  <a:lnTo>
                    <a:pt x="1529" y="5868"/>
                  </a:lnTo>
                  <a:lnTo>
                    <a:pt x="1596" y="5778"/>
                  </a:lnTo>
                  <a:lnTo>
                    <a:pt x="1641" y="5665"/>
                  </a:lnTo>
                  <a:lnTo>
                    <a:pt x="1686" y="5553"/>
                  </a:lnTo>
                  <a:lnTo>
                    <a:pt x="1686" y="5396"/>
                  </a:lnTo>
                  <a:lnTo>
                    <a:pt x="1461" y="2990"/>
                  </a:lnTo>
                  <a:lnTo>
                    <a:pt x="1236" y="563"/>
                  </a:lnTo>
                  <a:lnTo>
                    <a:pt x="1214" y="428"/>
                  </a:lnTo>
                  <a:lnTo>
                    <a:pt x="1169" y="315"/>
                  </a:lnTo>
                  <a:lnTo>
                    <a:pt x="1102" y="225"/>
                  </a:lnTo>
                  <a:lnTo>
                    <a:pt x="1012" y="135"/>
                  </a:lnTo>
                  <a:lnTo>
                    <a:pt x="899" y="68"/>
                  </a:lnTo>
                  <a:lnTo>
                    <a:pt x="787" y="23"/>
                  </a:lnTo>
                  <a:lnTo>
                    <a:pt x="674"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a:off x="3516625" y="2806900"/>
              <a:ext cx="43300" cy="136600"/>
            </a:xfrm>
            <a:custGeom>
              <a:avLst/>
              <a:gdLst/>
              <a:ahLst/>
              <a:cxnLst/>
              <a:rect l="l" t="t" r="r" b="b"/>
              <a:pathLst>
                <a:path w="1732" h="5464" extrusionOk="0">
                  <a:moveTo>
                    <a:pt x="945" y="1"/>
                  </a:moveTo>
                  <a:lnTo>
                    <a:pt x="855" y="23"/>
                  </a:lnTo>
                  <a:lnTo>
                    <a:pt x="742" y="68"/>
                  </a:lnTo>
                  <a:lnTo>
                    <a:pt x="675" y="136"/>
                  </a:lnTo>
                  <a:lnTo>
                    <a:pt x="607" y="226"/>
                  </a:lnTo>
                  <a:lnTo>
                    <a:pt x="540" y="338"/>
                  </a:lnTo>
                  <a:lnTo>
                    <a:pt x="517" y="473"/>
                  </a:lnTo>
                  <a:lnTo>
                    <a:pt x="450" y="1035"/>
                  </a:lnTo>
                  <a:lnTo>
                    <a:pt x="383" y="1574"/>
                  </a:lnTo>
                  <a:lnTo>
                    <a:pt x="203" y="2676"/>
                  </a:lnTo>
                  <a:lnTo>
                    <a:pt x="135" y="3238"/>
                  </a:lnTo>
                  <a:lnTo>
                    <a:pt x="68" y="3777"/>
                  </a:lnTo>
                  <a:lnTo>
                    <a:pt x="23" y="4339"/>
                  </a:lnTo>
                  <a:lnTo>
                    <a:pt x="0" y="4901"/>
                  </a:lnTo>
                  <a:lnTo>
                    <a:pt x="0" y="5036"/>
                  </a:lnTo>
                  <a:lnTo>
                    <a:pt x="45" y="5149"/>
                  </a:lnTo>
                  <a:lnTo>
                    <a:pt x="113" y="5261"/>
                  </a:lnTo>
                  <a:lnTo>
                    <a:pt x="180" y="5328"/>
                  </a:lnTo>
                  <a:lnTo>
                    <a:pt x="270" y="5396"/>
                  </a:lnTo>
                  <a:lnTo>
                    <a:pt x="383" y="5441"/>
                  </a:lnTo>
                  <a:lnTo>
                    <a:pt x="495" y="5463"/>
                  </a:lnTo>
                  <a:lnTo>
                    <a:pt x="607" y="5463"/>
                  </a:lnTo>
                  <a:lnTo>
                    <a:pt x="720" y="5441"/>
                  </a:lnTo>
                  <a:lnTo>
                    <a:pt x="832" y="5418"/>
                  </a:lnTo>
                  <a:lnTo>
                    <a:pt x="945" y="5373"/>
                  </a:lnTo>
                  <a:lnTo>
                    <a:pt x="1034" y="5306"/>
                  </a:lnTo>
                  <a:lnTo>
                    <a:pt x="1102" y="5216"/>
                  </a:lnTo>
                  <a:lnTo>
                    <a:pt x="1169" y="5104"/>
                  </a:lnTo>
                  <a:lnTo>
                    <a:pt x="1214" y="4969"/>
                  </a:lnTo>
                  <a:lnTo>
                    <a:pt x="1237" y="4834"/>
                  </a:lnTo>
                  <a:lnTo>
                    <a:pt x="1259" y="4317"/>
                  </a:lnTo>
                  <a:lnTo>
                    <a:pt x="1304" y="3800"/>
                  </a:lnTo>
                  <a:lnTo>
                    <a:pt x="1349" y="3305"/>
                  </a:lnTo>
                  <a:lnTo>
                    <a:pt x="1439" y="2788"/>
                  </a:lnTo>
                  <a:lnTo>
                    <a:pt x="1596" y="1777"/>
                  </a:lnTo>
                  <a:lnTo>
                    <a:pt x="1664" y="1260"/>
                  </a:lnTo>
                  <a:lnTo>
                    <a:pt x="1731" y="743"/>
                  </a:lnTo>
                  <a:lnTo>
                    <a:pt x="1731" y="608"/>
                  </a:lnTo>
                  <a:lnTo>
                    <a:pt x="1709" y="473"/>
                  </a:lnTo>
                  <a:lnTo>
                    <a:pt x="1641" y="361"/>
                  </a:lnTo>
                  <a:lnTo>
                    <a:pt x="1574" y="271"/>
                  </a:lnTo>
                  <a:lnTo>
                    <a:pt x="1507" y="181"/>
                  </a:lnTo>
                  <a:lnTo>
                    <a:pt x="1394" y="113"/>
                  </a:lnTo>
                  <a:lnTo>
                    <a:pt x="1282" y="46"/>
                  </a:lnTo>
                  <a:lnTo>
                    <a:pt x="1192" y="23"/>
                  </a:lnTo>
                  <a:lnTo>
                    <a:pt x="1057"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5"/>
            <p:cNvSpPr/>
            <p:nvPr/>
          </p:nvSpPr>
          <p:spPr>
            <a:xfrm>
              <a:off x="3596975" y="2601800"/>
              <a:ext cx="29825" cy="30925"/>
            </a:xfrm>
            <a:custGeom>
              <a:avLst/>
              <a:gdLst/>
              <a:ahLst/>
              <a:cxnLst/>
              <a:rect l="l" t="t" r="r" b="b"/>
              <a:pathLst>
                <a:path w="1193" h="1237" extrusionOk="0">
                  <a:moveTo>
                    <a:pt x="563" y="0"/>
                  </a:moveTo>
                  <a:lnTo>
                    <a:pt x="428" y="23"/>
                  </a:lnTo>
                  <a:lnTo>
                    <a:pt x="316" y="67"/>
                  </a:lnTo>
                  <a:lnTo>
                    <a:pt x="226" y="135"/>
                  </a:lnTo>
                  <a:lnTo>
                    <a:pt x="136" y="225"/>
                  </a:lnTo>
                  <a:lnTo>
                    <a:pt x="68" y="315"/>
                  </a:lnTo>
                  <a:lnTo>
                    <a:pt x="23" y="427"/>
                  </a:lnTo>
                  <a:lnTo>
                    <a:pt x="1" y="540"/>
                  </a:lnTo>
                  <a:lnTo>
                    <a:pt x="1" y="652"/>
                  </a:lnTo>
                  <a:lnTo>
                    <a:pt x="23" y="764"/>
                  </a:lnTo>
                  <a:lnTo>
                    <a:pt x="46" y="877"/>
                  </a:lnTo>
                  <a:lnTo>
                    <a:pt x="113" y="989"/>
                  </a:lnTo>
                  <a:lnTo>
                    <a:pt x="181" y="1079"/>
                  </a:lnTo>
                  <a:lnTo>
                    <a:pt x="271" y="1146"/>
                  </a:lnTo>
                  <a:lnTo>
                    <a:pt x="361" y="1191"/>
                  </a:lnTo>
                  <a:lnTo>
                    <a:pt x="496" y="1236"/>
                  </a:lnTo>
                  <a:lnTo>
                    <a:pt x="630" y="1236"/>
                  </a:lnTo>
                  <a:lnTo>
                    <a:pt x="765" y="1214"/>
                  </a:lnTo>
                  <a:lnTo>
                    <a:pt x="900" y="1169"/>
                  </a:lnTo>
                  <a:lnTo>
                    <a:pt x="990" y="1101"/>
                  </a:lnTo>
                  <a:lnTo>
                    <a:pt x="1080" y="1034"/>
                  </a:lnTo>
                  <a:lnTo>
                    <a:pt x="1125" y="922"/>
                  </a:lnTo>
                  <a:lnTo>
                    <a:pt x="1170" y="832"/>
                  </a:lnTo>
                  <a:lnTo>
                    <a:pt x="1192" y="719"/>
                  </a:lnTo>
                  <a:lnTo>
                    <a:pt x="1192" y="584"/>
                  </a:lnTo>
                  <a:lnTo>
                    <a:pt x="1192" y="472"/>
                  </a:lnTo>
                  <a:lnTo>
                    <a:pt x="1147" y="360"/>
                  </a:lnTo>
                  <a:lnTo>
                    <a:pt x="1102" y="270"/>
                  </a:lnTo>
                  <a:lnTo>
                    <a:pt x="1035" y="180"/>
                  </a:lnTo>
                  <a:lnTo>
                    <a:pt x="945" y="90"/>
                  </a:lnTo>
                  <a:lnTo>
                    <a:pt x="833" y="45"/>
                  </a:lnTo>
                  <a:lnTo>
                    <a:pt x="720"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15"/>
            <p:cNvSpPr/>
            <p:nvPr/>
          </p:nvSpPr>
          <p:spPr>
            <a:xfrm>
              <a:off x="3563275" y="3008650"/>
              <a:ext cx="42725" cy="146700"/>
            </a:xfrm>
            <a:custGeom>
              <a:avLst/>
              <a:gdLst/>
              <a:ahLst/>
              <a:cxnLst/>
              <a:rect l="l" t="t" r="r" b="b"/>
              <a:pathLst>
                <a:path w="1709" h="5868" extrusionOk="0">
                  <a:moveTo>
                    <a:pt x="967" y="1"/>
                  </a:moveTo>
                  <a:lnTo>
                    <a:pt x="854" y="23"/>
                  </a:lnTo>
                  <a:lnTo>
                    <a:pt x="765" y="68"/>
                  </a:lnTo>
                  <a:lnTo>
                    <a:pt x="675" y="136"/>
                  </a:lnTo>
                  <a:lnTo>
                    <a:pt x="585" y="226"/>
                  </a:lnTo>
                  <a:lnTo>
                    <a:pt x="540" y="338"/>
                  </a:lnTo>
                  <a:lnTo>
                    <a:pt x="495" y="473"/>
                  </a:lnTo>
                  <a:lnTo>
                    <a:pt x="337" y="1687"/>
                  </a:lnTo>
                  <a:lnTo>
                    <a:pt x="203" y="2878"/>
                  </a:lnTo>
                  <a:lnTo>
                    <a:pt x="90" y="4092"/>
                  </a:lnTo>
                  <a:lnTo>
                    <a:pt x="0" y="5306"/>
                  </a:lnTo>
                  <a:lnTo>
                    <a:pt x="0" y="5441"/>
                  </a:lnTo>
                  <a:lnTo>
                    <a:pt x="23" y="5576"/>
                  </a:lnTo>
                  <a:lnTo>
                    <a:pt x="68" y="5666"/>
                  </a:lnTo>
                  <a:lnTo>
                    <a:pt x="158" y="5756"/>
                  </a:lnTo>
                  <a:lnTo>
                    <a:pt x="247" y="5800"/>
                  </a:lnTo>
                  <a:lnTo>
                    <a:pt x="337" y="5845"/>
                  </a:lnTo>
                  <a:lnTo>
                    <a:pt x="450" y="5868"/>
                  </a:lnTo>
                  <a:lnTo>
                    <a:pt x="675" y="5868"/>
                  </a:lnTo>
                  <a:lnTo>
                    <a:pt x="787" y="5823"/>
                  </a:lnTo>
                  <a:lnTo>
                    <a:pt x="899" y="5778"/>
                  </a:lnTo>
                  <a:lnTo>
                    <a:pt x="1012" y="5711"/>
                  </a:lnTo>
                  <a:lnTo>
                    <a:pt x="1079" y="5621"/>
                  </a:lnTo>
                  <a:lnTo>
                    <a:pt x="1147" y="5508"/>
                  </a:lnTo>
                  <a:lnTo>
                    <a:pt x="1214" y="5396"/>
                  </a:lnTo>
                  <a:lnTo>
                    <a:pt x="1237" y="5261"/>
                  </a:lnTo>
                  <a:lnTo>
                    <a:pt x="1326" y="4115"/>
                  </a:lnTo>
                  <a:lnTo>
                    <a:pt x="1416" y="2991"/>
                  </a:lnTo>
                  <a:lnTo>
                    <a:pt x="1551" y="1867"/>
                  </a:lnTo>
                  <a:lnTo>
                    <a:pt x="1709" y="743"/>
                  </a:lnTo>
                  <a:lnTo>
                    <a:pt x="1709" y="608"/>
                  </a:lnTo>
                  <a:lnTo>
                    <a:pt x="1686" y="473"/>
                  </a:lnTo>
                  <a:lnTo>
                    <a:pt x="1641" y="361"/>
                  </a:lnTo>
                  <a:lnTo>
                    <a:pt x="1596" y="271"/>
                  </a:lnTo>
                  <a:lnTo>
                    <a:pt x="1506" y="181"/>
                  </a:lnTo>
                  <a:lnTo>
                    <a:pt x="1416" y="113"/>
                  </a:lnTo>
                  <a:lnTo>
                    <a:pt x="1304" y="46"/>
                  </a:lnTo>
                  <a:lnTo>
                    <a:pt x="1192" y="23"/>
                  </a:lnTo>
                  <a:lnTo>
                    <a:pt x="1079"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5"/>
            <p:cNvSpPr/>
            <p:nvPr/>
          </p:nvSpPr>
          <p:spPr>
            <a:xfrm>
              <a:off x="3294075" y="2229200"/>
              <a:ext cx="36000" cy="75325"/>
            </a:xfrm>
            <a:custGeom>
              <a:avLst/>
              <a:gdLst/>
              <a:ahLst/>
              <a:cxnLst/>
              <a:rect l="l" t="t" r="r" b="b"/>
              <a:pathLst>
                <a:path w="1440" h="3013" extrusionOk="0">
                  <a:moveTo>
                    <a:pt x="855" y="0"/>
                  </a:moveTo>
                  <a:lnTo>
                    <a:pt x="720" y="23"/>
                  </a:lnTo>
                  <a:lnTo>
                    <a:pt x="608" y="45"/>
                  </a:lnTo>
                  <a:lnTo>
                    <a:pt x="495" y="90"/>
                  </a:lnTo>
                  <a:lnTo>
                    <a:pt x="405" y="180"/>
                  </a:lnTo>
                  <a:lnTo>
                    <a:pt x="315" y="270"/>
                  </a:lnTo>
                  <a:lnTo>
                    <a:pt x="248" y="360"/>
                  </a:lnTo>
                  <a:lnTo>
                    <a:pt x="226" y="495"/>
                  </a:lnTo>
                  <a:lnTo>
                    <a:pt x="1" y="2248"/>
                  </a:lnTo>
                  <a:lnTo>
                    <a:pt x="1" y="2383"/>
                  </a:lnTo>
                  <a:lnTo>
                    <a:pt x="1" y="2496"/>
                  </a:lnTo>
                  <a:lnTo>
                    <a:pt x="46" y="2608"/>
                  </a:lnTo>
                  <a:lnTo>
                    <a:pt x="91" y="2720"/>
                  </a:lnTo>
                  <a:lnTo>
                    <a:pt x="158" y="2810"/>
                  </a:lnTo>
                  <a:lnTo>
                    <a:pt x="248" y="2878"/>
                  </a:lnTo>
                  <a:lnTo>
                    <a:pt x="338" y="2945"/>
                  </a:lnTo>
                  <a:lnTo>
                    <a:pt x="473" y="2990"/>
                  </a:lnTo>
                  <a:lnTo>
                    <a:pt x="585" y="3013"/>
                  </a:lnTo>
                  <a:lnTo>
                    <a:pt x="698" y="2990"/>
                  </a:lnTo>
                  <a:lnTo>
                    <a:pt x="833" y="2968"/>
                  </a:lnTo>
                  <a:lnTo>
                    <a:pt x="945" y="2900"/>
                  </a:lnTo>
                  <a:lnTo>
                    <a:pt x="1035" y="2833"/>
                  </a:lnTo>
                  <a:lnTo>
                    <a:pt x="1125" y="2743"/>
                  </a:lnTo>
                  <a:lnTo>
                    <a:pt x="1170" y="2630"/>
                  </a:lnTo>
                  <a:lnTo>
                    <a:pt x="1215" y="2518"/>
                  </a:lnTo>
                  <a:lnTo>
                    <a:pt x="1439" y="765"/>
                  </a:lnTo>
                  <a:lnTo>
                    <a:pt x="1439" y="630"/>
                  </a:lnTo>
                  <a:lnTo>
                    <a:pt x="1417" y="517"/>
                  </a:lnTo>
                  <a:lnTo>
                    <a:pt x="1394" y="405"/>
                  </a:lnTo>
                  <a:lnTo>
                    <a:pt x="1350" y="293"/>
                  </a:lnTo>
                  <a:lnTo>
                    <a:pt x="1282" y="203"/>
                  </a:lnTo>
                  <a:lnTo>
                    <a:pt x="1192" y="113"/>
                  </a:lnTo>
                  <a:lnTo>
                    <a:pt x="1080" y="45"/>
                  </a:lnTo>
                  <a:lnTo>
                    <a:pt x="967" y="23"/>
                  </a:lnTo>
                  <a:lnTo>
                    <a:pt x="855"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5"/>
            <p:cNvSpPr/>
            <p:nvPr/>
          </p:nvSpPr>
          <p:spPr>
            <a:xfrm>
              <a:off x="3221025" y="2560200"/>
              <a:ext cx="58475" cy="204575"/>
            </a:xfrm>
            <a:custGeom>
              <a:avLst/>
              <a:gdLst/>
              <a:ahLst/>
              <a:cxnLst/>
              <a:rect l="l" t="t" r="r" b="b"/>
              <a:pathLst>
                <a:path w="2339" h="8183" extrusionOk="0">
                  <a:moveTo>
                    <a:pt x="1597" y="1"/>
                  </a:moveTo>
                  <a:lnTo>
                    <a:pt x="1484" y="23"/>
                  </a:lnTo>
                  <a:lnTo>
                    <a:pt x="1372" y="68"/>
                  </a:lnTo>
                  <a:lnTo>
                    <a:pt x="1282" y="135"/>
                  </a:lnTo>
                  <a:lnTo>
                    <a:pt x="1214" y="225"/>
                  </a:lnTo>
                  <a:lnTo>
                    <a:pt x="1147" y="338"/>
                  </a:lnTo>
                  <a:lnTo>
                    <a:pt x="1102" y="473"/>
                  </a:lnTo>
                  <a:lnTo>
                    <a:pt x="967" y="1327"/>
                  </a:lnTo>
                  <a:lnTo>
                    <a:pt x="855" y="2204"/>
                  </a:lnTo>
                  <a:lnTo>
                    <a:pt x="607" y="3957"/>
                  </a:lnTo>
                  <a:lnTo>
                    <a:pt x="338" y="5710"/>
                  </a:lnTo>
                  <a:lnTo>
                    <a:pt x="180" y="6564"/>
                  </a:lnTo>
                  <a:lnTo>
                    <a:pt x="1" y="7441"/>
                  </a:lnTo>
                  <a:lnTo>
                    <a:pt x="1" y="7576"/>
                  </a:lnTo>
                  <a:lnTo>
                    <a:pt x="1" y="7711"/>
                  </a:lnTo>
                  <a:lnTo>
                    <a:pt x="45" y="7823"/>
                  </a:lnTo>
                  <a:lnTo>
                    <a:pt x="113" y="7913"/>
                  </a:lnTo>
                  <a:lnTo>
                    <a:pt x="180" y="8003"/>
                  </a:lnTo>
                  <a:lnTo>
                    <a:pt x="270" y="8071"/>
                  </a:lnTo>
                  <a:lnTo>
                    <a:pt x="383" y="8116"/>
                  </a:lnTo>
                  <a:lnTo>
                    <a:pt x="495" y="8160"/>
                  </a:lnTo>
                  <a:lnTo>
                    <a:pt x="607" y="8183"/>
                  </a:lnTo>
                  <a:lnTo>
                    <a:pt x="720" y="8183"/>
                  </a:lnTo>
                  <a:lnTo>
                    <a:pt x="832" y="8138"/>
                  </a:lnTo>
                  <a:lnTo>
                    <a:pt x="945" y="8116"/>
                  </a:lnTo>
                  <a:lnTo>
                    <a:pt x="1035" y="8048"/>
                  </a:lnTo>
                  <a:lnTo>
                    <a:pt x="1102" y="7958"/>
                  </a:lnTo>
                  <a:lnTo>
                    <a:pt x="1169" y="7846"/>
                  </a:lnTo>
                  <a:lnTo>
                    <a:pt x="1214" y="7711"/>
                  </a:lnTo>
                  <a:lnTo>
                    <a:pt x="1394" y="6834"/>
                  </a:lnTo>
                  <a:lnTo>
                    <a:pt x="1552" y="5980"/>
                  </a:lnTo>
                  <a:lnTo>
                    <a:pt x="1821" y="4227"/>
                  </a:lnTo>
                  <a:lnTo>
                    <a:pt x="2046" y="2473"/>
                  </a:lnTo>
                  <a:lnTo>
                    <a:pt x="2181" y="1597"/>
                  </a:lnTo>
                  <a:lnTo>
                    <a:pt x="2316" y="742"/>
                  </a:lnTo>
                  <a:lnTo>
                    <a:pt x="2338" y="585"/>
                  </a:lnTo>
                  <a:lnTo>
                    <a:pt x="2316" y="473"/>
                  </a:lnTo>
                  <a:lnTo>
                    <a:pt x="2271" y="360"/>
                  </a:lnTo>
                  <a:lnTo>
                    <a:pt x="2203" y="248"/>
                  </a:lnTo>
                  <a:lnTo>
                    <a:pt x="2136" y="158"/>
                  </a:lnTo>
                  <a:lnTo>
                    <a:pt x="2024" y="90"/>
                  </a:lnTo>
                  <a:lnTo>
                    <a:pt x="1934" y="46"/>
                  </a:lnTo>
                  <a:lnTo>
                    <a:pt x="1821"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15"/>
            <p:cNvSpPr/>
            <p:nvPr/>
          </p:nvSpPr>
          <p:spPr>
            <a:xfrm>
              <a:off x="3308125" y="2458475"/>
              <a:ext cx="46675" cy="92750"/>
            </a:xfrm>
            <a:custGeom>
              <a:avLst/>
              <a:gdLst/>
              <a:ahLst/>
              <a:cxnLst/>
              <a:rect l="l" t="t" r="r" b="b"/>
              <a:pathLst>
                <a:path w="1867" h="3710" extrusionOk="0">
                  <a:moveTo>
                    <a:pt x="1147" y="1"/>
                  </a:moveTo>
                  <a:lnTo>
                    <a:pt x="1035" y="23"/>
                  </a:lnTo>
                  <a:lnTo>
                    <a:pt x="922" y="68"/>
                  </a:lnTo>
                  <a:lnTo>
                    <a:pt x="832" y="136"/>
                  </a:lnTo>
                  <a:lnTo>
                    <a:pt x="743" y="226"/>
                  </a:lnTo>
                  <a:lnTo>
                    <a:pt x="675" y="316"/>
                  </a:lnTo>
                  <a:lnTo>
                    <a:pt x="630" y="450"/>
                  </a:lnTo>
                  <a:lnTo>
                    <a:pt x="23" y="2968"/>
                  </a:lnTo>
                  <a:lnTo>
                    <a:pt x="1" y="3103"/>
                  </a:lnTo>
                  <a:lnTo>
                    <a:pt x="23" y="3238"/>
                  </a:lnTo>
                  <a:lnTo>
                    <a:pt x="46" y="3350"/>
                  </a:lnTo>
                  <a:lnTo>
                    <a:pt x="113" y="3440"/>
                  </a:lnTo>
                  <a:lnTo>
                    <a:pt x="181" y="3530"/>
                  </a:lnTo>
                  <a:lnTo>
                    <a:pt x="293" y="3598"/>
                  </a:lnTo>
                  <a:lnTo>
                    <a:pt x="383" y="3642"/>
                  </a:lnTo>
                  <a:lnTo>
                    <a:pt x="495" y="3687"/>
                  </a:lnTo>
                  <a:lnTo>
                    <a:pt x="608" y="3710"/>
                  </a:lnTo>
                  <a:lnTo>
                    <a:pt x="720" y="3687"/>
                  </a:lnTo>
                  <a:lnTo>
                    <a:pt x="832" y="3665"/>
                  </a:lnTo>
                  <a:lnTo>
                    <a:pt x="945" y="3642"/>
                  </a:lnTo>
                  <a:lnTo>
                    <a:pt x="1035" y="3575"/>
                  </a:lnTo>
                  <a:lnTo>
                    <a:pt x="1125" y="3485"/>
                  </a:lnTo>
                  <a:lnTo>
                    <a:pt x="1192" y="3373"/>
                  </a:lnTo>
                  <a:lnTo>
                    <a:pt x="1237" y="3238"/>
                  </a:lnTo>
                  <a:lnTo>
                    <a:pt x="1844" y="720"/>
                  </a:lnTo>
                  <a:lnTo>
                    <a:pt x="1867" y="585"/>
                  </a:lnTo>
                  <a:lnTo>
                    <a:pt x="1844" y="473"/>
                  </a:lnTo>
                  <a:lnTo>
                    <a:pt x="1822" y="338"/>
                  </a:lnTo>
                  <a:lnTo>
                    <a:pt x="1754" y="248"/>
                  </a:lnTo>
                  <a:lnTo>
                    <a:pt x="1687" y="158"/>
                  </a:lnTo>
                  <a:lnTo>
                    <a:pt x="1597" y="91"/>
                  </a:lnTo>
                  <a:lnTo>
                    <a:pt x="1484" y="46"/>
                  </a:lnTo>
                  <a:lnTo>
                    <a:pt x="1372" y="23"/>
                  </a:lnTo>
                  <a:lnTo>
                    <a:pt x="1260"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5"/>
            <p:cNvSpPr/>
            <p:nvPr/>
          </p:nvSpPr>
          <p:spPr>
            <a:xfrm>
              <a:off x="3217100" y="2981675"/>
              <a:ext cx="49475" cy="121425"/>
            </a:xfrm>
            <a:custGeom>
              <a:avLst/>
              <a:gdLst/>
              <a:ahLst/>
              <a:cxnLst/>
              <a:rect l="l" t="t" r="r" b="b"/>
              <a:pathLst>
                <a:path w="1979" h="4857" extrusionOk="0">
                  <a:moveTo>
                    <a:pt x="1214" y="1"/>
                  </a:moveTo>
                  <a:lnTo>
                    <a:pt x="1102" y="23"/>
                  </a:lnTo>
                  <a:lnTo>
                    <a:pt x="989" y="68"/>
                  </a:lnTo>
                  <a:lnTo>
                    <a:pt x="922" y="136"/>
                  </a:lnTo>
                  <a:lnTo>
                    <a:pt x="832" y="226"/>
                  </a:lnTo>
                  <a:lnTo>
                    <a:pt x="787" y="338"/>
                  </a:lnTo>
                  <a:lnTo>
                    <a:pt x="764" y="473"/>
                  </a:lnTo>
                  <a:lnTo>
                    <a:pt x="697" y="923"/>
                  </a:lnTo>
                  <a:lnTo>
                    <a:pt x="607" y="1395"/>
                  </a:lnTo>
                  <a:lnTo>
                    <a:pt x="405" y="2294"/>
                  </a:lnTo>
                  <a:lnTo>
                    <a:pt x="180" y="3215"/>
                  </a:lnTo>
                  <a:lnTo>
                    <a:pt x="90" y="3665"/>
                  </a:lnTo>
                  <a:lnTo>
                    <a:pt x="0" y="4115"/>
                  </a:lnTo>
                  <a:lnTo>
                    <a:pt x="0" y="4272"/>
                  </a:lnTo>
                  <a:lnTo>
                    <a:pt x="23" y="4384"/>
                  </a:lnTo>
                  <a:lnTo>
                    <a:pt x="68" y="4497"/>
                  </a:lnTo>
                  <a:lnTo>
                    <a:pt x="135" y="4609"/>
                  </a:lnTo>
                  <a:lnTo>
                    <a:pt x="202" y="4699"/>
                  </a:lnTo>
                  <a:lnTo>
                    <a:pt x="315" y="4766"/>
                  </a:lnTo>
                  <a:lnTo>
                    <a:pt x="405" y="4811"/>
                  </a:lnTo>
                  <a:lnTo>
                    <a:pt x="517" y="4856"/>
                  </a:lnTo>
                  <a:lnTo>
                    <a:pt x="742" y="4856"/>
                  </a:lnTo>
                  <a:lnTo>
                    <a:pt x="854" y="4834"/>
                  </a:lnTo>
                  <a:lnTo>
                    <a:pt x="967" y="4789"/>
                  </a:lnTo>
                  <a:lnTo>
                    <a:pt x="1057" y="4721"/>
                  </a:lnTo>
                  <a:lnTo>
                    <a:pt x="1124" y="4632"/>
                  </a:lnTo>
                  <a:lnTo>
                    <a:pt x="1192" y="4519"/>
                  </a:lnTo>
                  <a:lnTo>
                    <a:pt x="1214" y="4384"/>
                  </a:lnTo>
                  <a:lnTo>
                    <a:pt x="1304" y="3935"/>
                  </a:lnTo>
                  <a:lnTo>
                    <a:pt x="1394" y="3485"/>
                  </a:lnTo>
                  <a:lnTo>
                    <a:pt x="1619" y="2563"/>
                  </a:lnTo>
                  <a:lnTo>
                    <a:pt x="1821" y="1664"/>
                  </a:lnTo>
                  <a:lnTo>
                    <a:pt x="1911" y="1192"/>
                  </a:lnTo>
                  <a:lnTo>
                    <a:pt x="1978" y="743"/>
                  </a:lnTo>
                  <a:lnTo>
                    <a:pt x="1978" y="608"/>
                  </a:lnTo>
                  <a:lnTo>
                    <a:pt x="1956" y="473"/>
                  </a:lnTo>
                  <a:lnTo>
                    <a:pt x="1888" y="361"/>
                  </a:lnTo>
                  <a:lnTo>
                    <a:pt x="1821" y="248"/>
                  </a:lnTo>
                  <a:lnTo>
                    <a:pt x="1754" y="158"/>
                  </a:lnTo>
                  <a:lnTo>
                    <a:pt x="1641" y="91"/>
                  </a:lnTo>
                  <a:lnTo>
                    <a:pt x="1551" y="46"/>
                  </a:lnTo>
                  <a:lnTo>
                    <a:pt x="1439" y="23"/>
                  </a:lnTo>
                  <a:lnTo>
                    <a:pt x="1326"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5"/>
            <p:cNvSpPr/>
            <p:nvPr/>
          </p:nvSpPr>
          <p:spPr>
            <a:xfrm>
              <a:off x="3543025" y="2393850"/>
              <a:ext cx="41625" cy="123675"/>
            </a:xfrm>
            <a:custGeom>
              <a:avLst/>
              <a:gdLst/>
              <a:ahLst/>
              <a:cxnLst/>
              <a:rect l="l" t="t" r="r" b="b"/>
              <a:pathLst>
                <a:path w="1665" h="4947" extrusionOk="0">
                  <a:moveTo>
                    <a:pt x="923" y="1"/>
                  </a:moveTo>
                  <a:lnTo>
                    <a:pt x="810" y="23"/>
                  </a:lnTo>
                  <a:lnTo>
                    <a:pt x="720" y="68"/>
                  </a:lnTo>
                  <a:lnTo>
                    <a:pt x="630" y="136"/>
                  </a:lnTo>
                  <a:lnTo>
                    <a:pt x="540" y="226"/>
                  </a:lnTo>
                  <a:lnTo>
                    <a:pt x="496" y="338"/>
                  </a:lnTo>
                  <a:lnTo>
                    <a:pt x="451" y="473"/>
                  </a:lnTo>
                  <a:lnTo>
                    <a:pt x="316" y="1439"/>
                  </a:lnTo>
                  <a:lnTo>
                    <a:pt x="181" y="2429"/>
                  </a:lnTo>
                  <a:lnTo>
                    <a:pt x="91" y="3395"/>
                  </a:lnTo>
                  <a:lnTo>
                    <a:pt x="1" y="4384"/>
                  </a:lnTo>
                  <a:lnTo>
                    <a:pt x="1" y="4519"/>
                  </a:lnTo>
                  <a:lnTo>
                    <a:pt x="46" y="4631"/>
                  </a:lnTo>
                  <a:lnTo>
                    <a:pt x="91" y="4744"/>
                  </a:lnTo>
                  <a:lnTo>
                    <a:pt x="158" y="4811"/>
                  </a:lnTo>
                  <a:lnTo>
                    <a:pt x="248" y="4879"/>
                  </a:lnTo>
                  <a:lnTo>
                    <a:pt x="361" y="4924"/>
                  </a:lnTo>
                  <a:lnTo>
                    <a:pt x="473" y="4946"/>
                  </a:lnTo>
                  <a:lnTo>
                    <a:pt x="585" y="4946"/>
                  </a:lnTo>
                  <a:lnTo>
                    <a:pt x="698" y="4924"/>
                  </a:lnTo>
                  <a:lnTo>
                    <a:pt x="810" y="4879"/>
                  </a:lnTo>
                  <a:lnTo>
                    <a:pt x="923" y="4834"/>
                  </a:lnTo>
                  <a:lnTo>
                    <a:pt x="1013" y="4766"/>
                  </a:lnTo>
                  <a:lnTo>
                    <a:pt x="1102" y="4676"/>
                  </a:lnTo>
                  <a:lnTo>
                    <a:pt x="1170" y="4586"/>
                  </a:lnTo>
                  <a:lnTo>
                    <a:pt x="1215" y="4452"/>
                  </a:lnTo>
                  <a:lnTo>
                    <a:pt x="1237" y="4317"/>
                  </a:lnTo>
                  <a:lnTo>
                    <a:pt x="1305" y="3418"/>
                  </a:lnTo>
                  <a:lnTo>
                    <a:pt x="1417" y="2518"/>
                  </a:lnTo>
                  <a:lnTo>
                    <a:pt x="1530" y="1642"/>
                  </a:lnTo>
                  <a:lnTo>
                    <a:pt x="1664" y="743"/>
                  </a:lnTo>
                  <a:lnTo>
                    <a:pt x="1664" y="608"/>
                  </a:lnTo>
                  <a:lnTo>
                    <a:pt x="1664" y="473"/>
                  </a:lnTo>
                  <a:lnTo>
                    <a:pt x="1619" y="360"/>
                  </a:lnTo>
                  <a:lnTo>
                    <a:pt x="1552" y="248"/>
                  </a:lnTo>
                  <a:lnTo>
                    <a:pt x="1462" y="181"/>
                  </a:lnTo>
                  <a:lnTo>
                    <a:pt x="1372" y="113"/>
                  </a:lnTo>
                  <a:lnTo>
                    <a:pt x="1260" y="46"/>
                  </a:lnTo>
                  <a:lnTo>
                    <a:pt x="1147" y="23"/>
                  </a:lnTo>
                  <a:lnTo>
                    <a:pt x="1035"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5"/>
            <p:cNvSpPr/>
            <p:nvPr/>
          </p:nvSpPr>
          <p:spPr>
            <a:xfrm>
              <a:off x="3401425" y="2994050"/>
              <a:ext cx="33175" cy="154000"/>
            </a:xfrm>
            <a:custGeom>
              <a:avLst/>
              <a:gdLst/>
              <a:ahLst/>
              <a:cxnLst/>
              <a:rect l="l" t="t" r="r" b="b"/>
              <a:pathLst>
                <a:path w="1327" h="6160" extrusionOk="0">
                  <a:moveTo>
                    <a:pt x="585" y="0"/>
                  </a:moveTo>
                  <a:lnTo>
                    <a:pt x="472" y="23"/>
                  </a:lnTo>
                  <a:lnTo>
                    <a:pt x="360" y="68"/>
                  </a:lnTo>
                  <a:lnTo>
                    <a:pt x="270" y="113"/>
                  </a:lnTo>
                  <a:lnTo>
                    <a:pt x="180" y="180"/>
                  </a:lnTo>
                  <a:lnTo>
                    <a:pt x="90" y="270"/>
                  </a:lnTo>
                  <a:lnTo>
                    <a:pt x="45" y="383"/>
                  </a:lnTo>
                  <a:lnTo>
                    <a:pt x="23" y="495"/>
                  </a:lnTo>
                  <a:lnTo>
                    <a:pt x="0" y="630"/>
                  </a:lnTo>
                  <a:lnTo>
                    <a:pt x="68" y="1866"/>
                  </a:lnTo>
                  <a:lnTo>
                    <a:pt x="68" y="3125"/>
                  </a:lnTo>
                  <a:lnTo>
                    <a:pt x="68" y="4361"/>
                  </a:lnTo>
                  <a:lnTo>
                    <a:pt x="90" y="5598"/>
                  </a:lnTo>
                  <a:lnTo>
                    <a:pt x="113" y="5733"/>
                  </a:lnTo>
                  <a:lnTo>
                    <a:pt x="158" y="5845"/>
                  </a:lnTo>
                  <a:lnTo>
                    <a:pt x="225" y="5957"/>
                  </a:lnTo>
                  <a:lnTo>
                    <a:pt x="315" y="6025"/>
                  </a:lnTo>
                  <a:lnTo>
                    <a:pt x="405" y="6092"/>
                  </a:lnTo>
                  <a:lnTo>
                    <a:pt x="517" y="6137"/>
                  </a:lnTo>
                  <a:lnTo>
                    <a:pt x="630" y="6160"/>
                  </a:lnTo>
                  <a:lnTo>
                    <a:pt x="742" y="6160"/>
                  </a:lnTo>
                  <a:lnTo>
                    <a:pt x="854" y="6137"/>
                  </a:lnTo>
                  <a:lnTo>
                    <a:pt x="967" y="6115"/>
                  </a:lnTo>
                  <a:lnTo>
                    <a:pt x="1057" y="6047"/>
                  </a:lnTo>
                  <a:lnTo>
                    <a:pt x="1147" y="5980"/>
                  </a:lnTo>
                  <a:lnTo>
                    <a:pt x="1237" y="5890"/>
                  </a:lnTo>
                  <a:lnTo>
                    <a:pt x="1282" y="5800"/>
                  </a:lnTo>
                  <a:lnTo>
                    <a:pt x="1327" y="5665"/>
                  </a:lnTo>
                  <a:lnTo>
                    <a:pt x="1327" y="5530"/>
                  </a:lnTo>
                  <a:lnTo>
                    <a:pt x="1304" y="4294"/>
                  </a:lnTo>
                  <a:lnTo>
                    <a:pt x="1304" y="3058"/>
                  </a:lnTo>
                  <a:lnTo>
                    <a:pt x="1304" y="1821"/>
                  </a:lnTo>
                  <a:lnTo>
                    <a:pt x="1237" y="585"/>
                  </a:lnTo>
                  <a:lnTo>
                    <a:pt x="1214" y="428"/>
                  </a:lnTo>
                  <a:lnTo>
                    <a:pt x="1169" y="315"/>
                  </a:lnTo>
                  <a:lnTo>
                    <a:pt x="1102" y="225"/>
                  </a:lnTo>
                  <a:lnTo>
                    <a:pt x="1034" y="135"/>
                  </a:lnTo>
                  <a:lnTo>
                    <a:pt x="922" y="68"/>
                  </a:lnTo>
                  <a:lnTo>
                    <a:pt x="832" y="45"/>
                  </a:lnTo>
                  <a:lnTo>
                    <a:pt x="697" y="23"/>
                  </a:lnTo>
                  <a:lnTo>
                    <a:pt x="585"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5"/>
            <p:cNvSpPr/>
            <p:nvPr/>
          </p:nvSpPr>
          <p:spPr>
            <a:xfrm>
              <a:off x="3368825" y="1975750"/>
              <a:ext cx="47800" cy="70825"/>
            </a:xfrm>
            <a:custGeom>
              <a:avLst/>
              <a:gdLst/>
              <a:ahLst/>
              <a:cxnLst/>
              <a:rect l="l" t="t" r="r" b="b"/>
              <a:pathLst>
                <a:path w="1912" h="2833" extrusionOk="0">
                  <a:moveTo>
                    <a:pt x="1124" y="0"/>
                  </a:moveTo>
                  <a:lnTo>
                    <a:pt x="1012" y="45"/>
                  </a:lnTo>
                  <a:lnTo>
                    <a:pt x="922" y="113"/>
                  </a:lnTo>
                  <a:lnTo>
                    <a:pt x="832" y="203"/>
                  </a:lnTo>
                  <a:lnTo>
                    <a:pt x="765" y="338"/>
                  </a:lnTo>
                  <a:lnTo>
                    <a:pt x="68" y="1911"/>
                  </a:lnTo>
                  <a:lnTo>
                    <a:pt x="23" y="2046"/>
                  </a:lnTo>
                  <a:lnTo>
                    <a:pt x="0" y="2181"/>
                  </a:lnTo>
                  <a:lnTo>
                    <a:pt x="23" y="2293"/>
                  </a:lnTo>
                  <a:lnTo>
                    <a:pt x="68" y="2406"/>
                  </a:lnTo>
                  <a:lnTo>
                    <a:pt x="113" y="2518"/>
                  </a:lnTo>
                  <a:lnTo>
                    <a:pt x="180" y="2608"/>
                  </a:lnTo>
                  <a:lnTo>
                    <a:pt x="270" y="2675"/>
                  </a:lnTo>
                  <a:lnTo>
                    <a:pt x="383" y="2743"/>
                  </a:lnTo>
                  <a:lnTo>
                    <a:pt x="473" y="2788"/>
                  </a:lnTo>
                  <a:lnTo>
                    <a:pt x="585" y="2810"/>
                  </a:lnTo>
                  <a:lnTo>
                    <a:pt x="697" y="2833"/>
                  </a:lnTo>
                  <a:lnTo>
                    <a:pt x="810" y="2810"/>
                  </a:lnTo>
                  <a:lnTo>
                    <a:pt x="922" y="2765"/>
                  </a:lnTo>
                  <a:lnTo>
                    <a:pt x="1012" y="2698"/>
                  </a:lnTo>
                  <a:lnTo>
                    <a:pt x="1102" y="2608"/>
                  </a:lnTo>
                  <a:lnTo>
                    <a:pt x="1169" y="2496"/>
                  </a:lnTo>
                  <a:lnTo>
                    <a:pt x="1866" y="899"/>
                  </a:lnTo>
                  <a:lnTo>
                    <a:pt x="1911" y="765"/>
                  </a:lnTo>
                  <a:lnTo>
                    <a:pt x="1911" y="630"/>
                  </a:lnTo>
                  <a:lnTo>
                    <a:pt x="1911" y="517"/>
                  </a:lnTo>
                  <a:lnTo>
                    <a:pt x="1866" y="405"/>
                  </a:lnTo>
                  <a:lnTo>
                    <a:pt x="1821" y="293"/>
                  </a:lnTo>
                  <a:lnTo>
                    <a:pt x="1731" y="203"/>
                  </a:lnTo>
                  <a:lnTo>
                    <a:pt x="1641" y="135"/>
                  </a:lnTo>
                  <a:lnTo>
                    <a:pt x="1552" y="68"/>
                  </a:lnTo>
                  <a:lnTo>
                    <a:pt x="1439" y="23"/>
                  </a:lnTo>
                  <a:lnTo>
                    <a:pt x="1327"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15"/>
            <p:cNvSpPr/>
            <p:nvPr/>
          </p:nvSpPr>
          <p:spPr>
            <a:xfrm>
              <a:off x="4972700" y="756250"/>
              <a:ext cx="1057100" cy="1880400"/>
            </a:xfrm>
            <a:custGeom>
              <a:avLst/>
              <a:gdLst/>
              <a:ahLst/>
              <a:cxnLst/>
              <a:rect l="l" t="t" r="r" b="b"/>
              <a:pathLst>
                <a:path w="42284" h="75216" extrusionOk="0">
                  <a:moveTo>
                    <a:pt x="3058" y="1"/>
                  </a:moveTo>
                  <a:lnTo>
                    <a:pt x="2765" y="23"/>
                  </a:lnTo>
                  <a:lnTo>
                    <a:pt x="2473" y="91"/>
                  </a:lnTo>
                  <a:lnTo>
                    <a:pt x="2181" y="158"/>
                  </a:lnTo>
                  <a:lnTo>
                    <a:pt x="1911" y="270"/>
                  </a:lnTo>
                  <a:lnTo>
                    <a:pt x="1642" y="383"/>
                  </a:lnTo>
                  <a:lnTo>
                    <a:pt x="1394" y="540"/>
                  </a:lnTo>
                  <a:lnTo>
                    <a:pt x="1147" y="743"/>
                  </a:lnTo>
                  <a:lnTo>
                    <a:pt x="877" y="967"/>
                  </a:lnTo>
                  <a:lnTo>
                    <a:pt x="652" y="1215"/>
                  </a:lnTo>
                  <a:lnTo>
                    <a:pt x="473" y="1462"/>
                  </a:lnTo>
                  <a:lnTo>
                    <a:pt x="315" y="1732"/>
                  </a:lnTo>
                  <a:lnTo>
                    <a:pt x="180" y="1979"/>
                  </a:lnTo>
                  <a:lnTo>
                    <a:pt x="113" y="2249"/>
                  </a:lnTo>
                  <a:lnTo>
                    <a:pt x="46" y="2518"/>
                  </a:lnTo>
                  <a:lnTo>
                    <a:pt x="23" y="2788"/>
                  </a:lnTo>
                  <a:lnTo>
                    <a:pt x="1" y="3058"/>
                  </a:lnTo>
                  <a:lnTo>
                    <a:pt x="46" y="3328"/>
                  </a:lnTo>
                  <a:lnTo>
                    <a:pt x="90" y="3597"/>
                  </a:lnTo>
                  <a:lnTo>
                    <a:pt x="158" y="3867"/>
                  </a:lnTo>
                  <a:lnTo>
                    <a:pt x="248" y="4159"/>
                  </a:lnTo>
                  <a:lnTo>
                    <a:pt x="360" y="4429"/>
                  </a:lnTo>
                  <a:lnTo>
                    <a:pt x="473" y="4699"/>
                  </a:lnTo>
                  <a:lnTo>
                    <a:pt x="630" y="4969"/>
                  </a:lnTo>
                  <a:lnTo>
                    <a:pt x="945" y="5486"/>
                  </a:lnTo>
                  <a:lnTo>
                    <a:pt x="1327" y="6003"/>
                  </a:lnTo>
                  <a:lnTo>
                    <a:pt x="1754" y="6497"/>
                  </a:lnTo>
                  <a:lnTo>
                    <a:pt x="2181" y="6969"/>
                  </a:lnTo>
                  <a:lnTo>
                    <a:pt x="2631" y="7396"/>
                  </a:lnTo>
                  <a:lnTo>
                    <a:pt x="3058" y="7801"/>
                  </a:lnTo>
                  <a:lnTo>
                    <a:pt x="3485" y="8161"/>
                  </a:lnTo>
                  <a:lnTo>
                    <a:pt x="3889" y="8475"/>
                  </a:lnTo>
                  <a:lnTo>
                    <a:pt x="4272" y="8745"/>
                  </a:lnTo>
                  <a:lnTo>
                    <a:pt x="4631" y="9015"/>
                  </a:lnTo>
                  <a:lnTo>
                    <a:pt x="5396" y="9487"/>
                  </a:lnTo>
                  <a:lnTo>
                    <a:pt x="6182" y="9914"/>
                  </a:lnTo>
                  <a:lnTo>
                    <a:pt x="6969" y="10319"/>
                  </a:lnTo>
                  <a:lnTo>
                    <a:pt x="7756" y="10701"/>
                  </a:lnTo>
                  <a:lnTo>
                    <a:pt x="8565" y="11083"/>
                  </a:lnTo>
                  <a:lnTo>
                    <a:pt x="10206" y="11847"/>
                  </a:lnTo>
                  <a:lnTo>
                    <a:pt x="10633" y="12072"/>
                  </a:lnTo>
                  <a:lnTo>
                    <a:pt x="11060" y="12319"/>
                  </a:lnTo>
                  <a:lnTo>
                    <a:pt x="11465" y="12544"/>
                  </a:lnTo>
                  <a:lnTo>
                    <a:pt x="11847" y="12814"/>
                  </a:lnTo>
                  <a:lnTo>
                    <a:pt x="12252" y="13084"/>
                  </a:lnTo>
                  <a:lnTo>
                    <a:pt x="12611" y="13353"/>
                  </a:lnTo>
                  <a:lnTo>
                    <a:pt x="13353" y="13915"/>
                  </a:lnTo>
                  <a:lnTo>
                    <a:pt x="14252" y="14769"/>
                  </a:lnTo>
                  <a:lnTo>
                    <a:pt x="15129" y="15624"/>
                  </a:lnTo>
                  <a:lnTo>
                    <a:pt x="15938" y="16500"/>
                  </a:lnTo>
                  <a:lnTo>
                    <a:pt x="16725" y="17422"/>
                  </a:lnTo>
                  <a:lnTo>
                    <a:pt x="17467" y="18344"/>
                  </a:lnTo>
                  <a:lnTo>
                    <a:pt x="18164" y="19288"/>
                  </a:lnTo>
                  <a:lnTo>
                    <a:pt x="18838" y="20254"/>
                  </a:lnTo>
                  <a:lnTo>
                    <a:pt x="19467" y="21221"/>
                  </a:lnTo>
                  <a:lnTo>
                    <a:pt x="20052" y="22233"/>
                  </a:lnTo>
                  <a:lnTo>
                    <a:pt x="20614" y="23244"/>
                  </a:lnTo>
                  <a:lnTo>
                    <a:pt x="21153" y="24278"/>
                  </a:lnTo>
                  <a:lnTo>
                    <a:pt x="21670" y="25312"/>
                  </a:lnTo>
                  <a:lnTo>
                    <a:pt x="22142" y="26391"/>
                  </a:lnTo>
                  <a:lnTo>
                    <a:pt x="22592" y="27448"/>
                  </a:lnTo>
                  <a:lnTo>
                    <a:pt x="23019" y="28549"/>
                  </a:lnTo>
                  <a:lnTo>
                    <a:pt x="23401" y="29651"/>
                  </a:lnTo>
                  <a:lnTo>
                    <a:pt x="23019" y="29538"/>
                  </a:lnTo>
                  <a:lnTo>
                    <a:pt x="22637" y="29426"/>
                  </a:lnTo>
                  <a:lnTo>
                    <a:pt x="22255" y="29268"/>
                  </a:lnTo>
                  <a:lnTo>
                    <a:pt x="21895" y="29111"/>
                  </a:lnTo>
                  <a:lnTo>
                    <a:pt x="21535" y="28909"/>
                  </a:lnTo>
                  <a:lnTo>
                    <a:pt x="21176" y="28707"/>
                  </a:lnTo>
                  <a:lnTo>
                    <a:pt x="20816" y="28482"/>
                  </a:lnTo>
                  <a:lnTo>
                    <a:pt x="20479" y="28234"/>
                  </a:lnTo>
                  <a:lnTo>
                    <a:pt x="20142" y="27987"/>
                  </a:lnTo>
                  <a:lnTo>
                    <a:pt x="19805" y="27717"/>
                  </a:lnTo>
                  <a:lnTo>
                    <a:pt x="19130" y="27133"/>
                  </a:lnTo>
                  <a:lnTo>
                    <a:pt x="18478" y="26526"/>
                  </a:lnTo>
                  <a:lnTo>
                    <a:pt x="17849" y="25897"/>
                  </a:lnTo>
                  <a:lnTo>
                    <a:pt x="16568" y="24593"/>
                  </a:lnTo>
                  <a:lnTo>
                    <a:pt x="15938" y="23941"/>
                  </a:lnTo>
                  <a:lnTo>
                    <a:pt x="15309" y="23312"/>
                  </a:lnTo>
                  <a:lnTo>
                    <a:pt x="14657" y="22705"/>
                  </a:lnTo>
                  <a:lnTo>
                    <a:pt x="14005" y="22165"/>
                  </a:lnTo>
                  <a:lnTo>
                    <a:pt x="13668" y="21895"/>
                  </a:lnTo>
                  <a:lnTo>
                    <a:pt x="13353" y="21648"/>
                  </a:lnTo>
                  <a:lnTo>
                    <a:pt x="13016" y="21423"/>
                  </a:lnTo>
                  <a:lnTo>
                    <a:pt x="12679" y="21221"/>
                  </a:lnTo>
                  <a:lnTo>
                    <a:pt x="12252" y="20974"/>
                  </a:lnTo>
                  <a:lnTo>
                    <a:pt x="11780" y="20726"/>
                  </a:lnTo>
                  <a:lnTo>
                    <a:pt x="11285" y="20502"/>
                  </a:lnTo>
                  <a:lnTo>
                    <a:pt x="10768" y="20277"/>
                  </a:lnTo>
                  <a:lnTo>
                    <a:pt x="10229" y="20075"/>
                  </a:lnTo>
                  <a:lnTo>
                    <a:pt x="9667" y="19895"/>
                  </a:lnTo>
                  <a:lnTo>
                    <a:pt x="9105" y="19760"/>
                  </a:lnTo>
                  <a:lnTo>
                    <a:pt x="8543" y="19647"/>
                  </a:lnTo>
                  <a:lnTo>
                    <a:pt x="8273" y="19625"/>
                  </a:lnTo>
                  <a:lnTo>
                    <a:pt x="8003" y="19602"/>
                  </a:lnTo>
                  <a:lnTo>
                    <a:pt x="7711" y="19602"/>
                  </a:lnTo>
                  <a:lnTo>
                    <a:pt x="7464" y="19625"/>
                  </a:lnTo>
                  <a:lnTo>
                    <a:pt x="7194" y="19670"/>
                  </a:lnTo>
                  <a:lnTo>
                    <a:pt x="6924" y="19715"/>
                  </a:lnTo>
                  <a:lnTo>
                    <a:pt x="6677" y="19782"/>
                  </a:lnTo>
                  <a:lnTo>
                    <a:pt x="6452" y="19872"/>
                  </a:lnTo>
                  <a:lnTo>
                    <a:pt x="6205" y="19962"/>
                  </a:lnTo>
                  <a:lnTo>
                    <a:pt x="5980" y="20097"/>
                  </a:lnTo>
                  <a:lnTo>
                    <a:pt x="5778" y="20254"/>
                  </a:lnTo>
                  <a:lnTo>
                    <a:pt x="5575" y="20434"/>
                  </a:lnTo>
                  <a:lnTo>
                    <a:pt x="5373" y="20637"/>
                  </a:lnTo>
                  <a:lnTo>
                    <a:pt x="5193" y="20861"/>
                  </a:lnTo>
                  <a:lnTo>
                    <a:pt x="5036" y="21109"/>
                  </a:lnTo>
                  <a:lnTo>
                    <a:pt x="4901" y="21378"/>
                  </a:lnTo>
                  <a:lnTo>
                    <a:pt x="4766" y="21648"/>
                  </a:lnTo>
                  <a:lnTo>
                    <a:pt x="4699" y="21918"/>
                  </a:lnTo>
                  <a:lnTo>
                    <a:pt x="4631" y="22165"/>
                  </a:lnTo>
                  <a:lnTo>
                    <a:pt x="4609" y="22435"/>
                  </a:lnTo>
                  <a:lnTo>
                    <a:pt x="4609" y="22682"/>
                  </a:lnTo>
                  <a:lnTo>
                    <a:pt x="4631" y="22952"/>
                  </a:lnTo>
                  <a:lnTo>
                    <a:pt x="4676" y="23199"/>
                  </a:lnTo>
                  <a:lnTo>
                    <a:pt x="4721" y="23446"/>
                  </a:lnTo>
                  <a:lnTo>
                    <a:pt x="4811" y="23694"/>
                  </a:lnTo>
                  <a:lnTo>
                    <a:pt x="4923" y="23941"/>
                  </a:lnTo>
                  <a:lnTo>
                    <a:pt x="5036" y="24188"/>
                  </a:lnTo>
                  <a:lnTo>
                    <a:pt x="5171" y="24435"/>
                  </a:lnTo>
                  <a:lnTo>
                    <a:pt x="5328" y="24660"/>
                  </a:lnTo>
                  <a:lnTo>
                    <a:pt x="5485" y="24908"/>
                  </a:lnTo>
                  <a:lnTo>
                    <a:pt x="5868" y="25357"/>
                  </a:lnTo>
                  <a:lnTo>
                    <a:pt x="6272" y="25784"/>
                  </a:lnTo>
                  <a:lnTo>
                    <a:pt x="6699" y="26189"/>
                  </a:lnTo>
                  <a:lnTo>
                    <a:pt x="7171" y="26593"/>
                  </a:lnTo>
                  <a:lnTo>
                    <a:pt x="7621" y="26953"/>
                  </a:lnTo>
                  <a:lnTo>
                    <a:pt x="8093" y="27290"/>
                  </a:lnTo>
                  <a:lnTo>
                    <a:pt x="8520" y="27605"/>
                  </a:lnTo>
                  <a:lnTo>
                    <a:pt x="9352" y="28122"/>
                  </a:lnTo>
                  <a:lnTo>
                    <a:pt x="10161" y="28594"/>
                  </a:lnTo>
                  <a:lnTo>
                    <a:pt x="10993" y="29021"/>
                  </a:lnTo>
                  <a:lnTo>
                    <a:pt x="11847" y="29403"/>
                  </a:lnTo>
                  <a:lnTo>
                    <a:pt x="12724" y="29741"/>
                  </a:lnTo>
                  <a:lnTo>
                    <a:pt x="13623" y="30033"/>
                  </a:lnTo>
                  <a:lnTo>
                    <a:pt x="14522" y="30303"/>
                  </a:lnTo>
                  <a:lnTo>
                    <a:pt x="15444" y="30527"/>
                  </a:lnTo>
                  <a:lnTo>
                    <a:pt x="16365" y="30707"/>
                  </a:lnTo>
                  <a:lnTo>
                    <a:pt x="17309" y="30864"/>
                  </a:lnTo>
                  <a:lnTo>
                    <a:pt x="18231" y="30977"/>
                  </a:lnTo>
                  <a:lnTo>
                    <a:pt x="19175" y="31044"/>
                  </a:lnTo>
                  <a:lnTo>
                    <a:pt x="20119" y="31112"/>
                  </a:lnTo>
                  <a:lnTo>
                    <a:pt x="22008" y="31112"/>
                  </a:lnTo>
                  <a:lnTo>
                    <a:pt x="22952" y="31089"/>
                  </a:lnTo>
                  <a:lnTo>
                    <a:pt x="23873" y="31022"/>
                  </a:lnTo>
                  <a:lnTo>
                    <a:pt x="24368" y="32685"/>
                  </a:lnTo>
                  <a:lnTo>
                    <a:pt x="24840" y="34349"/>
                  </a:lnTo>
                  <a:lnTo>
                    <a:pt x="25289" y="36057"/>
                  </a:lnTo>
                  <a:lnTo>
                    <a:pt x="25672" y="37766"/>
                  </a:lnTo>
                  <a:lnTo>
                    <a:pt x="26054" y="39496"/>
                  </a:lnTo>
                  <a:lnTo>
                    <a:pt x="26413" y="41227"/>
                  </a:lnTo>
                  <a:lnTo>
                    <a:pt x="26751" y="42981"/>
                  </a:lnTo>
                  <a:lnTo>
                    <a:pt x="27065" y="44734"/>
                  </a:lnTo>
                  <a:lnTo>
                    <a:pt x="26571" y="44262"/>
                  </a:lnTo>
                  <a:lnTo>
                    <a:pt x="26099" y="43745"/>
                  </a:lnTo>
                  <a:lnTo>
                    <a:pt x="25649" y="43228"/>
                  </a:lnTo>
                  <a:lnTo>
                    <a:pt x="25222" y="42711"/>
                  </a:lnTo>
                  <a:lnTo>
                    <a:pt x="24795" y="42171"/>
                  </a:lnTo>
                  <a:lnTo>
                    <a:pt x="24390" y="41632"/>
                  </a:lnTo>
                  <a:lnTo>
                    <a:pt x="23604" y="40531"/>
                  </a:lnTo>
                  <a:lnTo>
                    <a:pt x="22817" y="39407"/>
                  </a:lnTo>
                  <a:lnTo>
                    <a:pt x="22008" y="38283"/>
                  </a:lnTo>
                  <a:lnTo>
                    <a:pt x="21603" y="37721"/>
                  </a:lnTo>
                  <a:lnTo>
                    <a:pt x="21176" y="37181"/>
                  </a:lnTo>
                  <a:lnTo>
                    <a:pt x="20749" y="36642"/>
                  </a:lnTo>
                  <a:lnTo>
                    <a:pt x="20277" y="36102"/>
                  </a:lnTo>
                  <a:lnTo>
                    <a:pt x="19917" y="35675"/>
                  </a:lnTo>
                  <a:lnTo>
                    <a:pt x="19535" y="35270"/>
                  </a:lnTo>
                  <a:lnTo>
                    <a:pt x="19130" y="34888"/>
                  </a:lnTo>
                  <a:lnTo>
                    <a:pt x="18726" y="34506"/>
                  </a:lnTo>
                  <a:lnTo>
                    <a:pt x="18298" y="34146"/>
                  </a:lnTo>
                  <a:lnTo>
                    <a:pt x="17871" y="33809"/>
                  </a:lnTo>
                  <a:lnTo>
                    <a:pt x="17422" y="33517"/>
                  </a:lnTo>
                  <a:lnTo>
                    <a:pt x="16972" y="33247"/>
                  </a:lnTo>
                  <a:lnTo>
                    <a:pt x="16500" y="33000"/>
                  </a:lnTo>
                  <a:lnTo>
                    <a:pt x="16006" y="32798"/>
                  </a:lnTo>
                  <a:lnTo>
                    <a:pt x="15534" y="32640"/>
                  </a:lnTo>
                  <a:lnTo>
                    <a:pt x="15017" y="32528"/>
                  </a:lnTo>
                  <a:lnTo>
                    <a:pt x="14500" y="32483"/>
                  </a:lnTo>
                  <a:lnTo>
                    <a:pt x="14252" y="32461"/>
                  </a:lnTo>
                  <a:lnTo>
                    <a:pt x="13983" y="32483"/>
                  </a:lnTo>
                  <a:lnTo>
                    <a:pt x="13713" y="32483"/>
                  </a:lnTo>
                  <a:lnTo>
                    <a:pt x="13443" y="32528"/>
                  </a:lnTo>
                  <a:lnTo>
                    <a:pt x="13173" y="32573"/>
                  </a:lnTo>
                  <a:lnTo>
                    <a:pt x="12904" y="32640"/>
                  </a:lnTo>
                  <a:lnTo>
                    <a:pt x="12769" y="32685"/>
                  </a:lnTo>
                  <a:lnTo>
                    <a:pt x="12656" y="32730"/>
                  </a:lnTo>
                  <a:lnTo>
                    <a:pt x="12544" y="32798"/>
                  </a:lnTo>
                  <a:lnTo>
                    <a:pt x="12454" y="32865"/>
                  </a:lnTo>
                  <a:lnTo>
                    <a:pt x="12364" y="32955"/>
                  </a:lnTo>
                  <a:lnTo>
                    <a:pt x="12297" y="33045"/>
                  </a:lnTo>
                  <a:lnTo>
                    <a:pt x="12229" y="33157"/>
                  </a:lnTo>
                  <a:lnTo>
                    <a:pt x="12184" y="33270"/>
                  </a:lnTo>
                  <a:lnTo>
                    <a:pt x="12117" y="33517"/>
                  </a:lnTo>
                  <a:lnTo>
                    <a:pt x="12094" y="33787"/>
                  </a:lnTo>
                  <a:lnTo>
                    <a:pt x="12094" y="34101"/>
                  </a:lnTo>
                  <a:lnTo>
                    <a:pt x="12162" y="34439"/>
                  </a:lnTo>
                  <a:lnTo>
                    <a:pt x="12229" y="34821"/>
                  </a:lnTo>
                  <a:lnTo>
                    <a:pt x="12342" y="35203"/>
                  </a:lnTo>
                  <a:lnTo>
                    <a:pt x="12499" y="35608"/>
                  </a:lnTo>
                  <a:lnTo>
                    <a:pt x="12679" y="36035"/>
                  </a:lnTo>
                  <a:lnTo>
                    <a:pt x="12859" y="36462"/>
                  </a:lnTo>
                  <a:lnTo>
                    <a:pt x="13083" y="36911"/>
                  </a:lnTo>
                  <a:lnTo>
                    <a:pt x="13331" y="37383"/>
                  </a:lnTo>
                  <a:lnTo>
                    <a:pt x="13600" y="37855"/>
                  </a:lnTo>
                  <a:lnTo>
                    <a:pt x="14185" y="38800"/>
                  </a:lnTo>
                  <a:lnTo>
                    <a:pt x="14837" y="39744"/>
                  </a:lnTo>
                  <a:lnTo>
                    <a:pt x="15511" y="40665"/>
                  </a:lnTo>
                  <a:lnTo>
                    <a:pt x="16230" y="41565"/>
                  </a:lnTo>
                  <a:lnTo>
                    <a:pt x="16927" y="42374"/>
                  </a:lnTo>
                  <a:lnTo>
                    <a:pt x="17647" y="43116"/>
                  </a:lnTo>
                  <a:lnTo>
                    <a:pt x="17984" y="43453"/>
                  </a:lnTo>
                  <a:lnTo>
                    <a:pt x="18321" y="43767"/>
                  </a:lnTo>
                  <a:lnTo>
                    <a:pt x="18658" y="44037"/>
                  </a:lnTo>
                  <a:lnTo>
                    <a:pt x="18973" y="44285"/>
                  </a:lnTo>
                  <a:lnTo>
                    <a:pt x="19288" y="44487"/>
                  </a:lnTo>
                  <a:lnTo>
                    <a:pt x="19715" y="44757"/>
                  </a:lnTo>
                  <a:lnTo>
                    <a:pt x="20861" y="45408"/>
                  </a:lnTo>
                  <a:lnTo>
                    <a:pt x="22255" y="46150"/>
                  </a:lnTo>
                  <a:lnTo>
                    <a:pt x="23738" y="46915"/>
                  </a:lnTo>
                  <a:lnTo>
                    <a:pt x="25177" y="47634"/>
                  </a:lnTo>
                  <a:lnTo>
                    <a:pt x="26436" y="48241"/>
                  </a:lnTo>
                  <a:lnTo>
                    <a:pt x="27358" y="48645"/>
                  </a:lnTo>
                  <a:lnTo>
                    <a:pt x="27650" y="48758"/>
                  </a:lnTo>
                  <a:lnTo>
                    <a:pt x="27785" y="48780"/>
                  </a:lnTo>
                  <a:lnTo>
                    <a:pt x="28324" y="51703"/>
                  </a:lnTo>
                  <a:lnTo>
                    <a:pt x="28864" y="54625"/>
                  </a:lnTo>
                  <a:lnTo>
                    <a:pt x="29156" y="56086"/>
                  </a:lnTo>
                  <a:lnTo>
                    <a:pt x="29471" y="57525"/>
                  </a:lnTo>
                  <a:lnTo>
                    <a:pt x="29785" y="58963"/>
                  </a:lnTo>
                  <a:lnTo>
                    <a:pt x="30145" y="60402"/>
                  </a:lnTo>
                  <a:lnTo>
                    <a:pt x="29336" y="59683"/>
                  </a:lnTo>
                  <a:lnTo>
                    <a:pt x="28571" y="58941"/>
                  </a:lnTo>
                  <a:lnTo>
                    <a:pt x="27830" y="58199"/>
                  </a:lnTo>
                  <a:lnTo>
                    <a:pt x="27110" y="57435"/>
                  </a:lnTo>
                  <a:lnTo>
                    <a:pt x="26413" y="56648"/>
                  </a:lnTo>
                  <a:lnTo>
                    <a:pt x="25717" y="55861"/>
                  </a:lnTo>
                  <a:lnTo>
                    <a:pt x="24345" y="54265"/>
                  </a:lnTo>
                  <a:lnTo>
                    <a:pt x="22997" y="52647"/>
                  </a:lnTo>
                  <a:lnTo>
                    <a:pt x="21648" y="51028"/>
                  </a:lnTo>
                  <a:lnTo>
                    <a:pt x="20951" y="50241"/>
                  </a:lnTo>
                  <a:lnTo>
                    <a:pt x="20254" y="49455"/>
                  </a:lnTo>
                  <a:lnTo>
                    <a:pt x="19535" y="48668"/>
                  </a:lnTo>
                  <a:lnTo>
                    <a:pt x="18816" y="47904"/>
                  </a:lnTo>
                  <a:lnTo>
                    <a:pt x="18501" y="47589"/>
                  </a:lnTo>
                  <a:lnTo>
                    <a:pt x="18164" y="47297"/>
                  </a:lnTo>
                  <a:lnTo>
                    <a:pt x="17804" y="46982"/>
                  </a:lnTo>
                  <a:lnTo>
                    <a:pt x="17422" y="46690"/>
                  </a:lnTo>
                  <a:lnTo>
                    <a:pt x="17017" y="46420"/>
                  </a:lnTo>
                  <a:lnTo>
                    <a:pt x="16613" y="46195"/>
                  </a:lnTo>
                  <a:lnTo>
                    <a:pt x="16185" y="45993"/>
                  </a:lnTo>
                  <a:lnTo>
                    <a:pt x="15781" y="45836"/>
                  </a:lnTo>
                  <a:lnTo>
                    <a:pt x="15579" y="45768"/>
                  </a:lnTo>
                  <a:lnTo>
                    <a:pt x="15376" y="45723"/>
                  </a:lnTo>
                  <a:lnTo>
                    <a:pt x="15151" y="45701"/>
                  </a:lnTo>
                  <a:lnTo>
                    <a:pt x="14949" y="45678"/>
                  </a:lnTo>
                  <a:lnTo>
                    <a:pt x="14747" y="45678"/>
                  </a:lnTo>
                  <a:lnTo>
                    <a:pt x="14567" y="45723"/>
                  </a:lnTo>
                  <a:lnTo>
                    <a:pt x="14365" y="45746"/>
                  </a:lnTo>
                  <a:lnTo>
                    <a:pt x="14185" y="45813"/>
                  </a:lnTo>
                  <a:lnTo>
                    <a:pt x="14005" y="45903"/>
                  </a:lnTo>
                  <a:lnTo>
                    <a:pt x="13825" y="46015"/>
                  </a:lnTo>
                  <a:lnTo>
                    <a:pt x="13645" y="46150"/>
                  </a:lnTo>
                  <a:lnTo>
                    <a:pt x="13466" y="46308"/>
                  </a:lnTo>
                  <a:lnTo>
                    <a:pt x="13308" y="46487"/>
                  </a:lnTo>
                  <a:lnTo>
                    <a:pt x="13173" y="46690"/>
                  </a:lnTo>
                  <a:lnTo>
                    <a:pt x="13016" y="46937"/>
                  </a:lnTo>
                  <a:lnTo>
                    <a:pt x="12881" y="47184"/>
                  </a:lnTo>
                  <a:lnTo>
                    <a:pt x="12769" y="47477"/>
                  </a:lnTo>
                  <a:lnTo>
                    <a:pt x="12679" y="47769"/>
                  </a:lnTo>
                  <a:lnTo>
                    <a:pt x="12611" y="48061"/>
                  </a:lnTo>
                  <a:lnTo>
                    <a:pt x="12566" y="48353"/>
                  </a:lnTo>
                  <a:lnTo>
                    <a:pt x="12544" y="48623"/>
                  </a:lnTo>
                  <a:lnTo>
                    <a:pt x="12566" y="48915"/>
                  </a:lnTo>
                  <a:lnTo>
                    <a:pt x="12589" y="49207"/>
                  </a:lnTo>
                  <a:lnTo>
                    <a:pt x="12634" y="49500"/>
                  </a:lnTo>
                  <a:lnTo>
                    <a:pt x="12701" y="49769"/>
                  </a:lnTo>
                  <a:lnTo>
                    <a:pt x="12791" y="50062"/>
                  </a:lnTo>
                  <a:lnTo>
                    <a:pt x="12904" y="50331"/>
                  </a:lnTo>
                  <a:lnTo>
                    <a:pt x="13038" y="50601"/>
                  </a:lnTo>
                  <a:lnTo>
                    <a:pt x="13173" y="50893"/>
                  </a:lnTo>
                  <a:lnTo>
                    <a:pt x="13331" y="51163"/>
                  </a:lnTo>
                  <a:lnTo>
                    <a:pt x="13668" y="51680"/>
                  </a:lnTo>
                  <a:lnTo>
                    <a:pt x="14050" y="52197"/>
                  </a:lnTo>
                  <a:lnTo>
                    <a:pt x="14455" y="52692"/>
                  </a:lnTo>
                  <a:lnTo>
                    <a:pt x="14904" y="53164"/>
                  </a:lnTo>
                  <a:lnTo>
                    <a:pt x="15354" y="53636"/>
                  </a:lnTo>
                  <a:lnTo>
                    <a:pt x="15803" y="54063"/>
                  </a:lnTo>
                  <a:lnTo>
                    <a:pt x="16253" y="54468"/>
                  </a:lnTo>
                  <a:lnTo>
                    <a:pt x="17085" y="55164"/>
                  </a:lnTo>
                  <a:lnTo>
                    <a:pt x="17804" y="55771"/>
                  </a:lnTo>
                  <a:lnTo>
                    <a:pt x="18523" y="56333"/>
                  </a:lnTo>
                  <a:lnTo>
                    <a:pt x="19243" y="56895"/>
                  </a:lnTo>
                  <a:lnTo>
                    <a:pt x="19962" y="57412"/>
                  </a:lnTo>
                  <a:lnTo>
                    <a:pt x="20681" y="57929"/>
                  </a:lnTo>
                  <a:lnTo>
                    <a:pt x="21446" y="58401"/>
                  </a:lnTo>
                  <a:lnTo>
                    <a:pt x="22210" y="58873"/>
                  </a:lnTo>
                  <a:lnTo>
                    <a:pt x="22997" y="59323"/>
                  </a:lnTo>
                  <a:lnTo>
                    <a:pt x="23806" y="59750"/>
                  </a:lnTo>
                  <a:lnTo>
                    <a:pt x="24638" y="60155"/>
                  </a:lnTo>
                  <a:lnTo>
                    <a:pt x="25514" y="60537"/>
                  </a:lnTo>
                  <a:lnTo>
                    <a:pt x="26436" y="60897"/>
                  </a:lnTo>
                  <a:lnTo>
                    <a:pt x="27402" y="61234"/>
                  </a:lnTo>
                  <a:lnTo>
                    <a:pt x="28414" y="61571"/>
                  </a:lnTo>
                  <a:lnTo>
                    <a:pt x="29471" y="61886"/>
                  </a:lnTo>
                  <a:lnTo>
                    <a:pt x="30595" y="62178"/>
                  </a:lnTo>
                  <a:lnTo>
                    <a:pt x="31067" y="63841"/>
                  </a:lnTo>
                  <a:lnTo>
                    <a:pt x="31606" y="65505"/>
                  </a:lnTo>
                  <a:lnTo>
                    <a:pt x="32168" y="67146"/>
                  </a:lnTo>
                  <a:lnTo>
                    <a:pt x="32460" y="67955"/>
                  </a:lnTo>
                  <a:lnTo>
                    <a:pt x="32775" y="68764"/>
                  </a:lnTo>
                  <a:lnTo>
                    <a:pt x="33112" y="69573"/>
                  </a:lnTo>
                  <a:lnTo>
                    <a:pt x="33449" y="70360"/>
                  </a:lnTo>
                  <a:lnTo>
                    <a:pt x="33809" y="71147"/>
                  </a:lnTo>
                  <a:lnTo>
                    <a:pt x="34169" y="71911"/>
                  </a:lnTo>
                  <a:lnTo>
                    <a:pt x="34551" y="72698"/>
                  </a:lnTo>
                  <a:lnTo>
                    <a:pt x="34955" y="73462"/>
                  </a:lnTo>
                  <a:lnTo>
                    <a:pt x="35383" y="74204"/>
                  </a:lnTo>
                  <a:lnTo>
                    <a:pt x="35832" y="74946"/>
                  </a:lnTo>
                  <a:lnTo>
                    <a:pt x="35900" y="75058"/>
                  </a:lnTo>
                  <a:lnTo>
                    <a:pt x="35989" y="75148"/>
                  </a:lnTo>
                  <a:lnTo>
                    <a:pt x="36102" y="75193"/>
                  </a:lnTo>
                  <a:lnTo>
                    <a:pt x="36214" y="75216"/>
                  </a:lnTo>
                  <a:lnTo>
                    <a:pt x="36304" y="75216"/>
                  </a:lnTo>
                  <a:lnTo>
                    <a:pt x="36417" y="75193"/>
                  </a:lnTo>
                  <a:lnTo>
                    <a:pt x="36529" y="75148"/>
                  </a:lnTo>
                  <a:lnTo>
                    <a:pt x="36619" y="75081"/>
                  </a:lnTo>
                  <a:lnTo>
                    <a:pt x="36709" y="75013"/>
                  </a:lnTo>
                  <a:lnTo>
                    <a:pt x="36776" y="74923"/>
                  </a:lnTo>
                  <a:lnTo>
                    <a:pt x="36844" y="74811"/>
                  </a:lnTo>
                  <a:lnTo>
                    <a:pt x="36889" y="74699"/>
                  </a:lnTo>
                  <a:lnTo>
                    <a:pt x="36911" y="74586"/>
                  </a:lnTo>
                  <a:lnTo>
                    <a:pt x="36911" y="74451"/>
                  </a:lnTo>
                  <a:lnTo>
                    <a:pt x="36866" y="74339"/>
                  </a:lnTo>
                  <a:lnTo>
                    <a:pt x="36799" y="74204"/>
                  </a:lnTo>
                  <a:lnTo>
                    <a:pt x="36394" y="73485"/>
                  </a:lnTo>
                  <a:lnTo>
                    <a:pt x="35989" y="72743"/>
                  </a:lnTo>
                  <a:lnTo>
                    <a:pt x="35585" y="72001"/>
                  </a:lnTo>
                  <a:lnTo>
                    <a:pt x="35225" y="71237"/>
                  </a:lnTo>
                  <a:lnTo>
                    <a:pt x="34843" y="70473"/>
                  </a:lnTo>
                  <a:lnTo>
                    <a:pt x="34506" y="69686"/>
                  </a:lnTo>
                  <a:lnTo>
                    <a:pt x="34169" y="68877"/>
                  </a:lnTo>
                  <a:lnTo>
                    <a:pt x="33831" y="68090"/>
                  </a:lnTo>
                  <a:lnTo>
                    <a:pt x="33539" y="67258"/>
                  </a:lnTo>
                  <a:lnTo>
                    <a:pt x="33225" y="66449"/>
                  </a:lnTo>
                  <a:lnTo>
                    <a:pt x="32663" y="64785"/>
                  </a:lnTo>
                  <a:lnTo>
                    <a:pt x="32146" y="63099"/>
                  </a:lnTo>
                  <a:lnTo>
                    <a:pt x="31673" y="61391"/>
                  </a:lnTo>
                  <a:lnTo>
                    <a:pt x="32325" y="60762"/>
                  </a:lnTo>
                  <a:lnTo>
                    <a:pt x="33202" y="59863"/>
                  </a:lnTo>
                  <a:lnTo>
                    <a:pt x="34191" y="58784"/>
                  </a:lnTo>
                  <a:lnTo>
                    <a:pt x="35315" y="57525"/>
                  </a:lnTo>
                  <a:lnTo>
                    <a:pt x="36462" y="56131"/>
                  </a:lnTo>
                  <a:lnTo>
                    <a:pt x="37046" y="55389"/>
                  </a:lnTo>
                  <a:lnTo>
                    <a:pt x="37630" y="54625"/>
                  </a:lnTo>
                  <a:lnTo>
                    <a:pt x="38215" y="53861"/>
                  </a:lnTo>
                  <a:lnTo>
                    <a:pt x="38777" y="53074"/>
                  </a:lnTo>
                  <a:lnTo>
                    <a:pt x="39294" y="52287"/>
                  </a:lnTo>
                  <a:lnTo>
                    <a:pt x="39811" y="51500"/>
                  </a:lnTo>
                  <a:lnTo>
                    <a:pt x="40283" y="50714"/>
                  </a:lnTo>
                  <a:lnTo>
                    <a:pt x="40733" y="49927"/>
                  </a:lnTo>
                  <a:lnTo>
                    <a:pt x="41137" y="49162"/>
                  </a:lnTo>
                  <a:lnTo>
                    <a:pt x="41474" y="48398"/>
                  </a:lnTo>
                  <a:lnTo>
                    <a:pt x="41767" y="47679"/>
                  </a:lnTo>
                  <a:lnTo>
                    <a:pt x="42014" y="46960"/>
                  </a:lnTo>
                  <a:lnTo>
                    <a:pt x="42104" y="46622"/>
                  </a:lnTo>
                  <a:lnTo>
                    <a:pt x="42171" y="46285"/>
                  </a:lnTo>
                  <a:lnTo>
                    <a:pt x="42239" y="45970"/>
                  </a:lnTo>
                  <a:lnTo>
                    <a:pt x="42261" y="45656"/>
                  </a:lnTo>
                  <a:lnTo>
                    <a:pt x="42284" y="45341"/>
                  </a:lnTo>
                  <a:lnTo>
                    <a:pt x="42284" y="45049"/>
                  </a:lnTo>
                  <a:lnTo>
                    <a:pt x="42261" y="44757"/>
                  </a:lnTo>
                  <a:lnTo>
                    <a:pt x="42216" y="44487"/>
                  </a:lnTo>
                  <a:lnTo>
                    <a:pt x="42149" y="44217"/>
                  </a:lnTo>
                  <a:lnTo>
                    <a:pt x="42059" y="43970"/>
                  </a:lnTo>
                  <a:lnTo>
                    <a:pt x="41946" y="43723"/>
                  </a:lnTo>
                  <a:lnTo>
                    <a:pt x="41812" y="43498"/>
                  </a:lnTo>
                  <a:lnTo>
                    <a:pt x="41654" y="43295"/>
                  </a:lnTo>
                  <a:lnTo>
                    <a:pt x="41474" y="43093"/>
                  </a:lnTo>
                  <a:lnTo>
                    <a:pt x="41250" y="42913"/>
                  </a:lnTo>
                  <a:lnTo>
                    <a:pt x="41002" y="42756"/>
                  </a:lnTo>
                  <a:lnTo>
                    <a:pt x="40733" y="42599"/>
                  </a:lnTo>
                  <a:lnTo>
                    <a:pt x="40440" y="42464"/>
                  </a:lnTo>
                  <a:lnTo>
                    <a:pt x="40103" y="42351"/>
                  </a:lnTo>
                  <a:lnTo>
                    <a:pt x="39766" y="42261"/>
                  </a:lnTo>
                  <a:lnTo>
                    <a:pt x="39496" y="42216"/>
                  </a:lnTo>
                  <a:lnTo>
                    <a:pt x="39226" y="42194"/>
                  </a:lnTo>
                  <a:lnTo>
                    <a:pt x="38979" y="42194"/>
                  </a:lnTo>
                  <a:lnTo>
                    <a:pt x="38732" y="42216"/>
                  </a:lnTo>
                  <a:lnTo>
                    <a:pt x="38485" y="42261"/>
                  </a:lnTo>
                  <a:lnTo>
                    <a:pt x="38260" y="42329"/>
                  </a:lnTo>
                  <a:lnTo>
                    <a:pt x="38035" y="42419"/>
                  </a:lnTo>
                  <a:lnTo>
                    <a:pt x="37810" y="42531"/>
                  </a:lnTo>
                  <a:lnTo>
                    <a:pt x="37585" y="42644"/>
                  </a:lnTo>
                  <a:lnTo>
                    <a:pt x="37361" y="42778"/>
                  </a:lnTo>
                  <a:lnTo>
                    <a:pt x="37158" y="42936"/>
                  </a:lnTo>
                  <a:lnTo>
                    <a:pt x="36956" y="43116"/>
                  </a:lnTo>
                  <a:lnTo>
                    <a:pt x="36574" y="43475"/>
                  </a:lnTo>
                  <a:lnTo>
                    <a:pt x="36214" y="43902"/>
                  </a:lnTo>
                  <a:lnTo>
                    <a:pt x="35877" y="44352"/>
                  </a:lnTo>
                  <a:lnTo>
                    <a:pt x="35562" y="44802"/>
                  </a:lnTo>
                  <a:lnTo>
                    <a:pt x="35270" y="45296"/>
                  </a:lnTo>
                  <a:lnTo>
                    <a:pt x="35000" y="45768"/>
                  </a:lnTo>
                  <a:lnTo>
                    <a:pt x="34753" y="46263"/>
                  </a:lnTo>
                  <a:lnTo>
                    <a:pt x="34528" y="46712"/>
                  </a:lnTo>
                  <a:lnTo>
                    <a:pt x="34146" y="47566"/>
                  </a:lnTo>
                  <a:lnTo>
                    <a:pt x="33674" y="48623"/>
                  </a:lnTo>
                  <a:lnTo>
                    <a:pt x="33270" y="49702"/>
                  </a:lnTo>
                  <a:lnTo>
                    <a:pt x="32887" y="50803"/>
                  </a:lnTo>
                  <a:lnTo>
                    <a:pt x="32550" y="51905"/>
                  </a:lnTo>
                  <a:lnTo>
                    <a:pt x="32438" y="52332"/>
                  </a:lnTo>
                  <a:lnTo>
                    <a:pt x="32325" y="52782"/>
                  </a:lnTo>
                  <a:lnTo>
                    <a:pt x="32123" y="53681"/>
                  </a:lnTo>
                  <a:lnTo>
                    <a:pt x="31966" y="54602"/>
                  </a:lnTo>
                  <a:lnTo>
                    <a:pt x="31831" y="55547"/>
                  </a:lnTo>
                  <a:lnTo>
                    <a:pt x="31673" y="56491"/>
                  </a:lnTo>
                  <a:lnTo>
                    <a:pt x="31516" y="57412"/>
                  </a:lnTo>
                  <a:lnTo>
                    <a:pt x="31336" y="58334"/>
                  </a:lnTo>
                  <a:lnTo>
                    <a:pt x="31112" y="59233"/>
                  </a:lnTo>
                  <a:lnTo>
                    <a:pt x="30774" y="57794"/>
                  </a:lnTo>
                  <a:lnTo>
                    <a:pt x="30460" y="56378"/>
                  </a:lnTo>
                  <a:lnTo>
                    <a:pt x="30167" y="54985"/>
                  </a:lnTo>
                  <a:lnTo>
                    <a:pt x="29898" y="53591"/>
                  </a:lnTo>
                  <a:lnTo>
                    <a:pt x="29381" y="50758"/>
                  </a:lnTo>
                  <a:lnTo>
                    <a:pt x="28886" y="47926"/>
                  </a:lnTo>
                  <a:lnTo>
                    <a:pt x="29313" y="47769"/>
                  </a:lnTo>
                  <a:lnTo>
                    <a:pt x="29718" y="47566"/>
                  </a:lnTo>
                  <a:lnTo>
                    <a:pt x="30100" y="47342"/>
                  </a:lnTo>
                  <a:lnTo>
                    <a:pt x="30460" y="47072"/>
                  </a:lnTo>
                  <a:lnTo>
                    <a:pt x="30819" y="46802"/>
                  </a:lnTo>
                  <a:lnTo>
                    <a:pt x="31156" y="46510"/>
                  </a:lnTo>
                  <a:lnTo>
                    <a:pt x="31494" y="46195"/>
                  </a:lnTo>
                  <a:lnTo>
                    <a:pt x="31808" y="45858"/>
                  </a:lnTo>
                  <a:lnTo>
                    <a:pt x="32123" y="45498"/>
                  </a:lnTo>
                  <a:lnTo>
                    <a:pt x="32415" y="45161"/>
                  </a:lnTo>
                  <a:lnTo>
                    <a:pt x="32977" y="44419"/>
                  </a:lnTo>
                  <a:lnTo>
                    <a:pt x="33494" y="43678"/>
                  </a:lnTo>
                  <a:lnTo>
                    <a:pt x="34011" y="42958"/>
                  </a:lnTo>
                  <a:lnTo>
                    <a:pt x="35068" y="41430"/>
                  </a:lnTo>
                  <a:lnTo>
                    <a:pt x="36147" y="39924"/>
                  </a:lnTo>
                  <a:lnTo>
                    <a:pt x="36686" y="39159"/>
                  </a:lnTo>
                  <a:lnTo>
                    <a:pt x="37203" y="38373"/>
                  </a:lnTo>
                  <a:lnTo>
                    <a:pt x="37698" y="37608"/>
                  </a:lnTo>
                  <a:lnTo>
                    <a:pt x="38192" y="36821"/>
                  </a:lnTo>
                  <a:lnTo>
                    <a:pt x="38507" y="36237"/>
                  </a:lnTo>
                  <a:lnTo>
                    <a:pt x="38822" y="35585"/>
                  </a:lnTo>
                  <a:lnTo>
                    <a:pt x="39137" y="34866"/>
                  </a:lnTo>
                  <a:lnTo>
                    <a:pt x="39406" y="34101"/>
                  </a:lnTo>
                  <a:lnTo>
                    <a:pt x="39676" y="33270"/>
                  </a:lnTo>
                  <a:lnTo>
                    <a:pt x="39878" y="32438"/>
                  </a:lnTo>
                  <a:lnTo>
                    <a:pt x="39968" y="32011"/>
                  </a:lnTo>
                  <a:lnTo>
                    <a:pt x="40036" y="31584"/>
                  </a:lnTo>
                  <a:lnTo>
                    <a:pt x="40103" y="31157"/>
                  </a:lnTo>
                  <a:lnTo>
                    <a:pt x="40148" y="30730"/>
                  </a:lnTo>
                  <a:lnTo>
                    <a:pt x="40171" y="30303"/>
                  </a:lnTo>
                  <a:lnTo>
                    <a:pt x="40148" y="29898"/>
                  </a:lnTo>
                  <a:lnTo>
                    <a:pt x="40126" y="29493"/>
                  </a:lnTo>
                  <a:lnTo>
                    <a:pt x="40081" y="29089"/>
                  </a:lnTo>
                  <a:lnTo>
                    <a:pt x="40013" y="28707"/>
                  </a:lnTo>
                  <a:lnTo>
                    <a:pt x="39923" y="28324"/>
                  </a:lnTo>
                  <a:lnTo>
                    <a:pt x="39788" y="27987"/>
                  </a:lnTo>
                  <a:lnTo>
                    <a:pt x="39631" y="27650"/>
                  </a:lnTo>
                  <a:lnTo>
                    <a:pt x="39451" y="27313"/>
                  </a:lnTo>
                  <a:lnTo>
                    <a:pt x="39226" y="27021"/>
                  </a:lnTo>
                  <a:lnTo>
                    <a:pt x="38979" y="26751"/>
                  </a:lnTo>
                  <a:lnTo>
                    <a:pt x="38687" y="26504"/>
                  </a:lnTo>
                  <a:lnTo>
                    <a:pt x="38372" y="26256"/>
                  </a:lnTo>
                  <a:lnTo>
                    <a:pt x="38013" y="26076"/>
                  </a:lnTo>
                  <a:lnTo>
                    <a:pt x="37608" y="25897"/>
                  </a:lnTo>
                  <a:lnTo>
                    <a:pt x="37158" y="25762"/>
                  </a:lnTo>
                  <a:lnTo>
                    <a:pt x="36866" y="25694"/>
                  </a:lnTo>
                  <a:lnTo>
                    <a:pt x="36574" y="25672"/>
                  </a:lnTo>
                  <a:lnTo>
                    <a:pt x="36282" y="25672"/>
                  </a:lnTo>
                  <a:lnTo>
                    <a:pt x="36012" y="25717"/>
                  </a:lnTo>
                  <a:lnTo>
                    <a:pt x="35742" y="25784"/>
                  </a:lnTo>
                  <a:lnTo>
                    <a:pt x="35495" y="25874"/>
                  </a:lnTo>
                  <a:lnTo>
                    <a:pt x="35225" y="25987"/>
                  </a:lnTo>
                  <a:lnTo>
                    <a:pt x="34978" y="26121"/>
                  </a:lnTo>
                  <a:lnTo>
                    <a:pt x="34753" y="26279"/>
                  </a:lnTo>
                  <a:lnTo>
                    <a:pt x="34528" y="26459"/>
                  </a:lnTo>
                  <a:lnTo>
                    <a:pt x="34304" y="26661"/>
                  </a:lnTo>
                  <a:lnTo>
                    <a:pt x="34079" y="26886"/>
                  </a:lnTo>
                  <a:lnTo>
                    <a:pt x="33876" y="27110"/>
                  </a:lnTo>
                  <a:lnTo>
                    <a:pt x="33674" y="27358"/>
                  </a:lnTo>
                  <a:lnTo>
                    <a:pt x="33292" y="27897"/>
                  </a:lnTo>
                  <a:lnTo>
                    <a:pt x="32932" y="28459"/>
                  </a:lnTo>
                  <a:lnTo>
                    <a:pt x="32618" y="29044"/>
                  </a:lnTo>
                  <a:lnTo>
                    <a:pt x="32325" y="29651"/>
                  </a:lnTo>
                  <a:lnTo>
                    <a:pt x="32056" y="30235"/>
                  </a:lnTo>
                  <a:lnTo>
                    <a:pt x="31808" y="30820"/>
                  </a:lnTo>
                  <a:lnTo>
                    <a:pt x="31584" y="31359"/>
                  </a:lnTo>
                  <a:lnTo>
                    <a:pt x="31224" y="32303"/>
                  </a:lnTo>
                  <a:lnTo>
                    <a:pt x="30797" y="33517"/>
                  </a:lnTo>
                  <a:lnTo>
                    <a:pt x="30572" y="34146"/>
                  </a:lnTo>
                  <a:lnTo>
                    <a:pt x="30392" y="34776"/>
                  </a:lnTo>
                  <a:lnTo>
                    <a:pt x="30212" y="35405"/>
                  </a:lnTo>
                  <a:lnTo>
                    <a:pt x="30055" y="36035"/>
                  </a:lnTo>
                  <a:lnTo>
                    <a:pt x="29898" y="36664"/>
                  </a:lnTo>
                  <a:lnTo>
                    <a:pt x="29785" y="37316"/>
                  </a:lnTo>
                  <a:lnTo>
                    <a:pt x="29628" y="38350"/>
                  </a:lnTo>
                  <a:lnTo>
                    <a:pt x="29516" y="39384"/>
                  </a:lnTo>
                  <a:lnTo>
                    <a:pt x="29313" y="41475"/>
                  </a:lnTo>
                  <a:lnTo>
                    <a:pt x="29178" y="42509"/>
                  </a:lnTo>
                  <a:lnTo>
                    <a:pt x="29111" y="43003"/>
                  </a:lnTo>
                  <a:lnTo>
                    <a:pt x="29021" y="43520"/>
                  </a:lnTo>
                  <a:lnTo>
                    <a:pt x="28909" y="44015"/>
                  </a:lnTo>
                  <a:lnTo>
                    <a:pt x="28796" y="44509"/>
                  </a:lnTo>
                  <a:lnTo>
                    <a:pt x="28639" y="45004"/>
                  </a:lnTo>
                  <a:lnTo>
                    <a:pt x="28481" y="45498"/>
                  </a:lnTo>
                  <a:lnTo>
                    <a:pt x="28009" y="42823"/>
                  </a:lnTo>
                  <a:lnTo>
                    <a:pt x="27515" y="40171"/>
                  </a:lnTo>
                  <a:lnTo>
                    <a:pt x="27245" y="38845"/>
                  </a:lnTo>
                  <a:lnTo>
                    <a:pt x="26975" y="37518"/>
                  </a:lnTo>
                  <a:lnTo>
                    <a:pt x="26661" y="36192"/>
                  </a:lnTo>
                  <a:lnTo>
                    <a:pt x="26346" y="34888"/>
                  </a:lnTo>
                  <a:lnTo>
                    <a:pt x="26099" y="33944"/>
                  </a:lnTo>
                  <a:lnTo>
                    <a:pt x="25851" y="33000"/>
                  </a:lnTo>
                  <a:lnTo>
                    <a:pt x="25559" y="32056"/>
                  </a:lnTo>
                  <a:lnTo>
                    <a:pt x="25267" y="31112"/>
                  </a:lnTo>
                  <a:lnTo>
                    <a:pt x="25357" y="30999"/>
                  </a:lnTo>
                  <a:lnTo>
                    <a:pt x="25537" y="30685"/>
                  </a:lnTo>
                  <a:lnTo>
                    <a:pt x="26144" y="29561"/>
                  </a:lnTo>
                  <a:lnTo>
                    <a:pt x="26526" y="28796"/>
                  </a:lnTo>
                  <a:lnTo>
                    <a:pt x="26953" y="27897"/>
                  </a:lnTo>
                  <a:lnTo>
                    <a:pt x="27425" y="26908"/>
                  </a:lnTo>
                  <a:lnTo>
                    <a:pt x="27875" y="25852"/>
                  </a:lnTo>
                  <a:lnTo>
                    <a:pt x="28347" y="24750"/>
                  </a:lnTo>
                  <a:lnTo>
                    <a:pt x="28796" y="23604"/>
                  </a:lnTo>
                  <a:lnTo>
                    <a:pt x="29223" y="22457"/>
                  </a:lnTo>
                  <a:lnTo>
                    <a:pt x="29583" y="21288"/>
                  </a:lnTo>
                  <a:lnTo>
                    <a:pt x="29740" y="20726"/>
                  </a:lnTo>
                  <a:lnTo>
                    <a:pt x="29898" y="20164"/>
                  </a:lnTo>
                  <a:lnTo>
                    <a:pt x="30010" y="19625"/>
                  </a:lnTo>
                  <a:lnTo>
                    <a:pt x="30122" y="19085"/>
                  </a:lnTo>
                  <a:lnTo>
                    <a:pt x="30212" y="18591"/>
                  </a:lnTo>
                  <a:lnTo>
                    <a:pt x="30257" y="18096"/>
                  </a:lnTo>
                  <a:lnTo>
                    <a:pt x="30302" y="17602"/>
                  </a:lnTo>
                  <a:lnTo>
                    <a:pt x="30302" y="17152"/>
                  </a:lnTo>
                  <a:lnTo>
                    <a:pt x="30280" y="16568"/>
                  </a:lnTo>
                  <a:lnTo>
                    <a:pt x="30235" y="15916"/>
                  </a:lnTo>
                  <a:lnTo>
                    <a:pt x="30145" y="15219"/>
                  </a:lnTo>
                  <a:lnTo>
                    <a:pt x="30010" y="14455"/>
                  </a:lnTo>
                  <a:lnTo>
                    <a:pt x="29853" y="13668"/>
                  </a:lnTo>
                  <a:lnTo>
                    <a:pt x="29650" y="12881"/>
                  </a:lnTo>
                  <a:lnTo>
                    <a:pt x="29403" y="12094"/>
                  </a:lnTo>
                  <a:lnTo>
                    <a:pt x="29133" y="11308"/>
                  </a:lnTo>
                  <a:lnTo>
                    <a:pt x="28976" y="10926"/>
                  </a:lnTo>
                  <a:lnTo>
                    <a:pt x="28819" y="10543"/>
                  </a:lnTo>
                  <a:lnTo>
                    <a:pt x="28639" y="10184"/>
                  </a:lnTo>
                  <a:lnTo>
                    <a:pt x="28437" y="9847"/>
                  </a:lnTo>
                  <a:lnTo>
                    <a:pt x="28234" y="9509"/>
                  </a:lnTo>
                  <a:lnTo>
                    <a:pt x="28032" y="9172"/>
                  </a:lnTo>
                  <a:lnTo>
                    <a:pt x="27807" y="8880"/>
                  </a:lnTo>
                  <a:lnTo>
                    <a:pt x="27560" y="8588"/>
                  </a:lnTo>
                  <a:lnTo>
                    <a:pt x="27313" y="8318"/>
                  </a:lnTo>
                  <a:lnTo>
                    <a:pt x="27043" y="8071"/>
                  </a:lnTo>
                  <a:lnTo>
                    <a:pt x="26773" y="7868"/>
                  </a:lnTo>
                  <a:lnTo>
                    <a:pt x="26481" y="7666"/>
                  </a:lnTo>
                  <a:lnTo>
                    <a:pt x="26189" y="7486"/>
                  </a:lnTo>
                  <a:lnTo>
                    <a:pt x="25874" y="7351"/>
                  </a:lnTo>
                  <a:lnTo>
                    <a:pt x="25537" y="7261"/>
                  </a:lnTo>
                  <a:lnTo>
                    <a:pt x="25200" y="7172"/>
                  </a:lnTo>
                  <a:lnTo>
                    <a:pt x="24952" y="7149"/>
                  </a:lnTo>
                  <a:lnTo>
                    <a:pt x="24705" y="7149"/>
                  </a:lnTo>
                  <a:lnTo>
                    <a:pt x="24480" y="7172"/>
                  </a:lnTo>
                  <a:lnTo>
                    <a:pt x="24278" y="7217"/>
                  </a:lnTo>
                  <a:lnTo>
                    <a:pt x="24076" y="7284"/>
                  </a:lnTo>
                  <a:lnTo>
                    <a:pt x="23896" y="7374"/>
                  </a:lnTo>
                  <a:lnTo>
                    <a:pt x="23738" y="7464"/>
                  </a:lnTo>
                  <a:lnTo>
                    <a:pt x="23581" y="7599"/>
                  </a:lnTo>
                  <a:lnTo>
                    <a:pt x="23424" y="7734"/>
                  </a:lnTo>
                  <a:lnTo>
                    <a:pt x="23289" y="7891"/>
                  </a:lnTo>
                  <a:lnTo>
                    <a:pt x="23176" y="8071"/>
                  </a:lnTo>
                  <a:lnTo>
                    <a:pt x="23064" y="8251"/>
                  </a:lnTo>
                  <a:lnTo>
                    <a:pt x="22862" y="8678"/>
                  </a:lnTo>
                  <a:lnTo>
                    <a:pt x="22704" y="9105"/>
                  </a:lnTo>
                  <a:lnTo>
                    <a:pt x="22592" y="9577"/>
                  </a:lnTo>
                  <a:lnTo>
                    <a:pt x="22480" y="10071"/>
                  </a:lnTo>
                  <a:lnTo>
                    <a:pt x="22412" y="10566"/>
                  </a:lnTo>
                  <a:lnTo>
                    <a:pt x="22367" y="11038"/>
                  </a:lnTo>
                  <a:lnTo>
                    <a:pt x="22300" y="11960"/>
                  </a:lnTo>
                  <a:lnTo>
                    <a:pt x="22300" y="12746"/>
                  </a:lnTo>
                  <a:lnTo>
                    <a:pt x="22300" y="13758"/>
                  </a:lnTo>
                  <a:lnTo>
                    <a:pt x="22345" y="14747"/>
                  </a:lnTo>
                  <a:lnTo>
                    <a:pt x="22435" y="15759"/>
                  </a:lnTo>
                  <a:lnTo>
                    <a:pt x="22569" y="16748"/>
                  </a:lnTo>
                  <a:lnTo>
                    <a:pt x="22704" y="17759"/>
                  </a:lnTo>
                  <a:lnTo>
                    <a:pt x="22884" y="18748"/>
                  </a:lnTo>
                  <a:lnTo>
                    <a:pt x="23266" y="20726"/>
                  </a:lnTo>
                  <a:lnTo>
                    <a:pt x="23671" y="22682"/>
                  </a:lnTo>
                  <a:lnTo>
                    <a:pt x="23851" y="23671"/>
                  </a:lnTo>
                  <a:lnTo>
                    <a:pt x="24008" y="24660"/>
                  </a:lnTo>
                  <a:lnTo>
                    <a:pt x="24166" y="25672"/>
                  </a:lnTo>
                  <a:lnTo>
                    <a:pt x="24278" y="26661"/>
                  </a:lnTo>
                  <a:lnTo>
                    <a:pt x="24368" y="27650"/>
                  </a:lnTo>
                  <a:lnTo>
                    <a:pt x="24390" y="28662"/>
                  </a:lnTo>
                  <a:lnTo>
                    <a:pt x="24121" y="28010"/>
                  </a:lnTo>
                  <a:lnTo>
                    <a:pt x="23806" y="27268"/>
                  </a:lnTo>
                  <a:lnTo>
                    <a:pt x="23424" y="26459"/>
                  </a:lnTo>
                  <a:lnTo>
                    <a:pt x="22997" y="25604"/>
                  </a:lnTo>
                  <a:lnTo>
                    <a:pt x="22075" y="23851"/>
                  </a:lnTo>
                  <a:lnTo>
                    <a:pt x="21131" y="22075"/>
                  </a:lnTo>
                  <a:lnTo>
                    <a:pt x="20232" y="20479"/>
                  </a:lnTo>
                  <a:lnTo>
                    <a:pt x="19445" y="19130"/>
                  </a:lnTo>
                  <a:lnTo>
                    <a:pt x="18883" y="18164"/>
                  </a:lnTo>
                  <a:lnTo>
                    <a:pt x="18613" y="17737"/>
                  </a:lnTo>
                  <a:lnTo>
                    <a:pt x="18613" y="17692"/>
                  </a:lnTo>
                  <a:lnTo>
                    <a:pt x="18591" y="17602"/>
                  </a:lnTo>
                  <a:lnTo>
                    <a:pt x="18478" y="17220"/>
                  </a:lnTo>
                  <a:lnTo>
                    <a:pt x="18276" y="16658"/>
                  </a:lnTo>
                  <a:lnTo>
                    <a:pt x="17984" y="15916"/>
                  </a:lnTo>
                  <a:lnTo>
                    <a:pt x="17602" y="15039"/>
                  </a:lnTo>
                  <a:lnTo>
                    <a:pt x="17175" y="14028"/>
                  </a:lnTo>
                  <a:lnTo>
                    <a:pt x="16658" y="12926"/>
                  </a:lnTo>
                  <a:lnTo>
                    <a:pt x="16073" y="11757"/>
                  </a:lnTo>
                  <a:lnTo>
                    <a:pt x="15444" y="10543"/>
                  </a:lnTo>
                  <a:lnTo>
                    <a:pt x="14769" y="9330"/>
                  </a:lnTo>
                  <a:lnTo>
                    <a:pt x="14050" y="8138"/>
                  </a:lnTo>
                  <a:lnTo>
                    <a:pt x="13668" y="7531"/>
                  </a:lnTo>
                  <a:lnTo>
                    <a:pt x="13286" y="6969"/>
                  </a:lnTo>
                  <a:lnTo>
                    <a:pt x="12904" y="6407"/>
                  </a:lnTo>
                  <a:lnTo>
                    <a:pt x="12499" y="5868"/>
                  </a:lnTo>
                  <a:lnTo>
                    <a:pt x="12117" y="5373"/>
                  </a:lnTo>
                  <a:lnTo>
                    <a:pt x="11712" y="4879"/>
                  </a:lnTo>
                  <a:lnTo>
                    <a:pt x="11308" y="4429"/>
                  </a:lnTo>
                  <a:lnTo>
                    <a:pt x="10903" y="4002"/>
                  </a:lnTo>
                  <a:lnTo>
                    <a:pt x="10498" y="3620"/>
                  </a:lnTo>
                  <a:lnTo>
                    <a:pt x="10094" y="3283"/>
                  </a:lnTo>
                  <a:lnTo>
                    <a:pt x="9217" y="2631"/>
                  </a:lnTo>
                  <a:lnTo>
                    <a:pt x="8722" y="2271"/>
                  </a:lnTo>
                  <a:lnTo>
                    <a:pt x="8183" y="1911"/>
                  </a:lnTo>
                  <a:lnTo>
                    <a:pt x="7621" y="1552"/>
                  </a:lnTo>
                  <a:lnTo>
                    <a:pt x="7037" y="1192"/>
                  </a:lnTo>
                  <a:lnTo>
                    <a:pt x="6430" y="877"/>
                  </a:lnTo>
                  <a:lnTo>
                    <a:pt x="5823" y="608"/>
                  </a:lnTo>
                  <a:lnTo>
                    <a:pt x="5193" y="360"/>
                  </a:lnTo>
                  <a:lnTo>
                    <a:pt x="4879" y="248"/>
                  </a:lnTo>
                  <a:lnTo>
                    <a:pt x="4564" y="158"/>
                  </a:lnTo>
                  <a:lnTo>
                    <a:pt x="4272" y="91"/>
                  </a:lnTo>
                  <a:lnTo>
                    <a:pt x="3957" y="46"/>
                  </a:lnTo>
                  <a:lnTo>
                    <a:pt x="3642"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5375075" y="2013950"/>
              <a:ext cx="279325" cy="243375"/>
            </a:xfrm>
            <a:custGeom>
              <a:avLst/>
              <a:gdLst/>
              <a:ahLst/>
              <a:cxnLst/>
              <a:rect l="l" t="t" r="r" b="b"/>
              <a:pathLst>
                <a:path w="11173" h="9735" extrusionOk="0">
                  <a:moveTo>
                    <a:pt x="563" y="1"/>
                  </a:moveTo>
                  <a:lnTo>
                    <a:pt x="450" y="23"/>
                  </a:lnTo>
                  <a:lnTo>
                    <a:pt x="360" y="68"/>
                  </a:lnTo>
                  <a:lnTo>
                    <a:pt x="248" y="136"/>
                  </a:lnTo>
                  <a:lnTo>
                    <a:pt x="158" y="226"/>
                  </a:lnTo>
                  <a:lnTo>
                    <a:pt x="90" y="316"/>
                  </a:lnTo>
                  <a:lnTo>
                    <a:pt x="46" y="406"/>
                  </a:lnTo>
                  <a:lnTo>
                    <a:pt x="1" y="518"/>
                  </a:lnTo>
                  <a:lnTo>
                    <a:pt x="1" y="608"/>
                  </a:lnTo>
                  <a:lnTo>
                    <a:pt x="23" y="720"/>
                  </a:lnTo>
                  <a:lnTo>
                    <a:pt x="68" y="855"/>
                  </a:lnTo>
                  <a:lnTo>
                    <a:pt x="158" y="968"/>
                  </a:lnTo>
                  <a:lnTo>
                    <a:pt x="720" y="1552"/>
                  </a:lnTo>
                  <a:lnTo>
                    <a:pt x="1282" y="2159"/>
                  </a:lnTo>
                  <a:lnTo>
                    <a:pt x="1866" y="2721"/>
                  </a:lnTo>
                  <a:lnTo>
                    <a:pt x="2473" y="3305"/>
                  </a:lnTo>
                  <a:lnTo>
                    <a:pt x="3080" y="3867"/>
                  </a:lnTo>
                  <a:lnTo>
                    <a:pt x="3710" y="4407"/>
                  </a:lnTo>
                  <a:lnTo>
                    <a:pt x="4968" y="5508"/>
                  </a:lnTo>
                  <a:lnTo>
                    <a:pt x="6250" y="6565"/>
                  </a:lnTo>
                  <a:lnTo>
                    <a:pt x="7553" y="7576"/>
                  </a:lnTo>
                  <a:lnTo>
                    <a:pt x="10184" y="9599"/>
                  </a:lnTo>
                  <a:lnTo>
                    <a:pt x="10296" y="9667"/>
                  </a:lnTo>
                  <a:lnTo>
                    <a:pt x="10408" y="9712"/>
                  </a:lnTo>
                  <a:lnTo>
                    <a:pt x="10543" y="9734"/>
                  </a:lnTo>
                  <a:lnTo>
                    <a:pt x="10656" y="9712"/>
                  </a:lnTo>
                  <a:lnTo>
                    <a:pt x="10768" y="9689"/>
                  </a:lnTo>
                  <a:lnTo>
                    <a:pt x="10858" y="9622"/>
                  </a:lnTo>
                  <a:lnTo>
                    <a:pt x="10948" y="9555"/>
                  </a:lnTo>
                  <a:lnTo>
                    <a:pt x="11038" y="9465"/>
                  </a:lnTo>
                  <a:lnTo>
                    <a:pt x="11105" y="9375"/>
                  </a:lnTo>
                  <a:lnTo>
                    <a:pt x="11150" y="9285"/>
                  </a:lnTo>
                  <a:lnTo>
                    <a:pt x="11173" y="9172"/>
                  </a:lnTo>
                  <a:lnTo>
                    <a:pt x="11173" y="9060"/>
                  </a:lnTo>
                  <a:lnTo>
                    <a:pt x="11150" y="8948"/>
                  </a:lnTo>
                  <a:lnTo>
                    <a:pt x="11105" y="8835"/>
                  </a:lnTo>
                  <a:lnTo>
                    <a:pt x="11038" y="8723"/>
                  </a:lnTo>
                  <a:lnTo>
                    <a:pt x="10948" y="8633"/>
                  </a:lnTo>
                  <a:lnTo>
                    <a:pt x="8385" y="6677"/>
                  </a:lnTo>
                  <a:lnTo>
                    <a:pt x="7104" y="5666"/>
                  </a:lnTo>
                  <a:lnTo>
                    <a:pt x="5845" y="4632"/>
                  </a:lnTo>
                  <a:lnTo>
                    <a:pt x="4609" y="3575"/>
                  </a:lnTo>
                  <a:lnTo>
                    <a:pt x="3395" y="2496"/>
                  </a:lnTo>
                  <a:lnTo>
                    <a:pt x="2810" y="1934"/>
                  </a:lnTo>
                  <a:lnTo>
                    <a:pt x="2248" y="1372"/>
                  </a:lnTo>
                  <a:lnTo>
                    <a:pt x="1686" y="788"/>
                  </a:lnTo>
                  <a:lnTo>
                    <a:pt x="1147" y="203"/>
                  </a:lnTo>
                  <a:lnTo>
                    <a:pt x="1035" y="113"/>
                  </a:lnTo>
                  <a:lnTo>
                    <a:pt x="922" y="46"/>
                  </a:lnTo>
                  <a:lnTo>
                    <a:pt x="810"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15"/>
            <p:cNvSpPr/>
            <p:nvPr/>
          </p:nvSpPr>
          <p:spPr>
            <a:xfrm>
              <a:off x="5787000" y="1931350"/>
              <a:ext cx="154575" cy="283825"/>
            </a:xfrm>
            <a:custGeom>
              <a:avLst/>
              <a:gdLst/>
              <a:ahLst/>
              <a:cxnLst/>
              <a:rect l="l" t="t" r="r" b="b"/>
              <a:pathLst>
                <a:path w="6183" h="11353" extrusionOk="0">
                  <a:moveTo>
                    <a:pt x="5418" y="0"/>
                  </a:moveTo>
                  <a:lnTo>
                    <a:pt x="5306" y="45"/>
                  </a:lnTo>
                  <a:lnTo>
                    <a:pt x="5193" y="90"/>
                  </a:lnTo>
                  <a:lnTo>
                    <a:pt x="5103" y="158"/>
                  </a:lnTo>
                  <a:lnTo>
                    <a:pt x="5036" y="248"/>
                  </a:lnTo>
                  <a:lnTo>
                    <a:pt x="4969" y="360"/>
                  </a:lnTo>
                  <a:lnTo>
                    <a:pt x="4946" y="495"/>
                  </a:lnTo>
                  <a:lnTo>
                    <a:pt x="4879" y="810"/>
                  </a:lnTo>
                  <a:lnTo>
                    <a:pt x="4811" y="1102"/>
                  </a:lnTo>
                  <a:lnTo>
                    <a:pt x="4699" y="1417"/>
                  </a:lnTo>
                  <a:lnTo>
                    <a:pt x="4586" y="1709"/>
                  </a:lnTo>
                  <a:lnTo>
                    <a:pt x="4339" y="2293"/>
                  </a:lnTo>
                  <a:lnTo>
                    <a:pt x="4047" y="2855"/>
                  </a:lnTo>
                  <a:lnTo>
                    <a:pt x="3417" y="3979"/>
                  </a:lnTo>
                  <a:lnTo>
                    <a:pt x="3103" y="4541"/>
                  </a:lnTo>
                  <a:lnTo>
                    <a:pt x="2833" y="5081"/>
                  </a:lnTo>
                  <a:lnTo>
                    <a:pt x="2181" y="6429"/>
                  </a:lnTo>
                  <a:lnTo>
                    <a:pt x="1529" y="7733"/>
                  </a:lnTo>
                  <a:lnTo>
                    <a:pt x="832" y="9037"/>
                  </a:lnTo>
                  <a:lnTo>
                    <a:pt x="473" y="9689"/>
                  </a:lnTo>
                  <a:lnTo>
                    <a:pt x="91" y="10318"/>
                  </a:lnTo>
                  <a:lnTo>
                    <a:pt x="23" y="10453"/>
                  </a:lnTo>
                  <a:lnTo>
                    <a:pt x="1" y="10566"/>
                  </a:lnTo>
                  <a:lnTo>
                    <a:pt x="1" y="10701"/>
                  </a:lnTo>
                  <a:lnTo>
                    <a:pt x="1" y="10813"/>
                  </a:lnTo>
                  <a:lnTo>
                    <a:pt x="46" y="10925"/>
                  </a:lnTo>
                  <a:lnTo>
                    <a:pt x="113" y="11038"/>
                  </a:lnTo>
                  <a:lnTo>
                    <a:pt x="180" y="11128"/>
                  </a:lnTo>
                  <a:lnTo>
                    <a:pt x="270" y="11218"/>
                  </a:lnTo>
                  <a:lnTo>
                    <a:pt x="360" y="11262"/>
                  </a:lnTo>
                  <a:lnTo>
                    <a:pt x="473" y="11330"/>
                  </a:lnTo>
                  <a:lnTo>
                    <a:pt x="563" y="11352"/>
                  </a:lnTo>
                  <a:lnTo>
                    <a:pt x="675" y="11352"/>
                  </a:lnTo>
                  <a:lnTo>
                    <a:pt x="787" y="11330"/>
                  </a:lnTo>
                  <a:lnTo>
                    <a:pt x="877" y="11285"/>
                  </a:lnTo>
                  <a:lnTo>
                    <a:pt x="990" y="11195"/>
                  </a:lnTo>
                  <a:lnTo>
                    <a:pt x="1057" y="11083"/>
                  </a:lnTo>
                  <a:lnTo>
                    <a:pt x="1462" y="10408"/>
                  </a:lnTo>
                  <a:lnTo>
                    <a:pt x="1844" y="9734"/>
                  </a:lnTo>
                  <a:lnTo>
                    <a:pt x="2586" y="8363"/>
                  </a:lnTo>
                  <a:lnTo>
                    <a:pt x="3283" y="6991"/>
                  </a:lnTo>
                  <a:lnTo>
                    <a:pt x="3957" y="5575"/>
                  </a:lnTo>
                  <a:lnTo>
                    <a:pt x="4272" y="4991"/>
                  </a:lnTo>
                  <a:lnTo>
                    <a:pt x="4586" y="4406"/>
                  </a:lnTo>
                  <a:lnTo>
                    <a:pt x="4924" y="3799"/>
                  </a:lnTo>
                  <a:lnTo>
                    <a:pt x="5238" y="3193"/>
                  </a:lnTo>
                  <a:lnTo>
                    <a:pt x="5553" y="2586"/>
                  </a:lnTo>
                  <a:lnTo>
                    <a:pt x="5800" y="1979"/>
                  </a:lnTo>
                  <a:lnTo>
                    <a:pt x="5913" y="1664"/>
                  </a:lnTo>
                  <a:lnTo>
                    <a:pt x="6025" y="1349"/>
                  </a:lnTo>
                  <a:lnTo>
                    <a:pt x="6092" y="1012"/>
                  </a:lnTo>
                  <a:lnTo>
                    <a:pt x="6160" y="697"/>
                  </a:lnTo>
                  <a:lnTo>
                    <a:pt x="6182" y="540"/>
                  </a:lnTo>
                  <a:lnTo>
                    <a:pt x="6160" y="428"/>
                  </a:lnTo>
                  <a:lnTo>
                    <a:pt x="6115" y="315"/>
                  </a:lnTo>
                  <a:lnTo>
                    <a:pt x="6048" y="225"/>
                  </a:lnTo>
                  <a:lnTo>
                    <a:pt x="5958" y="135"/>
                  </a:lnTo>
                  <a:lnTo>
                    <a:pt x="5868" y="68"/>
                  </a:lnTo>
                  <a:lnTo>
                    <a:pt x="5755" y="45"/>
                  </a:lnTo>
                  <a:lnTo>
                    <a:pt x="5643"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15"/>
            <p:cNvSpPr/>
            <p:nvPr/>
          </p:nvSpPr>
          <p:spPr>
            <a:xfrm>
              <a:off x="5699900" y="1541325"/>
              <a:ext cx="164675" cy="364750"/>
            </a:xfrm>
            <a:custGeom>
              <a:avLst/>
              <a:gdLst/>
              <a:ahLst/>
              <a:cxnLst/>
              <a:rect l="l" t="t" r="r" b="b"/>
              <a:pathLst>
                <a:path w="6587" h="14590" extrusionOk="0">
                  <a:moveTo>
                    <a:pt x="5845" y="1"/>
                  </a:moveTo>
                  <a:lnTo>
                    <a:pt x="5733" y="23"/>
                  </a:lnTo>
                  <a:lnTo>
                    <a:pt x="5643" y="68"/>
                  </a:lnTo>
                  <a:lnTo>
                    <a:pt x="5553" y="136"/>
                  </a:lnTo>
                  <a:lnTo>
                    <a:pt x="5463" y="248"/>
                  </a:lnTo>
                  <a:lnTo>
                    <a:pt x="5395" y="361"/>
                  </a:lnTo>
                  <a:lnTo>
                    <a:pt x="4766" y="2047"/>
                  </a:lnTo>
                  <a:lnTo>
                    <a:pt x="4114" y="3733"/>
                  </a:lnTo>
                  <a:lnTo>
                    <a:pt x="3440" y="5396"/>
                  </a:lnTo>
                  <a:lnTo>
                    <a:pt x="2765" y="7059"/>
                  </a:lnTo>
                  <a:lnTo>
                    <a:pt x="1394" y="10386"/>
                  </a:lnTo>
                  <a:lnTo>
                    <a:pt x="697" y="12072"/>
                  </a:lnTo>
                  <a:lnTo>
                    <a:pt x="45" y="13736"/>
                  </a:lnTo>
                  <a:lnTo>
                    <a:pt x="0" y="13871"/>
                  </a:lnTo>
                  <a:lnTo>
                    <a:pt x="0" y="14005"/>
                  </a:lnTo>
                  <a:lnTo>
                    <a:pt x="23" y="14118"/>
                  </a:lnTo>
                  <a:lnTo>
                    <a:pt x="68" y="14230"/>
                  </a:lnTo>
                  <a:lnTo>
                    <a:pt x="113" y="14343"/>
                  </a:lnTo>
                  <a:lnTo>
                    <a:pt x="203" y="14410"/>
                  </a:lnTo>
                  <a:lnTo>
                    <a:pt x="293" y="14500"/>
                  </a:lnTo>
                  <a:lnTo>
                    <a:pt x="405" y="14545"/>
                  </a:lnTo>
                  <a:lnTo>
                    <a:pt x="495" y="14590"/>
                  </a:lnTo>
                  <a:lnTo>
                    <a:pt x="742" y="14590"/>
                  </a:lnTo>
                  <a:lnTo>
                    <a:pt x="832" y="14567"/>
                  </a:lnTo>
                  <a:lnTo>
                    <a:pt x="945" y="14522"/>
                  </a:lnTo>
                  <a:lnTo>
                    <a:pt x="1034" y="14455"/>
                  </a:lnTo>
                  <a:lnTo>
                    <a:pt x="1124" y="14365"/>
                  </a:lnTo>
                  <a:lnTo>
                    <a:pt x="1169" y="14230"/>
                  </a:lnTo>
                  <a:lnTo>
                    <a:pt x="1844" y="12567"/>
                  </a:lnTo>
                  <a:lnTo>
                    <a:pt x="2518" y="10881"/>
                  </a:lnTo>
                  <a:lnTo>
                    <a:pt x="3889" y="7554"/>
                  </a:lnTo>
                  <a:lnTo>
                    <a:pt x="4586" y="5891"/>
                  </a:lnTo>
                  <a:lnTo>
                    <a:pt x="5260" y="4227"/>
                  </a:lnTo>
                  <a:lnTo>
                    <a:pt x="5912" y="2541"/>
                  </a:lnTo>
                  <a:lnTo>
                    <a:pt x="6542" y="855"/>
                  </a:lnTo>
                  <a:lnTo>
                    <a:pt x="6564" y="720"/>
                  </a:lnTo>
                  <a:lnTo>
                    <a:pt x="6587" y="585"/>
                  </a:lnTo>
                  <a:lnTo>
                    <a:pt x="6564" y="473"/>
                  </a:lnTo>
                  <a:lnTo>
                    <a:pt x="6519" y="361"/>
                  </a:lnTo>
                  <a:lnTo>
                    <a:pt x="6452" y="271"/>
                  </a:lnTo>
                  <a:lnTo>
                    <a:pt x="6362" y="181"/>
                  </a:lnTo>
                  <a:lnTo>
                    <a:pt x="6272" y="113"/>
                  </a:lnTo>
                  <a:lnTo>
                    <a:pt x="6182" y="46"/>
                  </a:lnTo>
                  <a:lnTo>
                    <a:pt x="6070" y="23"/>
                  </a:lnTo>
                  <a:lnTo>
                    <a:pt x="5957"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5"/>
            <p:cNvSpPr/>
            <p:nvPr/>
          </p:nvSpPr>
          <p:spPr>
            <a:xfrm>
              <a:off x="5363275" y="1659350"/>
              <a:ext cx="252350" cy="235500"/>
            </a:xfrm>
            <a:custGeom>
              <a:avLst/>
              <a:gdLst/>
              <a:ahLst/>
              <a:cxnLst/>
              <a:rect l="l" t="t" r="r" b="b"/>
              <a:pathLst>
                <a:path w="10094" h="9420" extrusionOk="0">
                  <a:moveTo>
                    <a:pt x="518" y="1"/>
                  </a:moveTo>
                  <a:lnTo>
                    <a:pt x="405" y="23"/>
                  </a:lnTo>
                  <a:lnTo>
                    <a:pt x="315" y="91"/>
                  </a:lnTo>
                  <a:lnTo>
                    <a:pt x="225" y="158"/>
                  </a:lnTo>
                  <a:lnTo>
                    <a:pt x="158" y="225"/>
                  </a:lnTo>
                  <a:lnTo>
                    <a:pt x="90" y="338"/>
                  </a:lnTo>
                  <a:lnTo>
                    <a:pt x="45" y="428"/>
                  </a:lnTo>
                  <a:lnTo>
                    <a:pt x="0" y="563"/>
                  </a:lnTo>
                  <a:lnTo>
                    <a:pt x="0" y="675"/>
                  </a:lnTo>
                  <a:lnTo>
                    <a:pt x="0" y="787"/>
                  </a:lnTo>
                  <a:lnTo>
                    <a:pt x="45" y="922"/>
                  </a:lnTo>
                  <a:lnTo>
                    <a:pt x="113" y="1035"/>
                  </a:lnTo>
                  <a:lnTo>
                    <a:pt x="203" y="1125"/>
                  </a:lnTo>
                  <a:lnTo>
                    <a:pt x="2361" y="3215"/>
                  </a:lnTo>
                  <a:lnTo>
                    <a:pt x="4586" y="5283"/>
                  </a:lnTo>
                  <a:lnTo>
                    <a:pt x="6834" y="7284"/>
                  </a:lnTo>
                  <a:lnTo>
                    <a:pt x="9104" y="9262"/>
                  </a:lnTo>
                  <a:lnTo>
                    <a:pt x="9239" y="9352"/>
                  </a:lnTo>
                  <a:lnTo>
                    <a:pt x="9352" y="9397"/>
                  </a:lnTo>
                  <a:lnTo>
                    <a:pt x="9464" y="9419"/>
                  </a:lnTo>
                  <a:lnTo>
                    <a:pt x="9577" y="9397"/>
                  </a:lnTo>
                  <a:lnTo>
                    <a:pt x="9689" y="9374"/>
                  </a:lnTo>
                  <a:lnTo>
                    <a:pt x="9779" y="9307"/>
                  </a:lnTo>
                  <a:lnTo>
                    <a:pt x="9869" y="9240"/>
                  </a:lnTo>
                  <a:lnTo>
                    <a:pt x="9959" y="9172"/>
                  </a:lnTo>
                  <a:lnTo>
                    <a:pt x="10026" y="9060"/>
                  </a:lnTo>
                  <a:lnTo>
                    <a:pt x="10071" y="8970"/>
                  </a:lnTo>
                  <a:lnTo>
                    <a:pt x="10094" y="8857"/>
                  </a:lnTo>
                  <a:lnTo>
                    <a:pt x="10094" y="8722"/>
                  </a:lnTo>
                  <a:lnTo>
                    <a:pt x="10094" y="8610"/>
                  </a:lnTo>
                  <a:lnTo>
                    <a:pt x="10049" y="8498"/>
                  </a:lnTo>
                  <a:lnTo>
                    <a:pt x="9981" y="8385"/>
                  </a:lnTo>
                  <a:lnTo>
                    <a:pt x="9891" y="8295"/>
                  </a:lnTo>
                  <a:lnTo>
                    <a:pt x="7598" y="6317"/>
                  </a:lnTo>
                  <a:lnTo>
                    <a:pt x="5350" y="4294"/>
                  </a:lnTo>
                  <a:lnTo>
                    <a:pt x="3148" y="2249"/>
                  </a:lnTo>
                  <a:lnTo>
                    <a:pt x="967" y="158"/>
                  </a:lnTo>
                  <a:lnTo>
                    <a:pt x="855" y="68"/>
                  </a:lnTo>
                  <a:lnTo>
                    <a:pt x="742" y="23"/>
                  </a:lnTo>
                  <a:lnTo>
                    <a:pt x="630"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5"/>
            <p:cNvSpPr/>
            <p:nvPr/>
          </p:nvSpPr>
          <p:spPr>
            <a:xfrm>
              <a:off x="5589200" y="1052975"/>
              <a:ext cx="48900" cy="387800"/>
            </a:xfrm>
            <a:custGeom>
              <a:avLst/>
              <a:gdLst/>
              <a:ahLst/>
              <a:cxnLst/>
              <a:rect l="l" t="t" r="r" b="b"/>
              <a:pathLst>
                <a:path w="1956" h="15512" extrusionOk="0">
                  <a:moveTo>
                    <a:pt x="922" y="1"/>
                  </a:moveTo>
                  <a:lnTo>
                    <a:pt x="809" y="23"/>
                  </a:lnTo>
                  <a:lnTo>
                    <a:pt x="697" y="68"/>
                  </a:lnTo>
                  <a:lnTo>
                    <a:pt x="607" y="136"/>
                  </a:lnTo>
                  <a:lnTo>
                    <a:pt x="517" y="203"/>
                  </a:lnTo>
                  <a:lnTo>
                    <a:pt x="450" y="293"/>
                  </a:lnTo>
                  <a:lnTo>
                    <a:pt x="405" y="405"/>
                  </a:lnTo>
                  <a:lnTo>
                    <a:pt x="382" y="540"/>
                  </a:lnTo>
                  <a:lnTo>
                    <a:pt x="382" y="675"/>
                  </a:lnTo>
                  <a:lnTo>
                    <a:pt x="540" y="2406"/>
                  </a:lnTo>
                  <a:lnTo>
                    <a:pt x="652" y="4182"/>
                  </a:lnTo>
                  <a:lnTo>
                    <a:pt x="697" y="5081"/>
                  </a:lnTo>
                  <a:lnTo>
                    <a:pt x="719" y="5980"/>
                  </a:lnTo>
                  <a:lnTo>
                    <a:pt x="742" y="6879"/>
                  </a:lnTo>
                  <a:lnTo>
                    <a:pt x="719" y="7778"/>
                  </a:lnTo>
                  <a:lnTo>
                    <a:pt x="697" y="8678"/>
                  </a:lnTo>
                  <a:lnTo>
                    <a:pt x="674" y="9577"/>
                  </a:lnTo>
                  <a:lnTo>
                    <a:pt x="607" y="10453"/>
                  </a:lnTo>
                  <a:lnTo>
                    <a:pt x="540" y="11353"/>
                  </a:lnTo>
                  <a:lnTo>
                    <a:pt x="427" y="12229"/>
                  </a:lnTo>
                  <a:lnTo>
                    <a:pt x="315" y="13106"/>
                  </a:lnTo>
                  <a:lnTo>
                    <a:pt x="180" y="13983"/>
                  </a:lnTo>
                  <a:lnTo>
                    <a:pt x="23" y="14837"/>
                  </a:lnTo>
                  <a:lnTo>
                    <a:pt x="0" y="14972"/>
                  </a:lnTo>
                  <a:lnTo>
                    <a:pt x="23" y="15107"/>
                  </a:lnTo>
                  <a:lnTo>
                    <a:pt x="67" y="15219"/>
                  </a:lnTo>
                  <a:lnTo>
                    <a:pt x="112" y="15309"/>
                  </a:lnTo>
                  <a:lnTo>
                    <a:pt x="202" y="15376"/>
                  </a:lnTo>
                  <a:lnTo>
                    <a:pt x="292" y="15444"/>
                  </a:lnTo>
                  <a:lnTo>
                    <a:pt x="405" y="15489"/>
                  </a:lnTo>
                  <a:lnTo>
                    <a:pt x="517" y="15511"/>
                  </a:lnTo>
                  <a:lnTo>
                    <a:pt x="742" y="15511"/>
                  </a:lnTo>
                  <a:lnTo>
                    <a:pt x="854" y="15489"/>
                  </a:lnTo>
                  <a:lnTo>
                    <a:pt x="967" y="15421"/>
                  </a:lnTo>
                  <a:lnTo>
                    <a:pt x="1057" y="15354"/>
                  </a:lnTo>
                  <a:lnTo>
                    <a:pt x="1146" y="15264"/>
                  </a:lnTo>
                  <a:lnTo>
                    <a:pt x="1191" y="15152"/>
                  </a:lnTo>
                  <a:lnTo>
                    <a:pt x="1236" y="15017"/>
                  </a:lnTo>
                  <a:lnTo>
                    <a:pt x="1416" y="14140"/>
                  </a:lnTo>
                  <a:lnTo>
                    <a:pt x="1551" y="13263"/>
                  </a:lnTo>
                  <a:lnTo>
                    <a:pt x="1663" y="12364"/>
                  </a:lnTo>
                  <a:lnTo>
                    <a:pt x="1753" y="11465"/>
                  </a:lnTo>
                  <a:lnTo>
                    <a:pt x="1843" y="10566"/>
                  </a:lnTo>
                  <a:lnTo>
                    <a:pt x="1888" y="9644"/>
                  </a:lnTo>
                  <a:lnTo>
                    <a:pt x="1933" y="8723"/>
                  </a:lnTo>
                  <a:lnTo>
                    <a:pt x="1956" y="7801"/>
                  </a:lnTo>
                  <a:lnTo>
                    <a:pt x="1956" y="6879"/>
                  </a:lnTo>
                  <a:lnTo>
                    <a:pt x="1956" y="5958"/>
                  </a:lnTo>
                  <a:lnTo>
                    <a:pt x="1933" y="5036"/>
                  </a:lnTo>
                  <a:lnTo>
                    <a:pt x="1888" y="4114"/>
                  </a:lnTo>
                  <a:lnTo>
                    <a:pt x="1776" y="2294"/>
                  </a:lnTo>
                  <a:lnTo>
                    <a:pt x="1596" y="518"/>
                  </a:lnTo>
                  <a:lnTo>
                    <a:pt x="1574" y="383"/>
                  </a:lnTo>
                  <a:lnTo>
                    <a:pt x="1529" y="270"/>
                  </a:lnTo>
                  <a:lnTo>
                    <a:pt x="1461" y="181"/>
                  </a:lnTo>
                  <a:lnTo>
                    <a:pt x="1371" y="91"/>
                  </a:lnTo>
                  <a:lnTo>
                    <a:pt x="1259" y="46"/>
                  </a:lnTo>
                  <a:lnTo>
                    <a:pt x="1169" y="23"/>
                  </a:lnTo>
                  <a:lnTo>
                    <a:pt x="1034"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5"/>
            <p:cNvSpPr/>
            <p:nvPr/>
          </p:nvSpPr>
          <p:spPr>
            <a:xfrm>
              <a:off x="5190750" y="1357575"/>
              <a:ext cx="274275" cy="153450"/>
            </a:xfrm>
            <a:custGeom>
              <a:avLst/>
              <a:gdLst/>
              <a:ahLst/>
              <a:cxnLst/>
              <a:rect l="l" t="t" r="r" b="b"/>
              <a:pathLst>
                <a:path w="10971" h="6138" extrusionOk="0">
                  <a:moveTo>
                    <a:pt x="585" y="0"/>
                  </a:moveTo>
                  <a:lnTo>
                    <a:pt x="472" y="23"/>
                  </a:lnTo>
                  <a:lnTo>
                    <a:pt x="360" y="45"/>
                  </a:lnTo>
                  <a:lnTo>
                    <a:pt x="270" y="90"/>
                  </a:lnTo>
                  <a:lnTo>
                    <a:pt x="180" y="180"/>
                  </a:lnTo>
                  <a:lnTo>
                    <a:pt x="113" y="270"/>
                  </a:lnTo>
                  <a:lnTo>
                    <a:pt x="68" y="360"/>
                  </a:lnTo>
                  <a:lnTo>
                    <a:pt x="23" y="472"/>
                  </a:lnTo>
                  <a:lnTo>
                    <a:pt x="0" y="585"/>
                  </a:lnTo>
                  <a:lnTo>
                    <a:pt x="0" y="697"/>
                  </a:lnTo>
                  <a:lnTo>
                    <a:pt x="23" y="832"/>
                  </a:lnTo>
                  <a:lnTo>
                    <a:pt x="68" y="944"/>
                  </a:lnTo>
                  <a:lnTo>
                    <a:pt x="135" y="1057"/>
                  </a:lnTo>
                  <a:lnTo>
                    <a:pt x="225" y="1147"/>
                  </a:lnTo>
                  <a:lnTo>
                    <a:pt x="338" y="1237"/>
                  </a:lnTo>
                  <a:lnTo>
                    <a:pt x="1507" y="1911"/>
                  </a:lnTo>
                  <a:lnTo>
                    <a:pt x="2720" y="2563"/>
                  </a:lnTo>
                  <a:lnTo>
                    <a:pt x="3912" y="3215"/>
                  </a:lnTo>
                  <a:lnTo>
                    <a:pt x="5126" y="3822"/>
                  </a:lnTo>
                  <a:lnTo>
                    <a:pt x="6362" y="4429"/>
                  </a:lnTo>
                  <a:lnTo>
                    <a:pt x="7598" y="5013"/>
                  </a:lnTo>
                  <a:lnTo>
                    <a:pt x="8835" y="5553"/>
                  </a:lnTo>
                  <a:lnTo>
                    <a:pt x="10116" y="6092"/>
                  </a:lnTo>
                  <a:lnTo>
                    <a:pt x="10251" y="6115"/>
                  </a:lnTo>
                  <a:lnTo>
                    <a:pt x="10363" y="6137"/>
                  </a:lnTo>
                  <a:lnTo>
                    <a:pt x="10498" y="6115"/>
                  </a:lnTo>
                  <a:lnTo>
                    <a:pt x="10611" y="6070"/>
                  </a:lnTo>
                  <a:lnTo>
                    <a:pt x="10700" y="6025"/>
                  </a:lnTo>
                  <a:lnTo>
                    <a:pt x="10790" y="5935"/>
                  </a:lnTo>
                  <a:lnTo>
                    <a:pt x="10858" y="5845"/>
                  </a:lnTo>
                  <a:lnTo>
                    <a:pt x="10903" y="5732"/>
                  </a:lnTo>
                  <a:lnTo>
                    <a:pt x="10948" y="5643"/>
                  </a:lnTo>
                  <a:lnTo>
                    <a:pt x="10970" y="5508"/>
                  </a:lnTo>
                  <a:lnTo>
                    <a:pt x="10970" y="5395"/>
                  </a:lnTo>
                  <a:lnTo>
                    <a:pt x="10948" y="5305"/>
                  </a:lnTo>
                  <a:lnTo>
                    <a:pt x="10903" y="5193"/>
                  </a:lnTo>
                  <a:lnTo>
                    <a:pt x="10813" y="5103"/>
                  </a:lnTo>
                  <a:lnTo>
                    <a:pt x="10723" y="5013"/>
                  </a:lnTo>
                  <a:lnTo>
                    <a:pt x="10611" y="4946"/>
                  </a:lnTo>
                  <a:lnTo>
                    <a:pt x="9329" y="4429"/>
                  </a:lnTo>
                  <a:lnTo>
                    <a:pt x="8093" y="3867"/>
                  </a:lnTo>
                  <a:lnTo>
                    <a:pt x="6857" y="3305"/>
                  </a:lnTo>
                  <a:lnTo>
                    <a:pt x="5620" y="2698"/>
                  </a:lnTo>
                  <a:lnTo>
                    <a:pt x="4406" y="2068"/>
                  </a:lnTo>
                  <a:lnTo>
                    <a:pt x="3192" y="1439"/>
                  </a:lnTo>
                  <a:lnTo>
                    <a:pt x="2001" y="765"/>
                  </a:lnTo>
                  <a:lnTo>
                    <a:pt x="832" y="90"/>
                  </a:lnTo>
                  <a:lnTo>
                    <a:pt x="697" y="45"/>
                  </a:lnTo>
                  <a:lnTo>
                    <a:pt x="585"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a:off x="5106450" y="850675"/>
              <a:ext cx="237750" cy="231000"/>
            </a:xfrm>
            <a:custGeom>
              <a:avLst/>
              <a:gdLst/>
              <a:ahLst/>
              <a:cxnLst/>
              <a:rect l="l" t="t" r="r" b="b"/>
              <a:pathLst>
                <a:path w="9510" h="9240" extrusionOk="0">
                  <a:moveTo>
                    <a:pt x="518" y="0"/>
                  </a:moveTo>
                  <a:lnTo>
                    <a:pt x="405" y="45"/>
                  </a:lnTo>
                  <a:lnTo>
                    <a:pt x="315" y="90"/>
                  </a:lnTo>
                  <a:lnTo>
                    <a:pt x="225" y="180"/>
                  </a:lnTo>
                  <a:lnTo>
                    <a:pt x="135" y="247"/>
                  </a:lnTo>
                  <a:lnTo>
                    <a:pt x="68" y="360"/>
                  </a:lnTo>
                  <a:lnTo>
                    <a:pt x="23" y="450"/>
                  </a:lnTo>
                  <a:lnTo>
                    <a:pt x="1" y="562"/>
                  </a:lnTo>
                  <a:lnTo>
                    <a:pt x="1" y="675"/>
                  </a:lnTo>
                  <a:lnTo>
                    <a:pt x="23" y="787"/>
                  </a:lnTo>
                  <a:lnTo>
                    <a:pt x="68" y="899"/>
                  </a:lnTo>
                  <a:lnTo>
                    <a:pt x="135" y="989"/>
                  </a:lnTo>
                  <a:lnTo>
                    <a:pt x="248" y="1079"/>
                  </a:lnTo>
                  <a:lnTo>
                    <a:pt x="1349" y="1888"/>
                  </a:lnTo>
                  <a:lnTo>
                    <a:pt x="2428" y="2720"/>
                  </a:lnTo>
                  <a:lnTo>
                    <a:pt x="2945" y="3147"/>
                  </a:lnTo>
                  <a:lnTo>
                    <a:pt x="3462" y="3574"/>
                  </a:lnTo>
                  <a:lnTo>
                    <a:pt x="3979" y="4024"/>
                  </a:lnTo>
                  <a:lnTo>
                    <a:pt x="4474" y="4496"/>
                  </a:lnTo>
                  <a:lnTo>
                    <a:pt x="4991" y="5036"/>
                  </a:lnTo>
                  <a:lnTo>
                    <a:pt x="5485" y="5597"/>
                  </a:lnTo>
                  <a:lnTo>
                    <a:pt x="5980" y="6159"/>
                  </a:lnTo>
                  <a:lnTo>
                    <a:pt x="6452" y="6744"/>
                  </a:lnTo>
                  <a:lnTo>
                    <a:pt x="7396" y="7913"/>
                  </a:lnTo>
                  <a:lnTo>
                    <a:pt x="7868" y="8475"/>
                  </a:lnTo>
                  <a:lnTo>
                    <a:pt x="8363" y="9037"/>
                  </a:lnTo>
                  <a:lnTo>
                    <a:pt x="8475" y="9127"/>
                  </a:lnTo>
                  <a:lnTo>
                    <a:pt x="8588" y="9194"/>
                  </a:lnTo>
                  <a:lnTo>
                    <a:pt x="8700" y="9217"/>
                  </a:lnTo>
                  <a:lnTo>
                    <a:pt x="8835" y="9239"/>
                  </a:lnTo>
                  <a:lnTo>
                    <a:pt x="8947" y="9239"/>
                  </a:lnTo>
                  <a:lnTo>
                    <a:pt x="9060" y="9194"/>
                  </a:lnTo>
                  <a:lnTo>
                    <a:pt x="9172" y="9149"/>
                  </a:lnTo>
                  <a:lnTo>
                    <a:pt x="9262" y="9082"/>
                  </a:lnTo>
                  <a:lnTo>
                    <a:pt x="9352" y="9014"/>
                  </a:lnTo>
                  <a:lnTo>
                    <a:pt x="9419" y="8924"/>
                  </a:lnTo>
                  <a:lnTo>
                    <a:pt x="9487" y="8834"/>
                  </a:lnTo>
                  <a:lnTo>
                    <a:pt x="9509" y="8722"/>
                  </a:lnTo>
                  <a:lnTo>
                    <a:pt x="9509" y="8610"/>
                  </a:lnTo>
                  <a:lnTo>
                    <a:pt x="9487" y="8497"/>
                  </a:lnTo>
                  <a:lnTo>
                    <a:pt x="9442" y="8385"/>
                  </a:lnTo>
                  <a:lnTo>
                    <a:pt x="9352" y="8273"/>
                  </a:lnTo>
                  <a:lnTo>
                    <a:pt x="8880" y="7755"/>
                  </a:lnTo>
                  <a:lnTo>
                    <a:pt x="8430" y="7216"/>
                  </a:lnTo>
                  <a:lnTo>
                    <a:pt x="7531" y="6115"/>
                  </a:lnTo>
                  <a:lnTo>
                    <a:pt x="6609" y="5013"/>
                  </a:lnTo>
                  <a:lnTo>
                    <a:pt x="6160" y="4474"/>
                  </a:lnTo>
                  <a:lnTo>
                    <a:pt x="5665" y="3957"/>
                  </a:lnTo>
                  <a:lnTo>
                    <a:pt x="5126" y="3440"/>
                  </a:lnTo>
                  <a:lnTo>
                    <a:pt x="4586" y="2922"/>
                  </a:lnTo>
                  <a:lnTo>
                    <a:pt x="4002" y="2428"/>
                  </a:lnTo>
                  <a:lnTo>
                    <a:pt x="3417" y="1933"/>
                  </a:lnTo>
                  <a:lnTo>
                    <a:pt x="2833" y="1461"/>
                  </a:lnTo>
                  <a:lnTo>
                    <a:pt x="2226" y="1012"/>
                  </a:lnTo>
                  <a:lnTo>
                    <a:pt x="1012" y="113"/>
                  </a:lnTo>
                  <a:lnTo>
                    <a:pt x="900" y="45"/>
                  </a:lnTo>
                  <a:lnTo>
                    <a:pt x="765"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5"/>
            <p:cNvSpPr/>
            <p:nvPr/>
          </p:nvSpPr>
          <p:spPr>
            <a:xfrm>
              <a:off x="3423900" y="1135025"/>
              <a:ext cx="909850" cy="1657850"/>
            </a:xfrm>
            <a:custGeom>
              <a:avLst/>
              <a:gdLst/>
              <a:ahLst/>
              <a:cxnLst/>
              <a:rect l="l" t="t" r="r" b="b"/>
              <a:pathLst>
                <a:path w="36394" h="66314" extrusionOk="0">
                  <a:moveTo>
                    <a:pt x="13420" y="1"/>
                  </a:moveTo>
                  <a:lnTo>
                    <a:pt x="13038" y="46"/>
                  </a:lnTo>
                  <a:lnTo>
                    <a:pt x="12701" y="113"/>
                  </a:lnTo>
                  <a:lnTo>
                    <a:pt x="12409" y="225"/>
                  </a:lnTo>
                  <a:lnTo>
                    <a:pt x="12117" y="383"/>
                  </a:lnTo>
                  <a:lnTo>
                    <a:pt x="11869" y="585"/>
                  </a:lnTo>
                  <a:lnTo>
                    <a:pt x="11645" y="810"/>
                  </a:lnTo>
                  <a:lnTo>
                    <a:pt x="11465" y="1057"/>
                  </a:lnTo>
                  <a:lnTo>
                    <a:pt x="11285" y="1327"/>
                  </a:lnTo>
                  <a:lnTo>
                    <a:pt x="11128" y="1642"/>
                  </a:lnTo>
                  <a:lnTo>
                    <a:pt x="11015" y="1956"/>
                  </a:lnTo>
                  <a:lnTo>
                    <a:pt x="10903" y="2316"/>
                  </a:lnTo>
                  <a:lnTo>
                    <a:pt x="10835" y="2676"/>
                  </a:lnTo>
                  <a:lnTo>
                    <a:pt x="10768" y="3080"/>
                  </a:lnTo>
                  <a:lnTo>
                    <a:pt x="10723" y="3485"/>
                  </a:lnTo>
                  <a:lnTo>
                    <a:pt x="10700" y="3889"/>
                  </a:lnTo>
                  <a:lnTo>
                    <a:pt x="10678" y="4339"/>
                  </a:lnTo>
                  <a:lnTo>
                    <a:pt x="10678" y="4766"/>
                  </a:lnTo>
                  <a:lnTo>
                    <a:pt x="10700" y="5216"/>
                  </a:lnTo>
                  <a:lnTo>
                    <a:pt x="10768" y="6137"/>
                  </a:lnTo>
                  <a:lnTo>
                    <a:pt x="10880" y="7082"/>
                  </a:lnTo>
                  <a:lnTo>
                    <a:pt x="11015" y="8003"/>
                  </a:lnTo>
                  <a:lnTo>
                    <a:pt x="11172" y="8902"/>
                  </a:lnTo>
                  <a:lnTo>
                    <a:pt x="11352" y="9779"/>
                  </a:lnTo>
                  <a:lnTo>
                    <a:pt x="11555" y="10588"/>
                  </a:lnTo>
                  <a:lnTo>
                    <a:pt x="10790" y="10408"/>
                  </a:lnTo>
                  <a:lnTo>
                    <a:pt x="9914" y="10206"/>
                  </a:lnTo>
                  <a:lnTo>
                    <a:pt x="8947" y="10026"/>
                  </a:lnTo>
                  <a:lnTo>
                    <a:pt x="7936" y="9846"/>
                  </a:lnTo>
                  <a:lnTo>
                    <a:pt x="6857" y="9689"/>
                  </a:lnTo>
                  <a:lnTo>
                    <a:pt x="5800" y="9577"/>
                  </a:lnTo>
                  <a:lnTo>
                    <a:pt x="5261" y="9532"/>
                  </a:lnTo>
                  <a:lnTo>
                    <a:pt x="4743" y="9509"/>
                  </a:lnTo>
                  <a:lnTo>
                    <a:pt x="3732" y="9509"/>
                  </a:lnTo>
                  <a:lnTo>
                    <a:pt x="3260" y="9532"/>
                  </a:lnTo>
                  <a:lnTo>
                    <a:pt x="2788" y="9599"/>
                  </a:lnTo>
                  <a:lnTo>
                    <a:pt x="2361" y="9667"/>
                  </a:lnTo>
                  <a:lnTo>
                    <a:pt x="1956" y="9757"/>
                  </a:lnTo>
                  <a:lnTo>
                    <a:pt x="1574" y="9869"/>
                  </a:lnTo>
                  <a:lnTo>
                    <a:pt x="1237" y="10026"/>
                  </a:lnTo>
                  <a:lnTo>
                    <a:pt x="922" y="10206"/>
                  </a:lnTo>
                  <a:lnTo>
                    <a:pt x="652" y="10408"/>
                  </a:lnTo>
                  <a:lnTo>
                    <a:pt x="517" y="10521"/>
                  </a:lnTo>
                  <a:lnTo>
                    <a:pt x="428" y="10633"/>
                  </a:lnTo>
                  <a:lnTo>
                    <a:pt x="315" y="10768"/>
                  </a:lnTo>
                  <a:lnTo>
                    <a:pt x="248" y="10903"/>
                  </a:lnTo>
                  <a:lnTo>
                    <a:pt x="180" y="11060"/>
                  </a:lnTo>
                  <a:lnTo>
                    <a:pt x="113" y="11218"/>
                  </a:lnTo>
                  <a:lnTo>
                    <a:pt x="68" y="11375"/>
                  </a:lnTo>
                  <a:lnTo>
                    <a:pt x="23" y="11555"/>
                  </a:lnTo>
                  <a:lnTo>
                    <a:pt x="23" y="11735"/>
                  </a:lnTo>
                  <a:lnTo>
                    <a:pt x="0" y="11937"/>
                  </a:lnTo>
                  <a:lnTo>
                    <a:pt x="23" y="12139"/>
                  </a:lnTo>
                  <a:lnTo>
                    <a:pt x="45" y="12342"/>
                  </a:lnTo>
                  <a:lnTo>
                    <a:pt x="90" y="12566"/>
                  </a:lnTo>
                  <a:lnTo>
                    <a:pt x="158" y="12814"/>
                  </a:lnTo>
                  <a:lnTo>
                    <a:pt x="315" y="13308"/>
                  </a:lnTo>
                  <a:lnTo>
                    <a:pt x="383" y="13466"/>
                  </a:lnTo>
                  <a:lnTo>
                    <a:pt x="472" y="13623"/>
                  </a:lnTo>
                  <a:lnTo>
                    <a:pt x="585" y="13758"/>
                  </a:lnTo>
                  <a:lnTo>
                    <a:pt x="697" y="13893"/>
                  </a:lnTo>
                  <a:lnTo>
                    <a:pt x="810" y="14028"/>
                  </a:lnTo>
                  <a:lnTo>
                    <a:pt x="945" y="14140"/>
                  </a:lnTo>
                  <a:lnTo>
                    <a:pt x="1259" y="14342"/>
                  </a:lnTo>
                  <a:lnTo>
                    <a:pt x="1596" y="14522"/>
                  </a:lnTo>
                  <a:lnTo>
                    <a:pt x="1979" y="14679"/>
                  </a:lnTo>
                  <a:lnTo>
                    <a:pt x="2406" y="14792"/>
                  </a:lnTo>
                  <a:lnTo>
                    <a:pt x="2855" y="14859"/>
                  </a:lnTo>
                  <a:lnTo>
                    <a:pt x="3327" y="14927"/>
                  </a:lnTo>
                  <a:lnTo>
                    <a:pt x="3822" y="14949"/>
                  </a:lnTo>
                  <a:lnTo>
                    <a:pt x="4339" y="14972"/>
                  </a:lnTo>
                  <a:lnTo>
                    <a:pt x="4878" y="14949"/>
                  </a:lnTo>
                  <a:lnTo>
                    <a:pt x="5418" y="14927"/>
                  </a:lnTo>
                  <a:lnTo>
                    <a:pt x="5980" y="14882"/>
                  </a:lnTo>
                  <a:lnTo>
                    <a:pt x="7104" y="14747"/>
                  </a:lnTo>
                  <a:lnTo>
                    <a:pt x="8205" y="14567"/>
                  </a:lnTo>
                  <a:lnTo>
                    <a:pt x="9262" y="14365"/>
                  </a:lnTo>
                  <a:lnTo>
                    <a:pt x="10251" y="14140"/>
                  </a:lnTo>
                  <a:lnTo>
                    <a:pt x="11128" y="13938"/>
                  </a:lnTo>
                  <a:lnTo>
                    <a:pt x="11869" y="13735"/>
                  </a:lnTo>
                  <a:lnTo>
                    <a:pt x="12454" y="13556"/>
                  </a:lnTo>
                  <a:lnTo>
                    <a:pt x="12858" y="13421"/>
                  </a:lnTo>
                  <a:lnTo>
                    <a:pt x="13016" y="13376"/>
                  </a:lnTo>
                  <a:lnTo>
                    <a:pt x="13375" y="13758"/>
                  </a:lnTo>
                  <a:lnTo>
                    <a:pt x="13713" y="14162"/>
                  </a:lnTo>
                  <a:lnTo>
                    <a:pt x="14050" y="14567"/>
                  </a:lnTo>
                  <a:lnTo>
                    <a:pt x="14365" y="14994"/>
                  </a:lnTo>
                  <a:lnTo>
                    <a:pt x="14657" y="15421"/>
                  </a:lnTo>
                  <a:lnTo>
                    <a:pt x="14949" y="15871"/>
                  </a:lnTo>
                  <a:lnTo>
                    <a:pt x="15511" y="16770"/>
                  </a:lnTo>
                  <a:lnTo>
                    <a:pt x="16028" y="17714"/>
                  </a:lnTo>
                  <a:lnTo>
                    <a:pt x="16523" y="18681"/>
                  </a:lnTo>
                  <a:lnTo>
                    <a:pt x="16972" y="19670"/>
                  </a:lnTo>
                  <a:lnTo>
                    <a:pt x="17399" y="20659"/>
                  </a:lnTo>
                  <a:lnTo>
                    <a:pt x="17152" y="20502"/>
                  </a:lnTo>
                  <a:lnTo>
                    <a:pt x="16927" y="20344"/>
                  </a:lnTo>
                  <a:lnTo>
                    <a:pt x="16680" y="20187"/>
                  </a:lnTo>
                  <a:lnTo>
                    <a:pt x="16410" y="20052"/>
                  </a:lnTo>
                  <a:lnTo>
                    <a:pt x="15871" y="19827"/>
                  </a:lnTo>
                  <a:lnTo>
                    <a:pt x="15309" y="19647"/>
                  </a:lnTo>
                  <a:lnTo>
                    <a:pt x="14724" y="19490"/>
                  </a:lnTo>
                  <a:lnTo>
                    <a:pt x="14162" y="19355"/>
                  </a:lnTo>
                  <a:lnTo>
                    <a:pt x="13623" y="19265"/>
                  </a:lnTo>
                  <a:lnTo>
                    <a:pt x="13083" y="19175"/>
                  </a:lnTo>
                  <a:lnTo>
                    <a:pt x="12431" y="19108"/>
                  </a:lnTo>
                  <a:lnTo>
                    <a:pt x="11712" y="19063"/>
                  </a:lnTo>
                  <a:lnTo>
                    <a:pt x="11330" y="19040"/>
                  </a:lnTo>
                  <a:lnTo>
                    <a:pt x="10543" y="19040"/>
                  </a:lnTo>
                  <a:lnTo>
                    <a:pt x="10161" y="19085"/>
                  </a:lnTo>
                  <a:lnTo>
                    <a:pt x="9756" y="19130"/>
                  </a:lnTo>
                  <a:lnTo>
                    <a:pt x="9397" y="19220"/>
                  </a:lnTo>
                  <a:lnTo>
                    <a:pt x="9037" y="19310"/>
                  </a:lnTo>
                  <a:lnTo>
                    <a:pt x="8700" y="19445"/>
                  </a:lnTo>
                  <a:lnTo>
                    <a:pt x="8385" y="19602"/>
                  </a:lnTo>
                  <a:lnTo>
                    <a:pt x="8093" y="19805"/>
                  </a:lnTo>
                  <a:lnTo>
                    <a:pt x="7823" y="20029"/>
                  </a:lnTo>
                  <a:lnTo>
                    <a:pt x="7711" y="20164"/>
                  </a:lnTo>
                  <a:lnTo>
                    <a:pt x="7621" y="20299"/>
                  </a:lnTo>
                  <a:lnTo>
                    <a:pt x="7486" y="20502"/>
                  </a:lnTo>
                  <a:lnTo>
                    <a:pt x="7396" y="20681"/>
                  </a:lnTo>
                  <a:lnTo>
                    <a:pt x="7329" y="20861"/>
                  </a:lnTo>
                  <a:lnTo>
                    <a:pt x="7284" y="21041"/>
                  </a:lnTo>
                  <a:lnTo>
                    <a:pt x="7261" y="21221"/>
                  </a:lnTo>
                  <a:lnTo>
                    <a:pt x="7239" y="21401"/>
                  </a:lnTo>
                  <a:lnTo>
                    <a:pt x="7261" y="21558"/>
                  </a:lnTo>
                  <a:lnTo>
                    <a:pt x="7284" y="21715"/>
                  </a:lnTo>
                  <a:lnTo>
                    <a:pt x="7351" y="21873"/>
                  </a:lnTo>
                  <a:lnTo>
                    <a:pt x="7419" y="22030"/>
                  </a:lnTo>
                  <a:lnTo>
                    <a:pt x="7486" y="22165"/>
                  </a:lnTo>
                  <a:lnTo>
                    <a:pt x="7598" y="22322"/>
                  </a:lnTo>
                  <a:lnTo>
                    <a:pt x="7823" y="22592"/>
                  </a:lnTo>
                  <a:lnTo>
                    <a:pt x="8093" y="22839"/>
                  </a:lnTo>
                  <a:lnTo>
                    <a:pt x="8408" y="23064"/>
                  </a:lnTo>
                  <a:lnTo>
                    <a:pt x="8745" y="23266"/>
                  </a:lnTo>
                  <a:lnTo>
                    <a:pt x="9104" y="23469"/>
                  </a:lnTo>
                  <a:lnTo>
                    <a:pt x="9464" y="23626"/>
                  </a:lnTo>
                  <a:lnTo>
                    <a:pt x="9824" y="23783"/>
                  </a:lnTo>
                  <a:lnTo>
                    <a:pt x="10161" y="23896"/>
                  </a:lnTo>
                  <a:lnTo>
                    <a:pt x="10498" y="24008"/>
                  </a:lnTo>
                  <a:lnTo>
                    <a:pt x="10813" y="24098"/>
                  </a:lnTo>
                  <a:lnTo>
                    <a:pt x="11734" y="24301"/>
                  </a:lnTo>
                  <a:lnTo>
                    <a:pt x="12207" y="24390"/>
                  </a:lnTo>
                  <a:lnTo>
                    <a:pt x="12701" y="24458"/>
                  </a:lnTo>
                  <a:lnTo>
                    <a:pt x="13196" y="24525"/>
                  </a:lnTo>
                  <a:lnTo>
                    <a:pt x="13713" y="24570"/>
                  </a:lnTo>
                  <a:lnTo>
                    <a:pt x="14207" y="24593"/>
                  </a:lnTo>
                  <a:lnTo>
                    <a:pt x="14724" y="24615"/>
                  </a:lnTo>
                  <a:lnTo>
                    <a:pt x="15241" y="24615"/>
                  </a:lnTo>
                  <a:lnTo>
                    <a:pt x="15736" y="24593"/>
                  </a:lnTo>
                  <a:lnTo>
                    <a:pt x="16253" y="24548"/>
                  </a:lnTo>
                  <a:lnTo>
                    <a:pt x="16747" y="24480"/>
                  </a:lnTo>
                  <a:lnTo>
                    <a:pt x="17242" y="24390"/>
                  </a:lnTo>
                  <a:lnTo>
                    <a:pt x="17714" y="24278"/>
                  </a:lnTo>
                  <a:lnTo>
                    <a:pt x="18208" y="24143"/>
                  </a:lnTo>
                  <a:lnTo>
                    <a:pt x="18658" y="23986"/>
                  </a:lnTo>
                  <a:lnTo>
                    <a:pt x="18928" y="24705"/>
                  </a:lnTo>
                  <a:lnTo>
                    <a:pt x="19198" y="25514"/>
                  </a:lnTo>
                  <a:lnTo>
                    <a:pt x="19445" y="26324"/>
                  </a:lnTo>
                  <a:lnTo>
                    <a:pt x="19670" y="27133"/>
                  </a:lnTo>
                  <a:lnTo>
                    <a:pt x="19849" y="27942"/>
                  </a:lnTo>
                  <a:lnTo>
                    <a:pt x="20007" y="28729"/>
                  </a:lnTo>
                  <a:lnTo>
                    <a:pt x="20164" y="29538"/>
                  </a:lnTo>
                  <a:lnTo>
                    <a:pt x="20276" y="30347"/>
                  </a:lnTo>
                  <a:lnTo>
                    <a:pt x="20389" y="31157"/>
                  </a:lnTo>
                  <a:lnTo>
                    <a:pt x="20187" y="30842"/>
                  </a:lnTo>
                  <a:lnTo>
                    <a:pt x="19984" y="30550"/>
                  </a:lnTo>
                  <a:lnTo>
                    <a:pt x="19737" y="30257"/>
                  </a:lnTo>
                  <a:lnTo>
                    <a:pt x="19512" y="29988"/>
                  </a:lnTo>
                  <a:lnTo>
                    <a:pt x="19242" y="29718"/>
                  </a:lnTo>
                  <a:lnTo>
                    <a:pt x="18995" y="29448"/>
                  </a:lnTo>
                  <a:lnTo>
                    <a:pt x="18703" y="29201"/>
                  </a:lnTo>
                  <a:lnTo>
                    <a:pt x="18433" y="28954"/>
                  </a:lnTo>
                  <a:lnTo>
                    <a:pt x="18141" y="28729"/>
                  </a:lnTo>
                  <a:lnTo>
                    <a:pt x="17826" y="28527"/>
                  </a:lnTo>
                  <a:lnTo>
                    <a:pt x="17512" y="28324"/>
                  </a:lnTo>
                  <a:lnTo>
                    <a:pt x="17197" y="28144"/>
                  </a:lnTo>
                  <a:lnTo>
                    <a:pt x="16882" y="27965"/>
                  </a:lnTo>
                  <a:lnTo>
                    <a:pt x="16545" y="27807"/>
                  </a:lnTo>
                  <a:lnTo>
                    <a:pt x="16208" y="27672"/>
                  </a:lnTo>
                  <a:lnTo>
                    <a:pt x="15871" y="27537"/>
                  </a:lnTo>
                  <a:lnTo>
                    <a:pt x="15556" y="27425"/>
                  </a:lnTo>
                  <a:lnTo>
                    <a:pt x="15219" y="27335"/>
                  </a:lnTo>
                  <a:lnTo>
                    <a:pt x="14859" y="27268"/>
                  </a:lnTo>
                  <a:lnTo>
                    <a:pt x="14499" y="27200"/>
                  </a:lnTo>
                  <a:lnTo>
                    <a:pt x="14140" y="27155"/>
                  </a:lnTo>
                  <a:lnTo>
                    <a:pt x="13758" y="27133"/>
                  </a:lnTo>
                  <a:lnTo>
                    <a:pt x="13375" y="27133"/>
                  </a:lnTo>
                  <a:lnTo>
                    <a:pt x="13016" y="27155"/>
                  </a:lnTo>
                  <a:lnTo>
                    <a:pt x="12656" y="27200"/>
                  </a:lnTo>
                  <a:lnTo>
                    <a:pt x="12319" y="27290"/>
                  </a:lnTo>
                  <a:lnTo>
                    <a:pt x="11982" y="27403"/>
                  </a:lnTo>
                  <a:lnTo>
                    <a:pt x="11690" y="27560"/>
                  </a:lnTo>
                  <a:lnTo>
                    <a:pt x="11397" y="27762"/>
                  </a:lnTo>
                  <a:lnTo>
                    <a:pt x="11285" y="27897"/>
                  </a:lnTo>
                  <a:lnTo>
                    <a:pt x="11150" y="28010"/>
                  </a:lnTo>
                  <a:lnTo>
                    <a:pt x="11060" y="28144"/>
                  </a:lnTo>
                  <a:lnTo>
                    <a:pt x="10948" y="28302"/>
                  </a:lnTo>
                  <a:lnTo>
                    <a:pt x="10858" y="28482"/>
                  </a:lnTo>
                  <a:lnTo>
                    <a:pt x="10790" y="28639"/>
                  </a:lnTo>
                  <a:lnTo>
                    <a:pt x="10723" y="28841"/>
                  </a:lnTo>
                  <a:lnTo>
                    <a:pt x="10678" y="29021"/>
                  </a:lnTo>
                  <a:lnTo>
                    <a:pt x="10633" y="29223"/>
                  </a:lnTo>
                  <a:lnTo>
                    <a:pt x="10633" y="29403"/>
                  </a:lnTo>
                  <a:lnTo>
                    <a:pt x="10611" y="29583"/>
                  </a:lnTo>
                  <a:lnTo>
                    <a:pt x="10633" y="29763"/>
                  </a:lnTo>
                  <a:lnTo>
                    <a:pt x="10700" y="30100"/>
                  </a:lnTo>
                  <a:lnTo>
                    <a:pt x="10790" y="30415"/>
                  </a:lnTo>
                  <a:lnTo>
                    <a:pt x="10948" y="30730"/>
                  </a:lnTo>
                  <a:lnTo>
                    <a:pt x="11150" y="31044"/>
                  </a:lnTo>
                  <a:lnTo>
                    <a:pt x="11375" y="31314"/>
                  </a:lnTo>
                  <a:lnTo>
                    <a:pt x="11622" y="31584"/>
                  </a:lnTo>
                  <a:lnTo>
                    <a:pt x="11914" y="31831"/>
                  </a:lnTo>
                  <a:lnTo>
                    <a:pt x="12207" y="32078"/>
                  </a:lnTo>
                  <a:lnTo>
                    <a:pt x="12499" y="32303"/>
                  </a:lnTo>
                  <a:lnTo>
                    <a:pt x="12813" y="32505"/>
                  </a:lnTo>
                  <a:lnTo>
                    <a:pt x="13128" y="32685"/>
                  </a:lnTo>
                  <a:lnTo>
                    <a:pt x="13443" y="32843"/>
                  </a:lnTo>
                  <a:lnTo>
                    <a:pt x="13758" y="33000"/>
                  </a:lnTo>
                  <a:lnTo>
                    <a:pt x="14185" y="33157"/>
                  </a:lnTo>
                  <a:lnTo>
                    <a:pt x="14589" y="33315"/>
                  </a:lnTo>
                  <a:lnTo>
                    <a:pt x="15039" y="33427"/>
                  </a:lnTo>
                  <a:lnTo>
                    <a:pt x="15466" y="33494"/>
                  </a:lnTo>
                  <a:lnTo>
                    <a:pt x="15893" y="33584"/>
                  </a:lnTo>
                  <a:lnTo>
                    <a:pt x="16343" y="33629"/>
                  </a:lnTo>
                  <a:lnTo>
                    <a:pt x="17242" y="33719"/>
                  </a:lnTo>
                  <a:lnTo>
                    <a:pt x="18119" y="33809"/>
                  </a:lnTo>
                  <a:lnTo>
                    <a:pt x="18568" y="33854"/>
                  </a:lnTo>
                  <a:lnTo>
                    <a:pt x="18995" y="33922"/>
                  </a:lnTo>
                  <a:lnTo>
                    <a:pt x="19422" y="34011"/>
                  </a:lnTo>
                  <a:lnTo>
                    <a:pt x="19849" y="34124"/>
                  </a:lnTo>
                  <a:lnTo>
                    <a:pt x="20254" y="34259"/>
                  </a:lnTo>
                  <a:lnTo>
                    <a:pt x="20659" y="34439"/>
                  </a:lnTo>
                  <a:lnTo>
                    <a:pt x="20681" y="35585"/>
                  </a:lnTo>
                  <a:lnTo>
                    <a:pt x="20704" y="36979"/>
                  </a:lnTo>
                  <a:lnTo>
                    <a:pt x="20726" y="40036"/>
                  </a:lnTo>
                  <a:lnTo>
                    <a:pt x="20726" y="42711"/>
                  </a:lnTo>
                  <a:lnTo>
                    <a:pt x="20726" y="44060"/>
                  </a:lnTo>
                  <a:lnTo>
                    <a:pt x="20479" y="43745"/>
                  </a:lnTo>
                  <a:lnTo>
                    <a:pt x="20232" y="43453"/>
                  </a:lnTo>
                  <a:lnTo>
                    <a:pt x="19962" y="43160"/>
                  </a:lnTo>
                  <a:lnTo>
                    <a:pt x="19670" y="42891"/>
                  </a:lnTo>
                  <a:lnTo>
                    <a:pt x="19377" y="42621"/>
                  </a:lnTo>
                  <a:lnTo>
                    <a:pt x="19085" y="42351"/>
                  </a:lnTo>
                  <a:lnTo>
                    <a:pt x="18770" y="42126"/>
                  </a:lnTo>
                  <a:lnTo>
                    <a:pt x="18433" y="41902"/>
                  </a:lnTo>
                  <a:lnTo>
                    <a:pt x="18096" y="41677"/>
                  </a:lnTo>
                  <a:lnTo>
                    <a:pt x="17759" y="41475"/>
                  </a:lnTo>
                  <a:lnTo>
                    <a:pt x="17422" y="41295"/>
                  </a:lnTo>
                  <a:lnTo>
                    <a:pt x="17062" y="41115"/>
                  </a:lnTo>
                  <a:lnTo>
                    <a:pt x="16702" y="40958"/>
                  </a:lnTo>
                  <a:lnTo>
                    <a:pt x="16343" y="40800"/>
                  </a:lnTo>
                  <a:lnTo>
                    <a:pt x="15961" y="40688"/>
                  </a:lnTo>
                  <a:lnTo>
                    <a:pt x="15601" y="40575"/>
                  </a:lnTo>
                  <a:lnTo>
                    <a:pt x="14926" y="40396"/>
                  </a:lnTo>
                  <a:lnTo>
                    <a:pt x="14544" y="40306"/>
                  </a:lnTo>
                  <a:lnTo>
                    <a:pt x="14162" y="40238"/>
                  </a:lnTo>
                  <a:lnTo>
                    <a:pt x="13758" y="40193"/>
                  </a:lnTo>
                  <a:lnTo>
                    <a:pt x="13353" y="40148"/>
                  </a:lnTo>
                  <a:lnTo>
                    <a:pt x="12566" y="40148"/>
                  </a:lnTo>
                  <a:lnTo>
                    <a:pt x="12162" y="40193"/>
                  </a:lnTo>
                  <a:lnTo>
                    <a:pt x="11802" y="40283"/>
                  </a:lnTo>
                  <a:lnTo>
                    <a:pt x="11442" y="40396"/>
                  </a:lnTo>
                  <a:lnTo>
                    <a:pt x="11128" y="40553"/>
                  </a:lnTo>
                  <a:lnTo>
                    <a:pt x="10970" y="40643"/>
                  </a:lnTo>
                  <a:lnTo>
                    <a:pt x="10835" y="40755"/>
                  </a:lnTo>
                  <a:lnTo>
                    <a:pt x="10700" y="40868"/>
                  </a:lnTo>
                  <a:lnTo>
                    <a:pt x="10566" y="41002"/>
                  </a:lnTo>
                  <a:lnTo>
                    <a:pt x="10453" y="41137"/>
                  </a:lnTo>
                  <a:lnTo>
                    <a:pt x="10363" y="41317"/>
                  </a:lnTo>
                  <a:lnTo>
                    <a:pt x="10273" y="41475"/>
                  </a:lnTo>
                  <a:lnTo>
                    <a:pt x="10206" y="41677"/>
                  </a:lnTo>
                  <a:lnTo>
                    <a:pt x="10138" y="41879"/>
                  </a:lnTo>
                  <a:lnTo>
                    <a:pt x="10094" y="42081"/>
                  </a:lnTo>
                  <a:lnTo>
                    <a:pt x="10071" y="42261"/>
                  </a:lnTo>
                  <a:lnTo>
                    <a:pt x="10049" y="42464"/>
                  </a:lnTo>
                  <a:lnTo>
                    <a:pt x="10049" y="42643"/>
                  </a:lnTo>
                  <a:lnTo>
                    <a:pt x="10071" y="42823"/>
                  </a:lnTo>
                  <a:lnTo>
                    <a:pt x="10094" y="43003"/>
                  </a:lnTo>
                  <a:lnTo>
                    <a:pt x="10138" y="43183"/>
                  </a:lnTo>
                  <a:lnTo>
                    <a:pt x="10273" y="43498"/>
                  </a:lnTo>
                  <a:lnTo>
                    <a:pt x="10453" y="43812"/>
                  </a:lnTo>
                  <a:lnTo>
                    <a:pt x="10655" y="44127"/>
                  </a:lnTo>
                  <a:lnTo>
                    <a:pt x="10903" y="44397"/>
                  </a:lnTo>
                  <a:lnTo>
                    <a:pt x="11172" y="44667"/>
                  </a:lnTo>
                  <a:lnTo>
                    <a:pt x="11465" y="44891"/>
                  </a:lnTo>
                  <a:lnTo>
                    <a:pt x="11802" y="45139"/>
                  </a:lnTo>
                  <a:lnTo>
                    <a:pt x="12117" y="45341"/>
                  </a:lnTo>
                  <a:lnTo>
                    <a:pt x="12454" y="45521"/>
                  </a:lnTo>
                  <a:lnTo>
                    <a:pt x="12791" y="45701"/>
                  </a:lnTo>
                  <a:lnTo>
                    <a:pt x="13128" y="45835"/>
                  </a:lnTo>
                  <a:lnTo>
                    <a:pt x="13465" y="45970"/>
                  </a:lnTo>
                  <a:lnTo>
                    <a:pt x="14230" y="46240"/>
                  </a:lnTo>
                  <a:lnTo>
                    <a:pt x="15016" y="46465"/>
                  </a:lnTo>
                  <a:lnTo>
                    <a:pt x="15421" y="46555"/>
                  </a:lnTo>
                  <a:lnTo>
                    <a:pt x="15826" y="46622"/>
                  </a:lnTo>
                  <a:lnTo>
                    <a:pt x="16230" y="46690"/>
                  </a:lnTo>
                  <a:lnTo>
                    <a:pt x="16635" y="46735"/>
                  </a:lnTo>
                  <a:lnTo>
                    <a:pt x="17219" y="46780"/>
                  </a:lnTo>
                  <a:lnTo>
                    <a:pt x="17871" y="46802"/>
                  </a:lnTo>
                  <a:lnTo>
                    <a:pt x="19287" y="46802"/>
                  </a:lnTo>
                  <a:lnTo>
                    <a:pt x="20434" y="46757"/>
                  </a:lnTo>
                  <a:lnTo>
                    <a:pt x="20928" y="46757"/>
                  </a:lnTo>
                  <a:lnTo>
                    <a:pt x="20951" y="46780"/>
                  </a:lnTo>
                  <a:lnTo>
                    <a:pt x="21108" y="47814"/>
                  </a:lnTo>
                  <a:lnTo>
                    <a:pt x="21288" y="48848"/>
                  </a:lnTo>
                  <a:lnTo>
                    <a:pt x="21490" y="49859"/>
                  </a:lnTo>
                  <a:lnTo>
                    <a:pt x="21760" y="50893"/>
                  </a:lnTo>
                  <a:lnTo>
                    <a:pt x="22052" y="51882"/>
                  </a:lnTo>
                  <a:lnTo>
                    <a:pt x="22367" y="52871"/>
                  </a:lnTo>
                  <a:lnTo>
                    <a:pt x="22749" y="53838"/>
                  </a:lnTo>
                  <a:lnTo>
                    <a:pt x="23176" y="54782"/>
                  </a:lnTo>
                  <a:lnTo>
                    <a:pt x="23176" y="54782"/>
                  </a:lnTo>
                  <a:lnTo>
                    <a:pt x="22457" y="54467"/>
                  </a:lnTo>
                  <a:lnTo>
                    <a:pt x="21670" y="54175"/>
                  </a:lnTo>
                  <a:lnTo>
                    <a:pt x="20861" y="53883"/>
                  </a:lnTo>
                  <a:lnTo>
                    <a:pt x="20029" y="53658"/>
                  </a:lnTo>
                  <a:lnTo>
                    <a:pt x="19175" y="53433"/>
                  </a:lnTo>
                  <a:lnTo>
                    <a:pt x="18343" y="53299"/>
                  </a:lnTo>
                  <a:lnTo>
                    <a:pt x="17939" y="53231"/>
                  </a:lnTo>
                  <a:lnTo>
                    <a:pt x="17512" y="53186"/>
                  </a:lnTo>
                  <a:lnTo>
                    <a:pt x="17129" y="53164"/>
                  </a:lnTo>
                  <a:lnTo>
                    <a:pt x="16725" y="53141"/>
                  </a:lnTo>
                  <a:lnTo>
                    <a:pt x="16343" y="53164"/>
                  </a:lnTo>
                  <a:lnTo>
                    <a:pt x="15983" y="53186"/>
                  </a:lnTo>
                  <a:lnTo>
                    <a:pt x="15623" y="53231"/>
                  </a:lnTo>
                  <a:lnTo>
                    <a:pt x="15286" y="53299"/>
                  </a:lnTo>
                  <a:lnTo>
                    <a:pt x="14971" y="53388"/>
                  </a:lnTo>
                  <a:lnTo>
                    <a:pt x="14657" y="53501"/>
                  </a:lnTo>
                  <a:lnTo>
                    <a:pt x="14387" y="53636"/>
                  </a:lnTo>
                  <a:lnTo>
                    <a:pt x="14117" y="53793"/>
                  </a:lnTo>
                  <a:lnTo>
                    <a:pt x="13892" y="53973"/>
                  </a:lnTo>
                  <a:lnTo>
                    <a:pt x="13668" y="54175"/>
                  </a:lnTo>
                  <a:lnTo>
                    <a:pt x="13488" y="54422"/>
                  </a:lnTo>
                  <a:lnTo>
                    <a:pt x="13330" y="54692"/>
                  </a:lnTo>
                  <a:lnTo>
                    <a:pt x="13218" y="54984"/>
                  </a:lnTo>
                  <a:lnTo>
                    <a:pt x="13106" y="55322"/>
                  </a:lnTo>
                  <a:lnTo>
                    <a:pt x="13061" y="55681"/>
                  </a:lnTo>
                  <a:lnTo>
                    <a:pt x="13038" y="56063"/>
                  </a:lnTo>
                  <a:lnTo>
                    <a:pt x="13038" y="56288"/>
                  </a:lnTo>
                  <a:lnTo>
                    <a:pt x="13038" y="56513"/>
                  </a:lnTo>
                  <a:lnTo>
                    <a:pt x="13083" y="56715"/>
                  </a:lnTo>
                  <a:lnTo>
                    <a:pt x="13128" y="56895"/>
                  </a:lnTo>
                  <a:lnTo>
                    <a:pt x="13173" y="57097"/>
                  </a:lnTo>
                  <a:lnTo>
                    <a:pt x="13241" y="57277"/>
                  </a:lnTo>
                  <a:lnTo>
                    <a:pt x="13330" y="57435"/>
                  </a:lnTo>
                  <a:lnTo>
                    <a:pt x="13420" y="57615"/>
                  </a:lnTo>
                  <a:lnTo>
                    <a:pt x="13623" y="57907"/>
                  </a:lnTo>
                  <a:lnTo>
                    <a:pt x="13870" y="58176"/>
                  </a:lnTo>
                  <a:lnTo>
                    <a:pt x="14162" y="58424"/>
                  </a:lnTo>
                  <a:lnTo>
                    <a:pt x="14499" y="58649"/>
                  </a:lnTo>
                  <a:lnTo>
                    <a:pt x="14859" y="58828"/>
                  </a:lnTo>
                  <a:lnTo>
                    <a:pt x="15241" y="58986"/>
                  </a:lnTo>
                  <a:lnTo>
                    <a:pt x="15646" y="59121"/>
                  </a:lnTo>
                  <a:lnTo>
                    <a:pt x="16095" y="59233"/>
                  </a:lnTo>
                  <a:lnTo>
                    <a:pt x="16545" y="59323"/>
                  </a:lnTo>
                  <a:lnTo>
                    <a:pt x="17017" y="59368"/>
                  </a:lnTo>
                  <a:lnTo>
                    <a:pt x="17512" y="59413"/>
                  </a:lnTo>
                  <a:lnTo>
                    <a:pt x="18006" y="59435"/>
                  </a:lnTo>
                  <a:lnTo>
                    <a:pt x="18501" y="59435"/>
                  </a:lnTo>
                  <a:lnTo>
                    <a:pt x="18995" y="59413"/>
                  </a:lnTo>
                  <a:lnTo>
                    <a:pt x="19512" y="59368"/>
                  </a:lnTo>
                  <a:lnTo>
                    <a:pt x="20007" y="59300"/>
                  </a:lnTo>
                  <a:lnTo>
                    <a:pt x="20501" y="59233"/>
                  </a:lnTo>
                  <a:lnTo>
                    <a:pt x="20996" y="59143"/>
                  </a:lnTo>
                  <a:lnTo>
                    <a:pt x="21490" y="59031"/>
                  </a:lnTo>
                  <a:lnTo>
                    <a:pt x="21940" y="58918"/>
                  </a:lnTo>
                  <a:lnTo>
                    <a:pt x="22390" y="58783"/>
                  </a:lnTo>
                  <a:lnTo>
                    <a:pt x="22817" y="58649"/>
                  </a:lnTo>
                  <a:lnTo>
                    <a:pt x="23221" y="58491"/>
                  </a:lnTo>
                  <a:lnTo>
                    <a:pt x="23603" y="58334"/>
                  </a:lnTo>
                  <a:lnTo>
                    <a:pt x="23941" y="58176"/>
                  </a:lnTo>
                  <a:lnTo>
                    <a:pt x="24255" y="57997"/>
                  </a:lnTo>
                  <a:lnTo>
                    <a:pt x="24525" y="57794"/>
                  </a:lnTo>
                  <a:lnTo>
                    <a:pt x="24772" y="57615"/>
                  </a:lnTo>
                  <a:lnTo>
                    <a:pt x="24817" y="57570"/>
                  </a:lnTo>
                  <a:lnTo>
                    <a:pt x="25334" y="58266"/>
                  </a:lnTo>
                  <a:lnTo>
                    <a:pt x="25874" y="58918"/>
                  </a:lnTo>
                  <a:lnTo>
                    <a:pt x="26458" y="59570"/>
                  </a:lnTo>
                  <a:lnTo>
                    <a:pt x="27065" y="60177"/>
                  </a:lnTo>
                  <a:lnTo>
                    <a:pt x="27695" y="60784"/>
                  </a:lnTo>
                  <a:lnTo>
                    <a:pt x="28346" y="61346"/>
                  </a:lnTo>
                  <a:lnTo>
                    <a:pt x="29021" y="61908"/>
                  </a:lnTo>
                  <a:lnTo>
                    <a:pt x="29718" y="62448"/>
                  </a:lnTo>
                  <a:lnTo>
                    <a:pt x="30415" y="62965"/>
                  </a:lnTo>
                  <a:lnTo>
                    <a:pt x="31134" y="63482"/>
                  </a:lnTo>
                  <a:lnTo>
                    <a:pt x="31853" y="63976"/>
                  </a:lnTo>
                  <a:lnTo>
                    <a:pt x="32595" y="64448"/>
                  </a:lnTo>
                  <a:lnTo>
                    <a:pt x="34079" y="65370"/>
                  </a:lnTo>
                  <a:lnTo>
                    <a:pt x="35540" y="66224"/>
                  </a:lnTo>
                  <a:lnTo>
                    <a:pt x="35675" y="66291"/>
                  </a:lnTo>
                  <a:lnTo>
                    <a:pt x="35787" y="66314"/>
                  </a:lnTo>
                  <a:lnTo>
                    <a:pt x="35899" y="66314"/>
                  </a:lnTo>
                  <a:lnTo>
                    <a:pt x="36012" y="66269"/>
                  </a:lnTo>
                  <a:lnTo>
                    <a:pt x="36102" y="66224"/>
                  </a:lnTo>
                  <a:lnTo>
                    <a:pt x="36192" y="66157"/>
                  </a:lnTo>
                  <a:lnTo>
                    <a:pt x="36259" y="66067"/>
                  </a:lnTo>
                  <a:lnTo>
                    <a:pt x="36327" y="65977"/>
                  </a:lnTo>
                  <a:lnTo>
                    <a:pt x="36371" y="65864"/>
                  </a:lnTo>
                  <a:lnTo>
                    <a:pt x="36394" y="65752"/>
                  </a:lnTo>
                  <a:lnTo>
                    <a:pt x="36394" y="65640"/>
                  </a:lnTo>
                  <a:lnTo>
                    <a:pt x="36394" y="65505"/>
                  </a:lnTo>
                  <a:lnTo>
                    <a:pt x="36349" y="65392"/>
                  </a:lnTo>
                  <a:lnTo>
                    <a:pt x="36282" y="65302"/>
                  </a:lnTo>
                  <a:lnTo>
                    <a:pt x="36192" y="65190"/>
                  </a:lnTo>
                  <a:lnTo>
                    <a:pt x="36079" y="65123"/>
                  </a:lnTo>
                  <a:lnTo>
                    <a:pt x="34978" y="64471"/>
                  </a:lnTo>
                  <a:lnTo>
                    <a:pt x="33899" y="63796"/>
                  </a:lnTo>
                  <a:lnTo>
                    <a:pt x="32865" y="63099"/>
                  </a:lnTo>
                  <a:lnTo>
                    <a:pt x="31853" y="62403"/>
                  </a:lnTo>
                  <a:lnTo>
                    <a:pt x="30864" y="61661"/>
                  </a:lnTo>
                  <a:lnTo>
                    <a:pt x="29920" y="60896"/>
                  </a:lnTo>
                  <a:lnTo>
                    <a:pt x="29021" y="60110"/>
                  </a:lnTo>
                  <a:lnTo>
                    <a:pt x="28571" y="59683"/>
                  </a:lnTo>
                  <a:lnTo>
                    <a:pt x="28144" y="59278"/>
                  </a:lnTo>
                  <a:lnTo>
                    <a:pt x="28414" y="59076"/>
                  </a:lnTo>
                  <a:lnTo>
                    <a:pt x="28684" y="58851"/>
                  </a:lnTo>
                  <a:lnTo>
                    <a:pt x="29223" y="58356"/>
                  </a:lnTo>
                  <a:lnTo>
                    <a:pt x="29740" y="57794"/>
                  </a:lnTo>
                  <a:lnTo>
                    <a:pt x="30257" y="57187"/>
                  </a:lnTo>
                  <a:lnTo>
                    <a:pt x="30752" y="56513"/>
                  </a:lnTo>
                  <a:lnTo>
                    <a:pt x="31224" y="55816"/>
                  </a:lnTo>
                  <a:lnTo>
                    <a:pt x="31628" y="55097"/>
                  </a:lnTo>
                  <a:lnTo>
                    <a:pt x="31831" y="54715"/>
                  </a:lnTo>
                  <a:lnTo>
                    <a:pt x="32011" y="54333"/>
                  </a:lnTo>
                  <a:lnTo>
                    <a:pt x="32168" y="53950"/>
                  </a:lnTo>
                  <a:lnTo>
                    <a:pt x="32303" y="53568"/>
                  </a:lnTo>
                  <a:lnTo>
                    <a:pt x="32438" y="53186"/>
                  </a:lnTo>
                  <a:lnTo>
                    <a:pt x="32550" y="52804"/>
                  </a:lnTo>
                  <a:lnTo>
                    <a:pt x="32640" y="52422"/>
                  </a:lnTo>
                  <a:lnTo>
                    <a:pt x="32707" y="52040"/>
                  </a:lnTo>
                  <a:lnTo>
                    <a:pt x="32775" y="51658"/>
                  </a:lnTo>
                  <a:lnTo>
                    <a:pt x="32797" y="51275"/>
                  </a:lnTo>
                  <a:lnTo>
                    <a:pt x="32797" y="50916"/>
                  </a:lnTo>
                  <a:lnTo>
                    <a:pt x="32775" y="50556"/>
                  </a:lnTo>
                  <a:lnTo>
                    <a:pt x="32730" y="50196"/>
                  </a:lnTo>
                  <a:lnTo>
                    <a:pt x="32662" y="49859"/>
                  </a:lnTo>
                  <a:lnTo>
                    <a:pt x="32550" y="49522"/>
                  </a:lnTo>
                  <a:lnTo>
                    <a:pt x="32415" y="49185"/>
                  </a:lnTo>
                  <a:lnTo>
                    <a:pt x="32258" y="48870"/>
                  </a:lnTo>
                  <a:lnTo>
                    <a:pt x="32055" y="48578"/>
                  </a:lnTo>
                  <a:lnTo>
                    <a:pt x="31786" y="48241"/>
                  </a:lnTo>
                  <a:lnTo>
                    <a:pt x="31494" y="47971"/>
                  </a:lnTo>
                  <a:lnTo>
                    <a:pt x="31201" y="47724"/>
                  </a:lnTo>
                  <a:lnTo>
                    <a:pt x="30864" y="47566"/>
                  </a:lnTo>
                  <a:lnTo>
                    <a:pt x="30549" y="47431"/>
                  </a:lnTo>
                  <a:lnTo>
                    <a:pt x="30212" y="47364"/>
                  </a:lnTo>
                  <a:lnTo>
                    <a:pt x="29875" y="47319"/>
                  </a:lnTo>
                  <a:lnTo>
                    <a:pt x="29515" y="47342"/>
                  </a:lnTo>
                  <a:lnTo>
                    <a:pt x="29178" y="47409"/>
                  </a:lnTo>
                  <a:lnTo>
                    <a:pt x="28841" y="47499"/>
                  </a:lnTo>
                  <a:lnTo>
                    <a:pt x="28526" y="47634"/>
                  </a:lnTo>
                  <a:lnTo>
                    <a:pt x="28212" y="47814"/>
                  </a:lnTo>
                  <a:lnTo>
                    <a:pt x="27897" y="48038"/>
                  </a:lnTo>
                  <a:lnTo>
                    <a:pt x="27605" y="48286"/>
                  </a:lnTo>
                  <a:lnTo>
                    <a:pt x="27335" y="48578"/>
                  </a:lnTo>
                  <a:lnTo>
                    <a:pt x="27088" y="48893"/>
                  </a:lnTo>
                  <a:lnTo>
                    <a:pt x="26930" y="49140"/>
                  </a:lnTo>
                  <a:lnTo>
                    <a:pt x="26773" y="49387"/>
                  </a:lnTo>
                  <a:lnTo>
                    <a:pt x="26638" y="49634"/>
                  </a:lnTo>
                  <a:lnTo>
                    <a:pt x="26526" y="49882"/>
                  </a:lnTo>
                  <a:lnTo>
                    <a:pt x="26323" y="50399"/>
                  </a:lnTo>
                  <a:lnTo>
                    <a:pt x="26166" y="50916"/>
                  </a:lnTo>
                  <a:lnTo>
                    <a:pt x="26054" y="51455"/>
                  </a:lnTo>
                  <a:lnTo>
                    <a:pt x="26009" y="51972"/>
                  </a:lnTo>
                  <a:lnTo>
                    <a:pt x="25964" y="52512"/>
                  </a:lnTo>
                  <a:lnTo>
                    <a:pt x="25986" y="53074"/>
                  </a:lnTo>
                  <a:lnTo>
                    <a:pt x="26009" y="53613"/>
                  </a:lnTo>
                  <a:lnTo>
                    <a:pt x="26054" y="54175"/>
                  </a:lnTo>
                  <a:lnTo>
                    <a:pt x="26121" y="54737"/>
                  </a:lnTo>
                  <a:lnTo>
                    <a:pt x="26211" y="55277"/>
                  </a:lnTo>
                  <a:lnTo>
                    <a:pt x="26391" y="56378"/>
                  </a:lnTo>
                  <a:lnTo>
                    <a:pt x="26571" y="57480"/>
                  </a:lnTo>
                  <a:lnTo>
                    <a:pt x="26054" y="56805"/>
                  </a:lnTo>
                  <a:lnTo>
                    <a:pt x="25559" y="56108"/>
                  </a:lnTo>
                  <a:lnTo>
                    <a:pt x="25109" y="55367"/>
                  </a:lnTo>
                  <a:lnTo>
                    <a:pt x="24682" y="54602"/>
                  </a:lnTo>
                  <a:lnTo>
                    <a:pt x="24278" y="53816"/>
                  </a:lnTo>
                  <a:lnTo>
                    <a:pt x="23896" y="53006"/>
                  </a:lnTo>
                  <a:lnTo>
                    <a:pt x="23558" y="52152"/>
                  </a:lnTo>
                  <a:lnTo>
                    <a:pt x="23244" y="51275"/>
                  </a:lnTo>
                  <a:lnTo>
                    <a:pt x="23064" y="50668"/>
                  </a:lnTo>
                  <a:lnTo>
                    <a:pt x="22884" y="50039"/>
                  </a:lnTo>
                  <a:lnTo>
                    <a:pt x="22727" y="49432"/>
                  </a:lnTo>
                  <a:lnTo>
                    <a:pt x="22614" y="48803"/>
                  </a:lnTo>
                  <a:lnTo>
                    <a:pt x="22502" y="48196"/>
                  </a:lnTo>
                  <a:lnTo>
                    <a:pt x="22390" y="47566"/>
                  </a:lnTo>
                  <a:lnTo>
                    <a:pt x="22300" y="46959"/>
                  </a:lnTo>
                  <a:lnTo>
                    <a:pt x="22232" y="46352"/>
                  </a:lnTo>
                  <a:lnTo>
                    <a:pt x="22749" y="46060"/>
                  </a:lnTo>
                  <a:lnTo>
                    <a:pt x="23266" y="45791"/>
                  </a:lnTo>
                  <a:lnTo>
                    <a:pt x="24345" y="45296"/>
                  </a:lnTo>
                  <a:lnTo>
                    <a:pt x="25447" y="44824"/>
                  </a:lnTo>
                  <a:lnTo>
                    <a:pt x="26526" y="44307"/>
                  </a:lnTo>
                  <a:lnTo>
                    <a:pt x="27043" y="44037"/>
                  </a:lnTo>
                  <a:lnTo>
                    <a:pt x="27560" y="43745"/>
                  </a:lnTo>
                  <a:lnTo>
                    <a:pt x="28054" y="43430"/>
                  </a:lnTo>
                  <a:lnTo>
                    <a:pt x="28526" y="43093"/>
                  </a:lnTo>
                  <a:lnTo>
                    <a:pt x="28976" y="42733"/>
                  </a:lnTo>
                  <a:lnTo>
                    <a:pt x="29380" y="42329"/>
                  </a:lnTo>
                  <a:lnTo>
                    <a:pt x="29583" y="42104"/>
                  </a:lnTo>
                  <a:lnTo>
                    <a:pt x="29763" y="41879"/>
                  </a:lnTo>
                  <a:lnTo>
                    <a:pt x="29942" y="41632"/>
                  </a:lnTo>
                  <a:lnTo>
                    <a:pt x="30100" y="41385"/>
                  </a:lnTo>
                  <a:lnTo>
                    <a:pt x="30280" y="41115"/>
                  </a:lnTo>
                  <a:lnTo>
                    <a:pt x="30437" y="40800"/>
                  </a:lnTo>
                  <a:lnTo>
                    <a:pt x="30572" y="40485"/>
                  </a:lnTo>
                  <a:lnTo>
                    <a:pt x="30729" y="40148"/>
                  </a:lnTo>
                  <a:lnTo>
                    <a:pt x="30842" y="39811"/>
                  </a:lnTo>
                  <a:lnTo>
                    <a:pt x="30954" y="39451"/>
                  </a:lnTo>
                  <a:lnTo>
                    <a:pt x="31044" y="39092"/>
                  </a:lnTo>
                  <a:lnTo>
                    <a:pt x="31111" y="38732"/>
                  </a:lnTo>
                  <a:lnTo>
                    <a:pt x="31156" y="38350"/>
                  </a:lnTo>
                  <a:lnTo>
                    <a:pt x="31156" y="37990"/>
                  </a:lnTo>
                  <a:lnTo>
                    <a:pt x="31134" y="37631"/>
                  </a:lnTo>
                  <a:lnTo>
                    <a:pt x="31089" y="37293"/>
                  </a:lnTo>
                  <a:lnTo>
                    <a:pt x="30999" y="36956"/>
                  </a:lnTo>
                  <a:lnTo>
                    <a:pt x="30864" y="36642"/>
                  </a:lnTo>
                  <a:lnTo>
                    <a:pt x="30684" y="36349"/>
                  </a:lnTo>
                  <a:lnTo>
                    <a:pt x="30459" y="36057"/>
                  </a:lnTo>
                  <a:lnTo>
                    <a:pt x="30302" y="35900"/>
                  </a:lnTo>
                  <a:lnTo>
                    <a:pt x="30145" y="35765"/>
                  </a:lnTo>
                  <a:lnTo>
                    <a:pt x="29965" y="35630"/>
                  </a:lnTo>
                  <a:lnTo>
                    <a:pt x="29808" y="35540"/>
                  </a:lnTo>
                  <a:lnTo>
                    <a:pt x="29628" y="35450"/>
                  </a:lnTo>
                  <a:lnTo>
                    <a:pt x="29448" y="35360"/>
                  </a:lnTo>
                  <a:lnTo>
                    <a:pt x="29268" y="35315"/>
                  </a:lnTo>
                  <a:lnTo>
                    <a:pt x="29088" y="35270"/>
                  </a:lnTo>
                  <a:lnTo>
                    <a:pt x="28908" y="35248"/>
                  </a:lnTo>
                  <a:lnTo>
                    <a:pt x="28729" y="35225"/>
                  </a:lnTo>
                  <a:lnTo>
                    <a:pt x="28369" y="35225"/>
                  </a:lnTo>
                  <a:lnTo>
                    <a:pt x="27987" y="35293"/>
                  </a:lnTo>
                  <a:lnTo>
                    <a:pt x="27627" y="35383"/>
                  </a:lnTo>
                  <a:lnTo>
                    <a:pt x="27245" y="35540"/>
                  </a:lnTo>
                  <a:lnTo>
                    <a:pt x="26908" y="35720"/>
                  </a:lnTo>
                  <a:lnTo>
                    <a:pt x="26548" y="35922"/>
                  </a:lnTo>
                  <a:lnTo>
                    <a:pt x="26233" y="36147"/>
                  </a:lnTo>
                  <a:lnTo>
                    <a:pt x="25919" y="36394"/>
                  </a:lnTo>
                  <a:lnTo>
                    <a:pt x="25626" y="36664"/>
                  </a:lnTo>
                  <a:lnTo>
                    <a:pt x="25357" y="36956"/>
                  </a:lnTo>
                  <a:lnTo>
                    <a:pt x="25132" y="37248"/>
                  </a:lnTo>
                  <a:lnTo>
                    <a:pt x="24660" y="37900"/>
                  </a:lnTo>
                  <a:lnTo>
                    <a:pt x="24233" y="38575"/>
                  </a:lnTo>
                  <a:lnTo>
                    <a:pt x="23806" y="39294"/>
                  </a:lnTo>
                  <a:lnTo>
                    <a:pt x="23424" y="40013"/>
                  </a:lnTo>
                  <a:lnTo>
                    <a:pt x="23041" y="40778"/>
                  </a:lnTo>
                  <a:lnTo>
                    <a:pt x="22704" y="41542"/>
                  </a:lnTo>
                  <a:lnTo>
                    <a:pt x="22367" y="42329"/>
                  </a:lnTo>
                  <a:lnTo>
                    <a:pt x="22052" y="43093"/>
                  </a:lnTo>
                  <a:lnTo>
                    <a:pt x="22030" y="40688"/>
                  </a:lnTo>
                  <a:lnTo>
                    <a:pt x="22007" y="37833"/>
                  </a:lnTo>
                  <a:lnTo>
                    <a:pt x="22007" y="35405"/>
                  </a:lnTo>
                  <a:lnTo>
                    <a:pt x="22007" y="34214"/>
                  </a:lnTo>
                  <a:lnTo>
                    <a:pt x="22097" y="34169"/>
                  </a:lnTo>
                  <a:lnTo>
                    <a:pt x="22727" y="33877"/>
                  </a:lnTo>
                  <a:lnTo>
                    <a:pt x="23469" y="33494"/>
                  </a:lnTo>
                  <a:lnTo>
                    <a:pt x="24233" y="33067"/>
                  </a:lnTo>
                  <a:lnTo>
                    <a:pt x="25065" y="32595"/>
                  </a:lnTo>
                  <a:lnTo>
                    <a:pt x="25896" y="32056"/>
                  </a:lnTo>
                  <a:lnTo>
                    <a:pt x="26728" y="31471"/>
                  </a:lnTo>
                  <a:lnTo>
                    <a:pt x="27537" y="30842"/>
                  </a:lnTo>
                  <a:lnTo>
                    <a:pt x="27919" y="30527"/>
                  </a:lnTo>
                  <a:lnTo>
                    <a:pt x="28302" y="30190"/>
                  </a:lnTo>
                  <a:lnTo>
                    <a:pt x="28661" y="29853"/>
                  </a:lnTo>
                  <a:lnTo>
                    <a:pt x="28976" y="29516"/>
                  </a:lnTo>
                  <a:lnTo>
                    <a:pt x="29291" y="29178"/>
                  </a:lnTo>
                  <a:lnTo>
                    <a:pt x="29583" y="28819"/>
                  </a:lnTo>
                  <a:lnTo>
                    <a:pt x="29853" y="28459"/>
                  </a:lnTo>
                  <a:lnTo>
                    <a:pt x="30077" y="28099"/>
                  </a:lnTo>
                  <a:lnTo>
                    <a:pt x="30257" y="27762"/>
                  </a:lnTo>
                  <a:lnTo>
                    <a:pt x="30437" y="27403"/>
                  </a:lnTo>
                  <a:lnTo>
                    <a:pt x="30549" y="27020"/>
                  </a:lnTo>
                  <a:lnTo>
                    <a:pt x="30617" y="26661"/>
                  </a:lnTo>
                  <a:lnTo>
                    <a:pt x="30662" y="26324"/>
                  </a:lnTo>
                  <a:lnTo>
                    <a:pt x="30662" y="25964"/>
                  </a:lnTo>
                  <a:lnTo>
                    <a:pt x="30594" y="25604"/>
                  </a:lnTo>
                  <a:lnTo>
                    <a:pt x="30482" y="25245"/>
                  </a:lnTo>
                  <a:lnTo>
                    <a:pt x="30325" y="24907"/>
                  </a:lnTo>
                  <a:lnTo>
                    <a:pt x="30100" y="24570"/>
                  </a:lnTo>
                  <a:lnTo>
                    <a:pt x="29942" y="24368"/>
                  </a:lnTo>
                  <a:lnTo>
                    <a:pt x="29763" y="24166"/>
                  </a:lnTo>
                  <a:lnTo>
                    <a:pt x="29583" y="24008"/>
                  </a:lnTo>
                  <a:lnTo>
                    <a:pt x="29403" y="23851"/>
                  </a:lnTo>
                  <a:lnTo>
                    <a:pt x="29223" y="23716"/>
                  </a:lnTo>
                  <a:lnTo>
                    <a:pt x="29043" y="23604"/>
                  </a:lnTo>
                  <a:lnTo>
                    <a:pt x="28863" y="23491"/>
                  </a:lnTo>
                  <a:lnTo>
                    <a:pt x="28661" y="23401"/>
                  </a:lnTo>
                  <a:lnTo>
                    <a:pt x="28459" y="23334"/>
                  </a:lnTo>
                  <a:lnTo>
                    <a:pt x="28279" y="23289"/>
                  </a:lnTo>
                  <a:lnTo>
                    <a:pt x="28077" y="23244"/>
                  </a:lnTo>
                  <a:lnTo>
                    <a:pt x="27874" y="23222"/>
                  </a:lnTo>
                  <a:lnTo>
                    <a:pt x="27672" y="23199"/>
                  </a:lnTo>
                  <a:lnTo>
                    <a:pt x="27470" y="23199"/>
                  </a:lnTo>
                  <a:lnTo>
                    <a:pt x="27065" y="23244"/>
                  </a:lnTo>
                  <a:lnTo>
                    <a:pt x="26661" y="23356"/>
                  </a:lnTo>
                  <a:lnTo>
                    <a:pt x="26256" y="23491"/>
                  </a:lnTo>
                  <a:lnTo>
                    <a:pt x="25874" y="23671"/>
                  </a:lnTo>
                  <a:lnTo>
                    <a:pt x="25514" y="23896"/>
                  </a:lnTo>
                  <a:lnTo>
                    <a:pt x="25154" y="24166"/>
                  </a:lnTo>
                  <a:lnTo>
                    <a:pt x="24817" y="24458"/>
                  </a:lnTo>
                  <a:lnTo>
                    <a:pt x="24525" y="24795"/>
                  </a:lnTo>
                  <a:lnTo>
                    <a:pt x="24233" y="25132"/>
                  </a:lnTo>
                  <a:lnTo>
                    <a:pt x="24008" y="25469"/>
                  </a:lnTo>
                  <a:lnTo>
                    <a:pt x="23783" y="25807"/>
                  </a:lnTo>
                  <a:lnTo>
                    <a:pt x="23379" y="26526"/>
                  </a:lnTo>
                  <a:lnTo>
                    <a:pt x="23019" y="27268"/>
                  </a:lnTo>
                  <a:lnTo>
                    <a:pt x="22704" y="28010"/>
                  </a:lnTo>
                  <a:lnTo>
                    <a:pt x="22412" y="28796"/>
                  </a:lnTo>
                  <a:lnTo>
                    <a:pt x="22142" y="29583"/>
                  </a:lnTo>
                  <a:lnTo>
                    <a:pt x="21917" y="30370"/>
                  </a:lnTo>
                  <a:lnTo>
                    <a:pt x="21693" y="31179"/>
                  </a:lnTo>
                  <a:lnTo>
                    <a:pt x="21535" y="30190"/>
                  </a:lnTo>
                  <a:lnTo>
                    <a:pt x="21355" y="29201"/>
                  </a:lnTo>
                  <a:lnTo>
                    <a:pt x="21131" y="28234"/>
                  </a:lnTo>
                  <a:lnTo>
                    <a:pt x="20906" y="27268"/>
                  </a:lnTo>
                  <a:lnTo>
                    <a:pt x="20636" y="26324"/>
                  </a:lnTo>
                  <a:lnTo>
                    <a:pt x="20366" y="25357"/>
                  </a:lnTo>
                  <a:lnTo>
                    <a:pt x="20052" y="24413"/>
                  </a:lnTo>
                  <a:lnTo>
                    <a:pt x="19715" y="23469"/>
                  </a:lnTo>
                  <a:lnTo>
                    <a:pt x="19804" y="23379"/>
                  </a:lnTo>
                  <a:lnTo>
                    <a:pt x="19962" y="23177"/>
                  </a:lnTo>
                  <a:lnTo>
                    <a:pt x="20479" y="22502"/>
                  </a:lnTo>
                  <a:lnTo>
                    <a:pt x="21176" y="21513"/>
                  </a:lnTo>
                  <a:lnTo>
                    <a:pt x="21962" y="20299"/>
                  </a:lnTo>
                  <a:lnTo>
                    <a:pt x="22390" y="19647"/>
                  </a:lnTo>
                  <a:lnTo>
                    <a:pt x="22794" y="18973"/>
                  </a:lnTo>
                  <a:lnTo>
                    <a:pt x="23176" y="18299"/>
                  </a:lnTo>
                  <a:lnTo>
                    <a:pt x="23558" y="17624"/>
                  </a:lnTo>
                  <a:lnTo>
                    <a:pt x="23873" y="16972"/>
                  </a:lnTo>
                  <a:lnTo>
                    <a:pt x="24165" y="16343"/>
                  </a:lnTo>
                  <a:lnTo>
                    <a:pt x="24413" y="15758"/>
                  </a:lnTo>
                  <a:lnTo>
                    <a:pt x="24570" y="15219"/>
                  </a:lnTo>
                  <a:lnTo>
                    <a:pt x="24750" y="14477"/>
                  </a:lnTo>
                  <a:lnTo>
                    <a:pt x="24840" y="14095"/>
                  </a:lnTo>
                  <a:lnTo>
                    <a:pt x="24907" y="13690"/>
                  </a:lnTo>
                  <a:lnTo>
                    <a:pt x="24952" y="13286"/>
                  </a:lnTo>
                  <a:lnTo>
                    <a:pt x="24975" y="12859"/>
                  </a:lnTo>
                  <a:lnTo>
                    <a:pt x="24975" y="12454"/>
                  </a:lnTo>
                  <a:lnTo>
                    <a:pt x="24952" y="12049"/>
                  </a:lnTo>
                  <a:lnTo>
                    <a:pt x="24907" y="11667"/>
                  </a:lnTo>
                  <a:lnTo>
                    <a:pt x="24817" y="11285"/>
                  </a:lnTo>
                  <a:lnTo>
                    <a:pt x="24682" y="10925"/>
                  </a:lnTo>
                  <a:lnTo>
                    <a:pt x="24525" y="10588"/>
                  </a:lnTo>
                  <a:lnTo>
                    <a:pt x="24413" y="10431"/>
                  </a:lnTo>
                  <a:lnTo>
                    <a:pt x="24300" y="10296"/>
                  </a:lnTo>
                  <a:lnTo>
                    <a:pt x="24165" y="10139"/>
                  </a:lnTo>
                  <a:lnTo>
                    <a:pt x="24030" y="10026"/>
                  </a:lnTo>
                  <a:lnTo>
                    <a:pt x="23873" y="9891"/>
                  </a:lnTo>
                  <a:lnTo>
                    <a:pt x="23716" y="9779"/>
                  </a:lnTo>
                  <a:lnTo>
                    <a:pt x="23513" y="9689"/>
                  </a:lnTo>
                  <a:lnTo>
                    <a:pt x="23311" y="9599"/>
                  </a:lnTo>
                  <a:lnTo>
                    <a:pt x="23131" y="9532"/>
                  </a:lnTo>
                  <a:lnTo>
                    <a:pt x="22929" y="9464"/>
                  </a:lnTo>
                  <a:lnTo>
                    <a:pt x="22749" y="9442"/>
                  </a:lnTo>
                  <a:lnTo>
                    <a:pt x="22547" y="9419"/>
                  </a:lnTo>
                  <a:lnTo>
                    <a:pt x="22367" y="9397"/>
                  </a:lnTo>
                  <a:lnTo>
                    <a:pt x="22187" y="9419"/>
                  </a:lnTo>
                  <a:lnTo>
                    <a:pt x="22007" y="9442"/>
                  </a:lnTo>
                  <a:lnTo>
                    <a:pt x="21850" y="9487"/>
                  </a:lnTo>
                  <a:lnTo>
                    <a:pt x="21513" y="9599"/>
                  </a:lnTo>
                  <a:lnTo>
                    <a:pt x="21198" y="9757"/>
                  </a:lnTo>
                  <a:lnTo>
                    <a:pt x="20883" y="9936"/>
                  </a:lnTo>
                  <a:lnTo>
                    <a:pt x="20591" y="10184"/>
                  </a:lnTo>
                  <a:lnTo>
                    <a:pt x="20321" y="10431"/>
                  </a:lnTo>
                  <a:lnTo>
                    <a:pt x="20052" y="10723"/>
                  </a:lnTo>
                  <a:lnTo>
                    <a:pt x="19804" y="11015"/>
                  </a:lnTo>
                  <a:lnTo>
                    <a:pt x="19580" y="11330"/>
                  </a:lnTo>
                  <a:lnTo>
                    <a:pt x="19377" y="11667"/>
                  </a:lnTo>
                  <a:lnTo>
                    <a:pt x="19175" y="11982"/>
                  </a:lnTo>
                  <a:lnTo>
                    <a:pt x="18838" y="12611"/>
                  </a:lnTo>
                  <a:lnTo>
                    <a:pt x="18725" y="12859"/>
                  </a:lnTo>
                  <a:lnTo>
                    <a:pt x="18591" y="13173"/>
                  </a:lnTo>
                  <a:lnTo>
                    <a:pt x="18366" y="13870"/>
                  </a:lnTo>
                  <a:lnTo>
                    <a:pt x="18119" y="14702"/>
                  </a:lnTo>
                  <a:lnTo>
                    <a:pt x="17894" y="15534"/>
                  </a:lnTo>
                  <a:lnTo>
                    <a:pt x="17714" y="16365"/>
                  </a:lnTo>
                  <a:lnTo>
                    <a:pt x="17557" y="17085"/>
                  </a:lnTo>
                  <a:lnTo>
                    <a:pt x="17467" y="17647"/>
                  </a:lnTo>
                  <a:lnTo>
                    <a:pt x="17444" y="17961"/>
                  </a:lnTo>
                  <a:lnTo>
                    <a:pt x="17152" y="17377"/>
                  </a:lnTo>
                  <a:lnTo>
                    <a:pt x="16837" y="16770"/>
                  </a:lnTo>
                  <a:lnTo>
                    <a:pt x="16523" y="16186"/>
                  </a:lnTo>
                  <a:lnTo>
                    <a:pt x="16185" y="15601"/>
                  </a:lnTo>
                  <a:lnTo>
                    <a:pt x="15848" y="15039"/>
                  </a:lnTo>
                  <a:lnTo>
                    <a:pt x="15466" y="14500"/>
                  </a:lnTo>
                  <a:lnTo>
                    <a:pt x="15084" y="13938"/>
                  </a:lnTo>
                  <a:lnTo>
                    <a:pt x="14702" y="13421"/>
                  </a:lnTo>
                  <a:lnTo>
                    <a:pt x="14994" y="13196"/>
                  </a:lnTo>
                  <a:lnTo>
                    <a:pt x="15264" y="12926"/>
                  </a:lnTo>
                  <a:lnTo>
                    <a:pt x="15533" y="12634"/>
                  </a:lnTo>
                  <a:lnTo>
                    <a:pt x="15781" y="12274"/>
                  </a:lnTo>
                  <a:lnTo>
                    <a:pt x="16005" y="11892"/>
                  </a:lnTo>
                  <a:lnTo>
                    <a:pt x="16230" y="11465"/>
                  </a:lnTo>
                  <a:lnTo>
                    <a:pt x="16410" y="11015"/>
                  </a:lnTo>
                  <a:lnTo>
                    <a:pt x="16590" y="10543"/>
                  </a:lnTo>
                  <a:lnTo>
                    <a:pt x="16770" y="10049"/>
                  </a:lnTo>
                  <a:lnTo>
                    <a:pt x="16905" y="9532"/>
                  </a:lnTo>
                  <a:lnTo>
                    <a:pt x="17040" y="8992"/>
                  </a:lnTo>
                  <a:lnTo>
                    <a:pt x="17129" y="8453"/>
                  </a:lnTo>
                  <a:lnTo>
                    <a:pt x="17219" y="7891"/>
                  </a:lnTo>
                  <a:lnTo>
                    <a:pt x="17287" y="7329"/>
                  </a:lnTo>
                  <a:lnTo>
                    <a:pt x="17332" y="6767"/>
                  </a:lnTo>
                  <a:lnTo>
                    <a:pt x="17354" y="6205"/>
                  </a:lnTo>
                  <a:lnTo>
                    <a:pt x="17354" y="5643"/>
                  </a:lnTo>
                  <a:lnTo>
                    <a:pt x="17332" y="5081"/>
                  </a:lnTo>
                  <a:lnTo>
                    <a:pt x="17287" y="4541"/>
                  </a:lnTo>
                  <a:lnTo>
                    <a:pt x="17219" y="4002"/>
                  </a:lnTo>
                  <a:lnTo>
                    <a:pt x="17107" y="3507"/>
                  </a:lnTo>
                  <a:lnTo>
                    <a:pt x="16995" y="3013"/>
                  </a:lnTo>
                  <a:lnTo>
                    <a:pt x="16837" y="2541"/>
                  </a:lnTo>
                  <a:lnTo>
                    <a:pt x="16657" y="2114"/>
                  </a:lnTo>
                  <a:lnTo>
                    <a:pt x="16455" y="1709"/>
                  </a:lnTo>
                  <a:lnTo>
                    <a:pt x="16230" y="1349"/>
                  </a:lnTo>
                  <a:lnTo>
                    <a:pt x="15983" y="1012"/>
                  </a:lnTo>
                  <a:lnTo>
                    <a:pt x="15691" y="720"/>
                  </a:lnTo>
                  <a:lnTo>
                    <a:pt x="15533" y="585"/>
                  </a:lnTo>
                  <a:lnTo>
                    <a:pt x="15376" y="473"/>
                  </a:lnTo>
                  <a:lnTo>
                    <a:pt x="15196" y="360"/>
                  </a:lnTo>
                  <a:lnTo>
                    <a:pt x="15039" y="270"/>
                  </a:lnTo>
                  <a:lnTo>
                    <a:pt x="14837" y="203"/>
                  </a:lnTo>
                  <a:lnTo>
                    <a:pt x="14657" y="135"/>
                  </a:lnTo>
                  <a:lnTo>
                    <a:pt x="14454" y="68"/>
                  </a:lnTo>
                  <a:lnTo>
                    <a:pt x="14252" y="46"/>
                  </a:lnTo>
                  <a:lnTo>
                    <a:pt x="13803"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5"/>
            <p:cNvSpPr/>
            <p:nvPr/>
          </p:nvSpPr>
          <p:spPr>
            <a:xfrm>
              <a:off x="3899900" y="1456475"/>
              <a:ext cx="77000" cy="155700"/>
            </a:xfrm>
            <a:custGeom>
              <a:avLst/>
              <a:gdLst/>
              <a:ahLst/>
              <a:cxnLst/>
              <a:rect l="l" t="t" r="r" b="b"/>
              <a:pathLst>
                <a:path w="3080" h="6228" extrusionOk="0">
                  <a:moveTo>
                    <a:pt x="2248" y="1"/>
                  </a:moveTo>
                  <a:lnTo>
                    <a:pt x="2158" y="46"/>
                  </a:lnTo>
                  <a:lnTo>
                    <a:pt x="2068" y="113"/>
                  </a:lnTo>
                  <a:lnTo>
                    <a:pt x="1978" y="225"/>
                  </a:lnTo>
                  <a:lnTo>
                    <a:pt x="1911" y="338"/>
                  </a:lnTo>
                  <a:lnTo>
                    <a:pt x="1439" y="1642"/>
                  </a:lnTo>
                  <a:lnTo>
                    <a:pt x="944" y="2923"/>
                  </a:lnTo>
                  <a:lnTo>
                    <a:pt x="472" y="4204"/>
                  </a:lnTo>
                  <a:lnTo>
                    <a:pt x="247" y="4879"/>
                  </a:lnTo>
                  <a:lnTo>
                    <a:pt x="23" y="5531"/>
                  </a:lnTo>
                  <a:lnTo>
                    <a:pt x="0" y="5665"/>
                  </a:lnTo>
                  <a:lnTo>
                    <a:pt x="0" y="5778"/>
                  </a:lnTo>
                  <a:lnTo>
                    <a:pt x="45" y="5890"/>
                  </a:lnTo>
                  <a:lnTo>
                    <a:pt x="90" y="6003"/>
                  </a:lnTo>
                  <a:lnTo>
                    <a:pt x="158" y="6070"/>
                  </a:lnTo>
                  <a:lnTo>
                    <a:pt x="247" y="6137"/>
                  </a:lnTo>
                  <a:lnTo>
                    <a:pt x="360" y="6182"/>
                  </a:lnTo>
                  <a:lnTo>
                    <a:pt x="472" y="6227"/>
                  </a:lnTo>
                  <a:lnTo>
                    <a:pt x="697" y="6227"/>
                  </a:lnTo>
                  <a:lnTo>
                    <a:pt x="809" y="6205"/>
                  </a:lnTo>
                  <a:lnTo>
                    <a:pt x="922" y="6160"/>
                  </a:lnTo>
                  <a:lnTo>
                    <a:pt x="1034" y="6092"/>
                  </a:lnTo>
                  <a:lnTo>
                    <a:pt x="1124" y="6003"/>
                  </a:lnTo>
                  <a:lnTo>
                    <a:pt x="1192" y="5913"/>
                  </a:lnTo>
                  <a:lnTo>
                    <a:pt x="1236" y="5778"/>
                  </a:lnTo>
                  <a:lnTo>
                    <a:pt x="1439" y="5148"/>
                  </a:lnTo>
                  <a:lnTo>
                    <a:pt x="1641" y="4541"/>
                  </a:lnTo>
                  <a:lnTo>
                    <a:pt x="2113" y="3328"/>
                  </a:lnTo>
                  <a:lnTo>
                    <a:pt x="2563" y="2114"/>
                  </a:lnTo>
                  <a:lnTo>
                    <a:pt x="3035" y="900"/>
                  </a:lnTo>
                  <a:lnTo>
                    <a:pt x="3057" y="765"/>
                  </a:lnTo>
                  <a:lnTo>
                    <a:pt x="3080" y="630"/>
                  </a:lnTo>
                  <a:lnTo>
                    <a:pt x="3057" y="495"/>
                  </a:lnTo>
                  <a:lnTo>
                    <a:pt x="3012" y="383"/>
                  </a:lnTo>
                  <a:lnTo>
                    <a:pt x="2945" y="293"/>
                  </a:lnTo>
                  <a:lnTo>
                    <a:pt x="2877" y="203"/>
                  </a:lnTo>
                  <a:lnTo>
                    <a:pt x="2788" y="113"/>
                  </a:lnTo>
                  <a:lnTo>
                    <a:pt x="2675" y="68"/>
                  </a:lnTo>
                  <a:lnTo>
                    <a:pt x="2563" y="23"/>
                  </a:lnTo>
                  <a:lnTo>
                    <a:pt x="2473"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5"/>
            <p:cNvSpPr/>
            <p:nvPr/>
          </p:nvSpPr>
          <p:spPr>
            <a:xfrm>
              <a:off x="3740850" y="1214825"/>
              <a:ext cx="38250" cy="208525"/>
            </a:xfrm>
            <a:custGeom>
              <a:avLst/>
              <a:gdLst/>
              <a:ahLst/>
              <a:cxnLst/>
              <a:rect l="l" t="t" r="r" b="b"/>
              <a:pathLst>
                <a:path w="1530" h="8341" extrusionOk="0">
                  <a:moveTo>
                    <a:pt x="540" y="1"/>
                  </a:moveTo>
                  <a:lnTo>
                    <a:pt x="428" y="23"/>
                  </a:lnTo>
                  <a:lnTo>
                    <a:pt x="338" y="46"/>
                  </a:lnTo>
                  <a:lnTo>
                    <a:pt x="225" y="113"/>
                  </a:lnTo>
                  <a:lnTo>
                    <a:pt x="135" y="180"/>
                  </a:lnTo>
                  <a:lnTo>
                    <a:pt x="68" y="270"/>
                  </a:lnTo>
                  <a:lnTo>
                    <a:pt x="23" y="360"/>
                  </a:lnTo>
                  <a:lnTo>
                    <a:pt x="1" y="495"/>
                  </a:lnTo>
                  <a:lnTo>
                    <a:pt x="1" y="630"/>
                  </a:lnTo>
                  <a:lnTo>
                    <a:pt x="158" y="2383"/>
                  </a:lnTo>
                  <a:lnTo>
                    <a:pt x="225" y="3238"/>
                  </a:lnTo>
                  <a:lnTo>
                    <a:pt x="270" y="4114"/>
                  </a:lnTo>
                  <a:lnTo>
                    <a:pt x="293" y="4991"/>
                  </a:lnTo>
                  <a:lnTo>
                    <a:pt x="270" y="5868"/>
                  </a:lnTo>
                  <a:lnTo>
                    <a:pt x="225" y="6744"/>
                  </a:lnTo>
                  <a:lnTo>
                    <a:pt x="135" y="7621"/>
                  </a:lnTo>
                  <a:lnTo>
                    <a:pt x="135" y="7756"/>
                  </a:lnTo>
                  <a:lnTo>
                    <a:pt x="158" y="7891"/>
                  </a:lnTo>
                  <a:lnTo>
                    <a:pt x="203" y="8003"/>
                  </a:lnTo>
                  <a:lnTo>
                    <a:pt x="270" y="8093"/>
                  </a:lnTo>
                  <a:lnTo>
                    <a:pt x="338" y="8183"/>
                  </a:lnTo>
                  <a:lnTo>
                    <a:pt x="428" y="8250"/>
                  </a:lnTo>
                  <a:lnTo>
                    <a:pt x="540" y="8295"/>
                  </a:lnTo>
                  <a:lnTo>
                    <a:pt x="652" y="8340"/>
                  </a:lnTo>
                  <a:lnTo>
                    <a:pt x="877" y="8340"/>
                  </a:lnTo>
                  <a:lnTo>
                    <a:pt x="990" y="8318"/>
                  </a:lnTo>
                  <a:lnTo>
                    <a:pt x="1102" y="8273"/>
                  </a:lnTo>
                  <a:lnTo>
                    <a:pt x="1192" y="8206"/>
                  </a:lnTo>
                  <a:lnTo>
                    <a:pt x="1259" y="8116"/>
                  </a:lnTo>
                  <a:lnTo>
                    <a:pt x="1304" y="8003"/>
                  </a:lnTo>
                  <a:lnTo>
                    <a:pt x="1349" y="7868"/>
                  </a:lnTo>
                  <a:lnTo>
                    <a:pt x="1439" y="6947"/>
                  </a:lnTo>
                  <a:lnTo>
                    <a:pt x="1507" y="6048"/>
                  </a:lnTo>
                  <a:lnTo>
                    <a:pt x="1529" y="5126"/>
                  </a:lnTo>
                  <a:lnTo>
                    <a:pt x="1507" y="4204"/>
                  </a:lnTo>
                  <a:lnTo>
                    <a:pt x="1462" y="3305"/>
                  </a:lnTo>
                  <a:lnTo>
                    <a:pt x="1394" y="2383"/>
                  </a:lnTo>
                  <a:lnTo>
                    <a:pt x="1237" y="563"/>
                  </a:lnTo>
                  <a:lnTo>
                    <a:pt x="1192" y="428"/>
                  </a:lnTo>
                  <a:lnTo>
                    <a:pt x="1147" y="293"/>
                  </a:lnTo>
                  <a:lnTo>
                    <a:pt x="1080" y="203"/>
                  </a:lnTo>
                  <a:lnTo>
                    <a:pt x="990" y="113"/>
                  </a:lnTo>
                  <a:lnTo>
                    <a:pt x="900" y="68"/>
                  </a:lnTo>
                  <a:lnTo>
                    <a:pt x="787" y="23"/>
                  </a:lnTo>
                  <a:lnTo>
                    <a:pt x="675"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5"/>
            <p:cNvSpPr/>
            <p:nvPr/>
          </p:nvSpPr>
          <p:spPr>
            <a:xfrm>
              <a:off x="3487400" y="1421075"/>
              <a:ext cx="179300" cy="35425"/>
            </a:xfrm>
            <a:custGeom>
              <a:avLst/>
              <a:gdLst/>
              <a:ahLst/>
              <a:cxnLst/>
              <a:rect l="l" t="t" r="r" b="b"/>
              <a:pathLst>
                <a:path w="7172" h="1417" extrusionOk="0">
                  <a:moveTo>
                    <a:pt x="6542" y="0"/>
                  </a:moveTo>
                  <a:lnTo>
                    <a:pt x="5036" y="45"/>
                  </a:lnTo>
                  <a:lnTo>
                    <a:pt x="3552" y="113"/>
                  </a:lnTo>
                  <a:lnTo>
                    <a:pt x="2046" y="158"/>
                  </a:lnTo>
                  <a:lnTo>
                    <a:pt x="1304" y="180"/>
                  </a:lnTo>
                  <a:lnTo>
                    <a:pt x="540" y="158"/>
                  </a:lnTo>
                  <a:lnTo>
                    <a:pt x="405" y="180"/>
                  </a:lnTo>
                  <a:lnTo>
                    <a:pt x="293" y="225"/>
                  </a:lnTo>
                  <a:lnTo>
                    <a:pt x="203" y="270"/>
                  </a:lnTo>
                  <a:lnTo>
                    <a:pt x="113" y="360"/>
                  </a:lnTo>
                  <a:lnTo>
                    <a:pt x="46" y="450"/>
                  </a:lnTo>
                  <a:lnTo>
                    <a:pt x="23" y="540"/>
                  </a:lnTo>
                  <a:lnTo>
                    <a:pt x="1" y="652"/>
                  </a:lnTo>
                  <a:lnTo>
                    <a:pt x="1" y="787"/>
                  </a:lnTo>
                  <a:lnTo>
                    <a:pt x="1" y="900"/>
                  </a:lnTo>
                  <a:lnTo>
                    <a:pt x="46" y="1012"/>
                  </a:lnTo>
                  <a:lnTo>
                    <a:pt x="90" y="1102"/>
                  </a:lnTo>
                  <a:lnTo>
                    <a:pt x="158" y="1214"/>
                  </a:lnTo>
                  <a:lnTo>
                    <a:pt x="248" y="1282"/>
                  </a:lnTo>
                  <a:lnTo>
                    <a:pt x="360" y="1349"/>
                  </a:lnTo>
                  <a:lnTo>
                    <a:pt x="473" y="1394"/>
                  </a:lnTo>
                  <a:lnTo>
                    <a:pt x="630" y="1394"/>
                  </a:lnTo>
                  <a:lnTo>
                    <a:pt x="1372" y="1417"/>
                  </a:lnTo>
                  <a:lnTo>
                    <a:pt x="2114" y="1394"/>
                  </a:lnTo>
                  <a:lnTo>
                    <a:pt x="3620" y="1349"/>
                  </a:lnTo>
                  <a:lnTo>
                    <a:pt x="5103" y="1282"/>
                  </a:lnTo>
                  <a:lnTo>
                    <a:pt x="6609" y="1237"/>
                  </a:lnTo>
                  <a:lnTo>
                    <a:pt x="6744" y="1214"/>
                  </a:lnTo>
                  <a:lnTo>
                    <a:pt x="6857" y="1169"/>
                  </a:lnTo>
                  <a:lnTo>
                    <a:pt x="6969" y="1102"/>
                  </a:lnTo>
                  <a:lnTo>
                    <a:pt x="7036" y="1035"/>
                  </a:lnTo>
                  <a:lnTo>
                    <a:pt x="7104" y="922"/>
                  </a:lnTo>
                  <a:lnTo>
                    <a:pt x="7149" y="832"/>
                  </a:lnTo>
                  <a:lnTo>
                    <a:pt x="7171" y="720"/>
                  </a:lnTo>
                  <a:lnTo>
                    <a:pt x="7171" y="607"/>
                  </a:lnTo>
                  <a:lnTo>
                    <a:pt x="7149" y="495"/>
                  </a:lnTo>
                  <a:lnTo>
                    <a:pt x="7126" y="383"/>
                  </a:lnTo>
                  <a:lnTo>
                    <a:pt x="7059" y="270"/>
                  </a:lnTo>
                  <a:lnTo>
                    <a:pt x="6992" y="180"/>
                  </a:lnTo>
                  <a:lnTo>
                    <a:pt x="6902" y="113"/>
                  </a:lnTo>
                  <a:lnTo>
                    <a:pt x="6812" y="45"/>
                  </a:lnTo>
                  <a:lnTo>
                    <a:pt x="6677"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5"/>
            <p:cNvSpPr/>
            <p:nvPr/>
          </p:nvSpPr>
          <p:spPr>
            <a:xfrm>
              <a:off x="3680150" y="1653725"/>
              <a:ext cx="166375" cy="60175"/>
            </a:xfrm>
            <a:custGeom>
              <a:avLst/>
              <a:gdLst/>
              <a:ahLst/>
              <a:cxnLst/>
              <a:rect l="l" t="t" r="r" b="b"/>
              <a:pathLst>
                <a:path w="6655" h="2407" extrusionOk="0">
                  <a:moveTo>
                    <a:pt x="585" y="1"/>
                  </a:moveTo>
                  <a:lnTo>
                    <a:pt x="450" y="23"/>
                  </a:lnTo>
                  <a:lnTo>
                    <a:pt x="338" y="68"/>
                  </a:lnTo>
                  <a:lnTo>
                    <a:pt x="248" y="113"/>
                  </a:lnTo>
                  <a:lnTo>
                    <a:pt x="158" y="203"/>
                  </a:lnTo>
                  <a:lnTo>
                    <a:pt x="91" y="293"/>
                  </a:lnTo>
                  <a:lnTo>
                    <a:pt x="46" y="405"/>
                  </a:lnTo>
                  <a:lnTo>
                    <a:pt x="1" y="518"/>
                  </a:lnTo>
                  <a:lnTo>
                    <a:pt x="1" y="630"/>
                  </a:lnTo>
                  <a:lnTo>
                    <a:pt x="1" y="743"/>
                  </a:lnTo>
                  <a:lnTo>
                    <a:pt x="23" y="855"/>
                  </a:lnTo>
                  <a:lnTo>
                    <a:pt x="68" y="945"/>
                  </a:lnTo>
                  <a:lnTo>
                    <a:pt x="136" y="1057"/>
                  </a:lnTo>
                  <a:lnTo>
                    <a:pt x="226" y="1125"/>
                  </a:lnTo>
                  <a:lnTo>
                    <a:pt x="338" y="1192"/>
                  </a:lnTo>
                  <a:lnTo>
                    <a:pt x="473" y="1237"/>
                  </a:lnTo>
                  <a:lnTo>
                    <a:pt x="3193" y="1822"/>
                  </a:lnTo>
                  <a:lnTo>
                    <a:pt x="4564" y="2091"/>
                  </a:lnTo>
                  <a:lnTo>
                    <a:pt x="5935" y="2384"/>
                  </a:lnTo>
                  <a:lnTo>
                    <a:pt x="6070" y="2406"/>
                  </a:lnTo>
                  <a:lnTo>
                    <a:pt x="6183" y="2406"/>
                  </a:lnTo>
                  <a:lnTo>
                    <a:pt x="6295" y="2361"/>
                  </a:lnTo>
                  <a:lnTo>
                    <a:pt x="6407" y="2294"/>
                  </a:lnTo>
                  <a:lnTo>
                    <a:pt x="6475" y="2226"/>
                  </a:lnTo>
                  <a:lnTo>
                    <a:pt x="6542" y="2136"/>
                  </a:lnTo>
                  <a:lnTo>
                    <a:pt x="6610" y="2024"/>
                  </a:lnTo>
                  <a:lnTo>
                    <a:pt x="6632" y="1912"/>
                  </a:lnTo>
                  <a:lnTo>
                    <a:pt x="6655" y="1799"/>
                  </a:lnTo>
                  <a:lnTo>
                    <a:pt x="6632" y="1687"/>
                  </a:lnTo>
                  <a:lnTo>
                    <a:pt x="6610" y="1574"/>
                  </a:lnTo>
                  <a:lnTo>
                    <a:pt x="6565" y="1462"/>
                  </a:lnTo>
                  <a:lnTo>
                    <a:pt x="6497" y="1372"/>
                  </a:lnTo>
                  <a:lnTo>
                    <a:pt x="6430" y="1282"/>
                  </a:lnTo>
                  <a:lnTo>
                    <a:pt x="6317" y="1215"/>
                  </a:lnTo>
                  <a:lnTo>
                    <a:pt x="6183" y="1170"/>
                  </a:lnTo>
                  <a:lnTo>
                    <a:pt x="4811" y="877"/>
                  </a:lnTo>
                  <a:lnTo>
                    <a:pt x="3440" y="608"/>
                  </a:lnTo>
                  <a:lnTo>
                    <a:pt x="720" y="23"/>
                  </a:lnTo>
                  <a:lnTo>
                    <a:pt x="585"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5"/>
            <p:cNvSpPr/>
            <p:nvPr/>
          </p:nvSpPr>
          <p:spPr>
            <a:xfrm>
              <a:off x="3962275" y="1795925"/>
              <a:ext cx="136575" cy="162425"/>
            </a:xfrm>
            <a:custGeom>
              <a:avLst/>
              <a:gdLst/>
              <a:ahLst/>
              <a:cxnLst/>
              <a:rect l="l" t="t" r="r" b="b"/>
              <a:pathLst>
                <a:path w="5463" h="6497" extrusionOk="0">
                  <a:moveTo>
                    <a:pt x="4653" y="0"/>
                  </a:moveTo>
                  <a:lnTo>
                    <a:pt x="4541" y="45"/>
                  </a:lnTo>
                  <a:lnTo>
                    <a:pt x="4451" y="112"/>
                  </a:lnTo>
                  <a:lnTo>
                    <a:pt x="4361" y="202"/>
                  </a:lnTo>
                  <a:lnTo>
                    <a:pt x="4271" y="315"/>
                  </a:lnTo>
                  <a:lnTo>
                    <a:pt x="4069" y="674"/>
                  </a:lnTo>
                  <a:lnTo>
                    <a:pt x="3867" y="1034"/>
                  </a:lnTo>
                  <a:lnTo>
                    <a:pt x="3395" y="1731"/>
                  </a:lnTo>
                  <a:lnTo>
                    <a:pt x="2923" y="2383"/>
                  </a:lnTo>
                  <a:lnTo>
                    <a:pt x="2406" y="3035"/>
                  </a:lnTo>
                  <a:lnTo>
                    <a:pt x="1844" y="3664"/>
                  </a:lnTo>
                  <a:lnTo>
                    <a:pt x="1304" y="4271"/>
                  </a:lnTo>
                  <a:lnTo>
                    <a:pt x="158" y="5485"/>
                  </a:lnTo>
                  <a:lnTo>
                    <a:pt x="68" y="5575"/>
                  </a:lnTo>
                  <a:lnTo>
                    <a:pt x="23" y="5710"/>
                  </a:lnTo>
                  <a:lnTo>
                    <a:pt x="0" y="5822"/>
                  </a:lnTo>
                  <a:lnTo>
                    <a:pt x="0" y="5934"/>
                  </a:lnTo>
                  <a:lnTo>
                    <a:pt x="23" y="6047"/>
                  </a:lnTo>
                  <a:lnTo>
                    <a:pt x="68" y="6137"/>
                  </a:lnTo>
                  <a:lnTo>
                    <a:pt x="135" y="6227"/>
                  </a:lnTo>
                  <a:lnTo>
                    <a:pt x="225" y="6317"/>
                  </a:lnTo>
                  <a:lnTo>
                    <a:pt x="315" y="6384"/>
                  </a:lnTo>
                  <a:lnTo>
                    <a:pt x="405" y="6429"/>
                  </a:lnTo>
                  <a:lnTo>
                    <a:pt x="517" y="6474"/>
                  </a:lnTo>
                  <a:lnTo>
                    <a:pt x="630" y="6496"/>
                  </a:lnTo>
                  <a:lnTo>
                    <a:pt x="765" y="6474"/>
                  </a:lnTo>
                  <a:lnTo>
                    <a:pt x="877" y="6452"/>
                  </a:lnTo>
                  <a:lnTo>
                    <a:pt x="989" y="6384"/>
                  </a:lnTo>
                  <a:lnTo>
                    <a:pt x="1102" y="6294"/>
                  </a:lnTo>
                  <a:lnTo>
                    <a:pt x="2293" y="5013"/>
                  </a:lnTo>
                  <a:lnTo>
                    <a:pt x="2855" y="4383"/>
                  </a:lnTo>
                  <a:lnTo>
                    <a:pt x="3417" y="3709"/>
                  </a:lnTo>
                  <a:lnTo>
                    <a:pt x="3957" y="3035"/>
                  </a:lnTo>
                  <a:lnTo>
                    <a:pt x="4474" y="2338"/>
                  </a:lnTo>
                  <a:lnTo>
                    <a:pt x="4946" y="1619"/>
                  </a:lnTo>
                  <a:lnTo>
                    <a:pt x="5170" y="1259"/>
                  </a:lnTo>
                  <a:lnTo>
                    <a:pt x="5395" y="877"/>
                  </a:lnTo>
                  <a:lnTo>
                    <a:pt x="5440" y="742"/>
                  </a:lnTo>
                  <a:lnTo>
                    <a:pt x="5463" y="607"/>
                  </a:lnTo>
                  <a:lnTo>
                    <a:pt x="5463" y="495"/>
                  </a:lnTo>
                  <a:lnTo>
                    <a:pt x="5418" y="382"/>
                  </a:lnTo>
                  <a:lnTo>
                    <a:pt x="5373" y="292"/>
                  </a:lnTo>
                  <a:lnTo>
                    <a:pt x="5305" y="202"/>
                  </a:lnTo>
                  <a:lnTo>
                    <a:pt x="5215" y="135"/>
                  </a:lnTo>
                  <a:lnTo>
                    <a:pt x="5126" y="67"/>
                  </a:lnTo>
                  <a:lnTo>
                    <a:pt x="5013" y="22"/>
                  </a:lnTo>
                  <a:lnTo>
                    <a:pt x="4901"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3772875" y="1863350"/>
              <a:ext cx="146150" cy="96125"/>
            </a:xfrm>
            <a:custGeom>
              <a:avLst/>
              <a:gdLst/>
              <a:ahLst/>
              <a:cxnLst/>
              <a:rect l="l" t="t" r="r" b="b"/>
              <a:pathLst>
                <a:path w="5846" h="3845" extrusionOk="0">
                  <a:moveTo>
                    <a:pt x="450" y="1"/>
                  </a:moveTo>
                  <a:lnTo>
                    <a:pt x="338" y="45"/>
                  </a:lnTo>
                  <a:lnTo>
                    <a:pt x="248" y="90"/>
                  </a:lnTo>
                  <a:lnTo>
                    <a:pt x="158" y="158"/>
                  </a:lnTo>
                  <a:lnTo>
                    <a:pt x="91" y="248"/>
                  </a:lnTo>
                  <a:lnTo>
                    <a:pt x="46" y="360"/>
                  </a:lnTo>
                  <a:lnTo>
                    <a:pt x="23" y="473"/>
                  </a:lnTo>
                  <a:lnTo>
                    <a:pt x="1" y="585"/>
                  </a:lnTo>
                  <a:lnTo>
                    <a:pt x="1" y="697"/>
                  </a:lnTo>
                  <a:lnTo>
                    <a:pt x="23" y="810"/>
                  </a:lnTo>
                  <a:lnTo>
                    <a:pt x="68" y="922"/>
                  </a:lnTo>
                  <a:lnTo>
                    <a:pt x="136" y="1035"/>
                  </a:lnTo>
                  <a:lnTo>
                    <a:pt x="226" y="1124"/>
                  </a:lnTo>
                  <a:lnTo>
                    <a:pt x="338" y="1192"/>
                  </a:lnTo>
                  <a:lnTo>
                    <a:pt x="473" y="1237"/>
                  </a:lnTo>
                  <a:lnTo>
                    <a:pt x="788" y="1349"/>
                  </a:lnTo>
                  <a:lnTo>
                    <a:pt x="1080" y="1462"/>
                  </a:lnTo>
                  <a:lnTo>
                    <a:pt x="1664" y="1709"/>
                  </a:lnTo>
                  <a:lnTo>
                    <a:pt x="2249" y="2001"/>
                  </a:lnTo>
                  <a:lnTo>
                    <a:pt x="2811" y="2338"/>
                  </a:lnTo>
                  <a:lnTo>
                    <a:pt x="3373" y="2676"/>
                  </a:lnTo>
                  <a:lnTo>
                    <a:pt x="3912" y="3035"/>
                  </a:lnTo>
                  <a:lnTo>
                    <a:pt x="4991" y="3755"/>
                  </a:lnTo>
                  <a:lnTo>
                    <a:pt x="5126" y="3822"/>
                  </a:lnTo>
                  <a:lnTo>
                    <a:pt x="5239" y="3844"/>
                  </a:lnTo>
                  <a:lnTo>
                    <a:pt x="5351" y="3844"/>
                  </a:lnTo>
                  <a:lnTo>
                    <a:pt x="5463" y="3822"/>
                  </a:lnTo>
                  <a:lnTo>
                    <a:pt x="5553" y="3777"/>
                  </a:lnTo>
                  <a:lnTo>
                    <a:pt x="5643" y="3710"/>
                  </a:lnTo>
                  <a:lnTo>
                    <a:pt x="5711" y="3620"/>
                  </a:lnTo>
                  <a:lnTo>
                    <a:pt x="5778" y="3507"/>
                  </a:lnTo>
                  <a:lnTo>
                    <a:pt x="5800" y="3417"/>
                  </a:lnTo>
                  <a:lnTo>
                    <a:pt x="5845" y="3282"/>
                  </a:lnTo>
                  <a:lnTo>
                    <a:pt x="5845" y="3170"/>
                  </a:lnTo>
                  <a:lnTo>
                    <a:pt x="5823" y="3058"/>
                  </a:lnTo>
                  <a:lnTo>
                    <a:pt x="5800" y="2945"/>
                  </a:lnTo>
                  <a:lnTo>
                    <a:pt x="5733" y="2833"/>
                  </a:lnTo>
                  <a:lnTo>
                    <a:pt x="5643" y="2720"/>
                  </a:lnTo>
                  <a:lnTo>
                    <a:pt x="5553" y="2631"/>
                  </a:lnTo>
                  <a:lnTo>
                    <a:pt x="4384" y="1889"/>
                  </a:lnTo>
                  <a:lnTo>
                    <a:pt x="3800" y="1507"/>
                  </a:lnTo>
                  <a:lnTo>
                    <a:pt x="3215" y="1147"/>
                  </a:lnTo>
                  <a:lnTo>
                    <a:pt x="2631" y="832"/>
                  </a:lnTo>
                  <a:lnTo>
                    <a:pt x="2002" y="518"/>
                  </a:lnTo>
                  <a:lnTo>
                    <a:pt x="1372" y="248"/>
                  </a:lnTo>
                  <a:lnTo>
                    <a:pt x="1057" y="135"/>
                  </a:lnTo>
                  <a:lnTo>
                    <a:pt x="720" y="23"/>
                  </a:lnTo>
                  <a:lnTo>
                    <a:pt x="585"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5"/>
            <p:cNvSpPr/>
            <p:nvPr/>
          </p:nvSpPr>
          <p:spPr>
            <a:xfrm>
              <a:off x="3966200" y="2111750"/>
              <a:ext cx="156250" cy="146700"/>
            </a:xfrm>
            <a:custGeom>
              <a:avLst/>
              <a:gdLst/>
              <a:ahLst/>
              <a:cxnLst/>
              <a:rect l="l" t="t" r="r" b="b"/>
              <a:pathLst>
                <a:path w="6250" h="5868" extrusionOk="0">
                  <a:moveTo>
                    <a:pt x="5508" y="0"/>
                  </a:moveTo>
                  <a:lnTo>
                    <a:pt x="5373" y="45"/>
                  </a:lnTo>
                  <a:lnTo>
                    <a:pt x="5261" y="113"/>
                  </a:lnTo>
                  <a:lnTo>
                    <a:pt x="5148" y="203"/>
                  </a:lnTo>
                  <a:lnTo>
                    <a:pt x="4564" y="765"/>
                  </a:lnTo>
                  <a:lnTo>
                    <a:pt x="3957" y="1327"/>
                  </a:lnTo>
                  <a:lnTo>
                    <a:pt x="2743" y="2450"/>
                  </a:lnTo>
                  <a:lnTo>
                    <a:pt x="2136" y="3035"/>
                  </a:lnTo>
                  <a:lnTo>
                    <a:pt x="1529" y="3619"/>
                  </a:lnTo>
                  <a:lnTo>
                    <a:pt x="900" y="4204"/>
                  </a:lnTo>
                  <a:lnTo>
                    <a:pt x="585" y="4474"/>
                  </a:lnTo>
                  <a:lnTo>
                    <a:pt x="248" y="4721"/>
                  </a:lnTo>
                  <a:lnTo>
                    <a:pt x="158" y="4811"/>
                  </a:lnTo>
                  <a:lnTo>
                    <a:pt x="68" y="4923"/>
                  </a:lnTo>
                  <a:lnTo>
                    <a:pt x="23" y="5036"/>
                  </a:lnTo>
                  <a:lnTo>
                    <a:pt x="1" y="5148"/>
                  </a:lnTo>
                  <a:lnTo>
                    <a:pt x="1" y="5260"/>
                  </a:lnTo>
                  <a:lnTo>
                    <a:pt x="23" y="5373"/>
                  </a:lnTo>
                  <a:lnTo>
                    <a:pt x="68" y="5485"/>
                  </a:lnTo>
                  <a:lnTo>
                    <a:pt x="113" y="5598"/>
                  </a:lnTo>
                  <a:lnTo>
                    <a:pt x="181" y="5687"/>
                  </a:lnTo>
                  <a:lnTo>
                    <a:pt x="270" y="5755"/>
                  </a:lnTo>
                  <a:lnTo>
                    <a:pt x="360" y="5822"/>
                  </a:lnTo>
                  <a:lnTo>
                    <a:pt x="473" y="5845"/>
                  </a:lnTo>
                  <a:lnTo>
                    <a:pt x="585" y="5867"/>
                  </a:lnTo>
                  <a:lnTo>
                    <a:pt x="698" y="5867"/>
                  </a:lnTo>
                  <a:lnTo>
                    <a:pt x="832" y="5822"/>
                  </a:lnTo>
                  <a:lnTo>
                    <a:pt x="945" y="5755"/>
                  </a:lnTo>
                  <a:lnTo>
                    <a:pt x="1282" y="5508"/>
                  </a:lnTo>
                  <a:lnTo>
                    <a:pt x="1574" y="5238"/>
                  </a:lnTo>
                  <a:lnTo>
                    <a:pt x="2181" y="4698"/>
                  </a:lnTo>
                  <a:lnTo>
                    <a:pt x="2766" y="4114"/>
                  </a:lnTo>
                  <a:lnTo>
                    <a:pt x="3350" y="3552"/>
                  </a:lnTo>
                  <a:lnTo>
                    <a:pt x="4744" y="2293"/>
                  </a:lnTo>
                  <a:lnTo>
                    <a:pt x="5418" y="1664"/>
                  </a:lnTo>
                  <a:lnTo>
                    <a:pt x="6092" y="1012"/>
                  </a:lnTo>
                  <a:lnTo>
                    <a:pt x="6182" y="899"/>
                  </a:lnTo>
                  <a:lnTo>
                    <a:pt x="6227" y="787"/>
                  </a:lnTo>
                  <a:lnTo>
                    <a:pt x="6250" y="675"/>
                  </a:lnTo>
                  <a:lnTo>
                    <a:pt x="6250" y="562"/>
                  </a:lnTo>
                  <a:lnTo>
                    <a:pt x="6227" y="450"/>
                  </a:lnTo>
                  <a:lnTo>
                    <a:pt x="6182" y="360"/>
                  </a:lnTo>
                  <a:lnTo>
                    <a:pt x="6115" y="248"/>
                  </a:lnTo>
                  <a:lnTo>
                    <a:pt x="6048" y="180"/>
                  </a:lnTo>
                  <a:lnTo>
                    <a:pt x="5958" y="113"/>
                  </a:lnTo>
                  <a:lnTo>
                    <a:pt x="5845" y="45"/>
                  </a:lnTo>
                  <a:lnTo>
                    <a:pt x="5733" y="23"/>
                  </a:lnTo>
                  <a:lnTo>
                    <a:pt x="5620"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5"/>
            <p:cNvSpPr/>
            <p:nvPr/>
          </p:nvSpPr>
          <p:spPr>
            <a:xfrm>
              <a:off x="3755475" y="2212350"/>
              <a:ext cx="168600" cy="78700"/>
            </a:xfrm>
            <a:custGeom>
              <a:avLst/>
              <a:gdLst/>
              <a:ahLst/>
              <a:cxnLst/>
              <a:rect l="l" t="t" r="r" b="b"/>
              <a:pathLst>
                <a:path w="6744" h="3148" extrusionOk="0">
                  <a:moveTo>
                    <a:pt x="584" y="0"/>
                  </a:moveTo>
                  <a:lnTo>
                    <a:pt x="472" y="22"/>
                  </a:lnTo>
                  <a:lnTo>
                    <a:pt x="360" y="45"/>
                  </a:lnTo>
                  <a:lnTo>
                    <a:pt x="247" y="112"/>
                  </a:lnTo>
                  <a:lnTo>
                    <a:pt x="180" y="202"/>
                  </a:lnTo>
                  <a:lnTo>
                    <a:pt x="112" y="292"/>
                  </a:lnTo>
                  <a:lnTo>
                    <a:pt x="67" y="382"/>
                  </a:lnTo>
                  <a:lnTo>
                    <a:pt x="23" y="495"/>
                  </a:lnTo>
                  <a:lnTo>
                    <a:pt x="0" y="607"/>
                  </a:lnTo>
                  <a:lnTo>
                    <a:pt x="23" y="742"/>
                  </a:lnTo>
                  <a:lnTo>
                    <a:pt x="45" y="854"/>
                  </a:lnTo>
                  <a:lnTo>
                    <a:pt x="90" y="944"/>
                  </a:lnTo>
                  <a:lnTo>
                    <a:pt x="157" y="1034"/>
                  </a:lnTo>
                  <a:lnTo>
                    <a:pt x="247" y="1124"/>
                  </a:lnTo>
                  <a:lnTo>
                    <a:pt x="360" y="1191"/>
                  </a:lnTo>
                  <a:lnTo>
                    <a:pt x="495" y="1236"/>
                  </a:lnTo>
                  <a:lnTo>
                    <a:pt x="1191" y="1394"/>
                  </a:lnTo>
                  <a:lnTo>
                    <a:pt x="1866" y="1574"/>
                  </a:lnTo>
                  <a:lnTo>
                    <a:pt x="2563" y="1776"/>
                  </a:lnTo>
                  <a:lnTo>
                    <a:pt x="3237" y="1978"/>
                  </a:lnTo>
                  <a:lnTo>
                    <a:pt x="3911" y="2225"/>
                  </a:lnTo>
                  <a:lnTo>
                    <a:pt x="4563" y="2473"/>
                  </a:lnTo>
                  <a:lnTo>
                    <a:pt x="5215" y="2765"/>
                  </a:lnTo>
                  <a:lnTo>
                    <a:pt x="5867" y="3080"/>
                  </a:lnTo>
                  <a:lnTo>
                    <a:pt x="6002" y="3125"/>
                  </a:lnTo>
                  <a:lnTo>
                    <a:pt x="6137" y="3147"/>
                  </a:lnTo>
                  <a:lnTo>
                    <a:pt x="6249" y="3125"/>
                  </a:lnTo>
                  <a:lnTo>
                    <a:pt x="6362" y="3102"/>
                  </a:lnTo>
                  <a:lnTo>
                    <a:pt x="6452" y="3035"/>
                  </a:lnTo>
                  <a:lnTo>
                    <a:pt x="6541" y="2967"/>
                  </a:lnTo>
                  <a:lnTo>
                    <a:pt x="6631" y="2877"/>
                  </a:lnTo>
                  <a:lnTo>
                    <a:pt x="6676" y="2787"/>
                  </a:lnTo>
                  <a:lnTo>
                    <a:pt x="6721" y="2675"/>
                  </a:lnTo>
                  <a:lnTo>
                    <a:pt x="6744" y="2563"/>
                  </a:lnTo>
                  <a:lnTo>
                    <a:pt x="6744" y="2450"/>
                  </a:lnTo>
                  <a:lnTo>
                    <a:pt x="6744" y="2338"/>
                  </a:lnTo>
                  <a:lnTo>
                    <a:pt x="6699" y="2225"/>
                  </a:lnTo>
                  <a:lnTo>
                    <a:pt x="6631" y="2113"/>
                  </a:lnTo>
                  <a:lnTo>
                    <a:pt x="6541" y="2023"/>
                  </a:lnTo>
                  <a:lnTo>
                    <a:pt x="6429" y="1956"/>
                  </a:lnTo>
                  <a:lnTo>
                    <a:pt x="5732" y="1641"/>
                  </a:lnTo>
                  <a:lnTo>
                    <a:pt x="5058" y="1326"/>
                  </a:lnTo>
                  <a:lnTo>
                    <a:pt x="4338" y="1057"/>
                  </a:lnTo>
                  <a:lnTo>
                    <a:pt x="3642" y="809"/>
                  </a:lnTo>
                  <a:lnTo>
                    <a:pt x="2922" y="584"/>
                  </a:lnTo>
                  <a:lnTo>
                    <a:pt x="2203" y="382"/>
                  </a:lnTo>
                  <a:lnTo>
                    <a:pt x="1461" y="180"/>
                  </a:lnTo>
                  <a:lnTo>
                    <a:pt x="742" y="22"/>
                  </a:lnTo>
                  <a:lnTo>
                    <a:pt x="584"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5"/>
            <p:cNvSpPr/>
            <p:nvPr/>
          </p:nvSpPr>
          <p:spPr>
            <a:xfrm>
              <a:off x="4111750" y="2389350"/>
              <a:ext cx="57925" cy="184925"/>
            </a:xfrm>
            <a:custGeom>
              <a:avLst/>
              <a:gdLst/>
              <a:ahLst/>
              <a:cxnLst/>
              <a:rect l="l" t="t" r="r" b="b"/>
              <a:pathLst>
                <a:path w="2317" h="7397" extrusionOk="0">
                  <a:moveTo>
                    <a:pt x="1664" y="1"/>
                  </a:moveTo>
                  <a:lnTo>
                    <a:pt x="1552" y="23"/>
                  </a:lnTo>
                  <a:lnTo>
                    <a:pt x="1439" y="46"/>
                  </a:lnTo>
                  <a:lnTo>
                    <a:pt x="1349" y="91"/>
                  </a:lnTo>
                  <a:lnTo>
                    <a:pt x="1260" y="158"/>
                  </a:lnTo>
                  <a:lnTo>
                    <a:pt x="1170" y="248"/>
                  </a:lnTo>
                  <a:lnTo>
                    <a:pt x="1125" y="361"/>
                  </a:lnTo>
                  <a:lnTo>
                    <a:pt x="1102" y="495"/>
                  </a:lnTo>
                  <a:lnTo>
                    <a:pt x="922" y="2047"/>
                  </a:lnTo>
                  <a:lnTo>
                    <a:pt x="810" y="2833"/>
                  </a:lnTo>
                  <a:lnTo>
                    <a:pt x="698" y="3598"/>
                  </a:lnTo>
                  <a:lnTo>
                    <a:pt x="563" y="4384"/>
                  </a:lnTo>
                  <a:lnTo>
                    <a:pt x="405" y="5149"/>
                  </a:lnTo>
                  <a:lnTo>
                    <a:pt x="226" y="5913"/>
                  </a:lnTo>
                  <a:lnTo>
                    <a:pt x="23" y="6677"/>
                  </a:lnTo>
                  <a:lnTo>
                    <a:pt x="1" y="6812"/>
                  </a:lnTo>
                  <a:lnTo>
                    <a:pt x="1" y="6947"/>
                  </a:lnTo>
                  <a:lnTo>
                    <a:pt x="46" y="7059"/>
                  </a:lnTo>
                  <a:lnTo>
                    <a:pt x="91" y="7149"/>
                  </a:lnTo>
                  <a:lnTo>
                    <a:pt x="181" y="7239"/>
                  </a:lnTo>
                  <a:lnTo>
                    <a:pt x="248" y="7284"/>
                  </a:lnTo>
                  <a:lnTo>
                    <a:pt x="360" y="7352"/>
                  </a:lnTo>
                  <a:lnTo>
                    <a:pt x="473" y="7374"/>
                  </a:lnTo>
                  <a:lnTo>
                    <a:pt x="585" y="7397"/>
                  </a:lnTo>
                  <a:lnTo>
                    <a:pt x="698" y="7397"/>
                  </a:lnTo>
                  <a:lnTo>
                    <a:pt x="810" y="7352"/>
                  </a:lnTo>
                  <a:lnTo>
                    <a:pt x="922" y="7307"/>
                  </a:lnTo>
                  <a:lnTo>
                    <a:pt x="1035" y="7262"/>
                  </a:lnTo>
                  <a:lnTo>
                    <a:pt x="1125" y="7172"/>
                  </a:lnTo>
                  <a:lnTo>
                    <a:pt x="1192" y="7059"/>
                  </a:lnTo>
                  <a:lnTo>
                    <a:pt x="1237" y="6924"/>
                  </a:lnTo>
                  <a:lnTo>
                    <a:pt x="1439" y="6160"/>
                  </a:lnTo>
                  <a:lnTo>
                    <a:pt x="1619" y="5396"/>
                  </a:lnTo>
                  <a:lnTo>
                    <a:pt x="1777" y="4632"/>
                  </a:lnTo>
                  <a:lnTo>
                    <a:pt x="1911" y="3867"/>
                  </a:lnTo>
                  <a:lnTo>
                    <a:pt x="2024" y="3081"/>
                  </a:lnTo>
                  <a:lnTo>
                    <a:pt x="2114" y="2294"/>
                  </a:lnTo>
                  <a:lnTo>
                    <a:pt x="2316" y="743"/>
                  </a:lnTo>
                  <a:lnTo>
                    <a:pt x="2316" y="608"/>
                  </a:lnTo>
                  <a:lnTo>
                    <a:pt x="2294" y="473"/>
                  </a:lnTo>
                  <a:lnTo>
                    <a:pt x="2249" y="361"/>
                  </a:lnTo>
                  <a:lnTo>
                    <a:pt x="2181" y="248"/>
                  </a:lnTo>
                  <a:lnTo>
                    <a:pt x="2091" y="181"/>
                  </a:lnTo>
                  <a:lnTo>
                    <a:pt x="2001" y="113"/>
                  </a:lnTo>
                  <a:lnTo>
                    <a:pt x="1889" y="46"/>
                  </a:lnTo>
                  <a:lnTo>
                    <a:pt x="1777" y="23"/>
                  </a:lnTo>
                  <a:lnTo>
                    <a:pt x="1664"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15"/>
            <p:cNvSpPr/>
            <p:nvPr/>
          </p:nvSpPr>
          <p:spPr>
            <a:xfrm>
              <a:off x="3835275" y="2523100"/>
              <a:ext cx="179275" cy="39375"/>
            </a:xfrm>
            <a:custGeom>
              <a:avLst/>
              <a:gdLst/>
              <a:ahLst/>
              <a:cxnLst/>
              <a:rect l="l" t="t" r="r" b="b"/>
              <a:pathLst>
                <a:path w="7171" h="1575" extrusionOk="0">
                  <a:moveTo>
                    <a:pt x="2113" y="1"/>
                  </a:moveTo>
                  <a:lnTo>
                    <a:pt x="562" y="68"/>
                  </a:lnTo>
                  <a:lnTo>
                    <a:pt x="427" y="91"/>
                  </a:lnTo>
                  <a:lnTo>
                    <a:pt x="315" y="136"/>
                  </a:lnTo>
                  <a:lnTo>
                    <a:pt x="202" y="203"/>
                  </a:lnTo>
                  <a:lnTo>
                    <a:pt x="135" y="271"/>
                  </a:lnTo>
                  <a:lnTo>
                    <a:pt x="68" y="383"/>
                  </a:lnTo>
                  <a:lnTo>
                    <a:pt x="23" y="495"/>
                  </a:lnTo>
                  <a:lnTo>
                    <a:pt x="0" y="608"/>
                  </a:lnTo>
                  <a:lnTo>
                    <a:pt x="0" y="720"/>
                  </a:lnTo>
                  <a:lnTo>
                    <a:pt x="23" y="833"/>
                  </a:lnTo>
                  <a:lnTo>
                    <a:pt x="45" y="945"/>
                  </a:lnTo>
                  <a:lnTo>
                    <a:pt x="112" y="1035"/>
                  </a:lnTo>
                  <a:lnTo>
                    <a:pt x="180" y="1125"/>
                  </a:lnTo>
                  <a:lnTo>
                    <a:pt x="270" y="1215"/>
                  </a:lnTo>
                  <a:lnTo>
                    <a:pt x="360" y="1260"/>
                  </a:lnTo>
                  <a:lnTo>
                    <a:pt x="495" y="1282"/>
                  </a:lnTo>
                  <a:lnTo>
                    <a:pt x="629" y="1305"/>
                  </a:lnTo>
                  <a:lnTo>
                    <a:pt x="2091" y="1237"/>
                  </a:lnTo>
                  <a:lnTo>
                    <a:pt x="3552" y="1237"/>
                  </a:lnTo>
                  <a:lnTo>
                    <a:pt x="4271" y="1260"/>
                  </a:lnTo>
                  <a:lnTo>
                    <a:pt x="5013" y="1327"/>
                  </a:lnTo>
                  <a:lnTo>
                    <a:pt x="5732" y="1417"/>
                  </a:lnTo>
                  <a:lnTo>
                    <a:pt x="6452" y="1552"/>
                  </a:lnTo>
                  <a:lnTo>
                    <a:pt x="6586" y="1574"/>
                  </a:lnTo>
                  <a:lnTo>
                    <a:pt x="6721" y="1552"/>
                  </a:lnTo>
                  <a:lnTo>
                    <a:pt x="6834" y="1530"/>
                  </a:lnTo>
                  <a:lnTo>
                    <a:pt x="6924" y="1462"/>
                  </a:lnTo>
                  <a:lnTo>
                    <a:pt x="7014" y="1372"/>
                  </a:lnTo>
                  <a:lnTo>
                    <a:pt x="7081" y="1282"/>
                  </a:lnTo>
                  <a:lnTo>
                    <a:pt x="7126" y="1192"/>
                  </a:lnTo>
                  <a:lnTo>
                    <a:pt x="7148" y="1080"/>
                  </a:lnTo>
                  <a:lnTo>
                    <a:pt x="7171" y="968"/>
                  </a:lnTo>
                  <a:lnTo>
                    <a:pt x="7171" y="833"/>
                  </a:lnTo>
                  <a:lnTo>
                    <a:pt x="7148" y="720"/>
                  </a:lnTo>
                  <a:lnTo>
                    <a:pt x="7103" y="630"/>
                  </a:lnTo>
                  <a:lnTo>
                    <a:pt x="7036" y="540"/>
                  </a:lnTo>
                  <a:lnTo>
                    <a:pt x="6946" y="451"/>
                  </a:lnTo>
                  <a:lnTo>
                    <a:pt x="6834" y="383"/>
                  </a:lnTo>
                  <a:lnTo>
                    <a:pt x="6699" y="338"/>
                  </a:lnTo>
                  <a:lnTo>
                    <a:pt x="5935" y="203"/>
                  </a:lnTo>
                  <a:lnTo>
                    <a:pt x="5170" y="113"/>
                  </a:lnTo>
                  <a:lnTo>
                    <a:pt x="4406" y="46"/>
                  </a:lnTo>
                  <a:lnTo>
                    <a:pt x="3642"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5"/>
            <p:cNvSpPr/>
            <p:nvPr/>
          </p:nvSpPr>
          <p:spPr>
            <a:xfrm>
              <a:off x="2031875" y="750625"/>
              <a:ext cx="664850" cy="1753975"/>
            </a:xfrm>
            <a:custGeom>
              <a:avLst/>
              <a:gdLst/>
              <a:ahLst/>
              <a:cxnLst/>
              <a:rect l="l" t="t" r="r" b="b"/>
              <a:pathLst>
                <a:path w="26594" h="70159" extrusionOk="0">
                  <a:moveTo>
                    <a:pt x="8790" y="1"/>
                  </a:moveTo>
                  <a:lnTo>
                    <a:pt x="8453" y="46"/>
                  </a:lnTo>
                  <a:lnTo>
                    <a:pt x="8093" y="113"/>
                  </a:lnTo>
                  <a:lnTo>
                    <a:pt x="7711" y="248"/>
                  </a:lnTo>
                  <a:lnTo>
                    <a:pt x="7307" y="428"/>
                  </a:lnTo>
                  <a:lnTo>
                    <a:pt x="7127" y="540"/>
                  </a:lnTo>
                  <a:lnTo>
                    <a:pt x="6947" y="653"/>
                  </a:lnTo>
                  <a:lnTo>
                    <a:pt x="6790" y="765"/>
                  </a:lnTo>
                  <a:lnTo>
                    <a:pt x="6655" y="900"/>
                  </a:lnTo>
                  <a:lnTo>
                    <a:pt x="6497" y="1035"/>
                  </a:lnTo>
                  <a:lnTo>
                    <a:pt x="6385" y="1192"/>
                  </a:lnTo>
                  <a:lnTo>
                    <a:pt x="6273" y="1372"/>
                  </a:lnTo>
                  <a:lnTo>
                    <a:pt x="6160" y="1530"/>
                  </a:lnTo>
                  <a:lnTo>
                    <a:pt x="5980" y="1889"/>
                  </a:lnTo>
                  <a:lnTo>
                    <a:pt x="5845" y="2294"/>
                  </a:lnTo>
                  <a:lnTo>
                    <a:pt x="5756" y="2721"/>
                  </a:lnTo>
                  <a:lnTo>
                    <a:pt x="5688" y="3170"/>
                  </a:lnTo>
                  <a:lnTo>
                    <a:pt x="5666" y="3643"/>
                  </a:lnTo>
                  <a:lnTo>
                    <a:pt x="5666" y="4115"/>
                  </a:lnTo>
                  <a:lnTo>
                    <a:pt x="5711" y="4632"/>
                  </a:lnTo>
                  <a:lnTo>
                    <a:pt x="5778" y="5149"/>
                  </a:lnTo>
                  <a:lnTo>
                    <a:pt x="5868" y="5666"/>
                  </a:lnTo>
                  <a:lnTo>
                    <a:pt x="6003" y="6205"/>
                  </a:lnTo>
                  <a:lnTo>
                    <a:pt x="6160" y="6722"/>
                  </a:lnTo>
                  <a:lnTo>
                    <a:pt x="6340" y="7262"/>
                  </a:lnTo>
                  <a:lnTo>
                    <a:pt x="6542" y="7779"/>
                  </a:lnTo>
                  <a:lnTo>
                    <a:pt x="6767" y="8318"/>
                  </a:lnTo>
                  <a:lnTo>
                    <a:pt x="6992" y="8813"/>
                  </a:lnTo>
                  <a:lnTo>
                    <a:pt x="7262" y="9330"/>
                  </a:lnTo>
                  <a:lnTo>
                    <a:pt x="7531" y="9802"/>
                  </a:lnTo>
                  <a:lnTo>
                    <a:pt x="7824" y="10274"/>
                  </a:lnTo>
                  <a:lnTo>
                    <a:pt x="8138" y="10723"/>
                  </a:lnTo>
                  <a:lnTo>
                    <a:pt x="8453" y="11128"/>
                  </a:lnTo>
                  <a:lnTo>
                    <a:pt x="8768" y="11533"/>
                  </a:lnTo>
                  <a:lnTo>
                    <a:pt x="9105" y="11892"/>
                  </a:lnTo>
                  <a:lnTo>
                    <a:pt x="9442" y="12230"/>
                  </a:lnTo>
                  <a:lnTo>
                    <a:pt x="9779" y="12522"/>
                  </a:lnTo>
                  <a:lnTo>
                    <a:pt x="10139" y="12769"/>
                  </a:lnTo>
                  <a:lnTo>
                    <a:pt x="10476" y="12971"/>
                  </a:lnTo>
                  <a:lnTo>
                    <a:pt x="10836" y="13129"/>
                  </a:lnTo>
                  <a:lnTo>
                    <a:pt x="11173" y="13241"/>
                  </a:lnTo>
                  <a:lnTo>
                    <a:pt x="10971" y="13871"/>
                  </a:lnTo>
                  <a:lnTo>
                    <a:pt x="10768" y="14522"/>
                  </a:lnTo>
                  <a:lnTo>
                    <a:pt x="10611" y="15152"/>
                  </a:lnTo>
                  <a:lnTo>
                    <a:pt x="10454" y="15804"/>
                  </a:lnTo>
                  <a:lnTo>
                    <a:pt x="10319" y="16456"/>
                  </a:lnTo>
                  <a:lnTo>
                    <a:pt x="10206" y="17108"/>
                  </a:lnTo>
                  <a:lnTo>
                    <a:pt x="10116" y="17782"/>
                  </a:lnTo>
                  <a:lnTo>
                    <a:pt x="10027" y="18434"/>
                  </a:lnTo>
                  <a:lnTo>
                    <a:pt x="9892" y="18142"/>
                  </a:lnTo>
                  <a:lnTo>
                    <a:pt x="9622" y="17647"/>
                  </a:lnTo>
                  <a:lnTo>
                    <a:pt x="9262" y="16995"/>
                  </a:lnTo>
                  <a:lnTo>
                    <a:pt x="8813" y="16276"/>
                  </a:lnTo>
                  <a:lnTo>
                    <a:pt x="8341" y="15556"/>
                  </a:lnTo>
                  <a:lnTo>
                    <a:pt x="7846" y="14860"/>
                  </a:lnTo>
                  <a:lnTo>
                    <a:pt x="7397" y="14253"/>
                  </a:lnTo>
                  <a:lnTo>
                    <a:pt x="7172" y="14005"/>
                  </a:lnTo>
                  <a:lnTo>
                    <a:pt x="6992" y="13803"/>
                  </a:lnTo>
                  <a:lnTo>
                    <a:pt x="6475" y="13331"/>
                  </a:lnTo>
                  <a:lnTo>
                    <a:pt x="6183" y="13084"/>
                  </a:lnTo>
                  <a:lnTo>
                    <a:pt x="5868" y="12836"/>
                  </a:lnTo>
                  <a:lnTo>
                    <a:pt x="5553" y="12612"/>
                  </a:lnTo>
                  <a:lnTo>
                    <a:pt x="5216" y="12409"/>
                  </a:lnTo>
                  <a:lnTo>
                    <a:pt x="4879" y="12230"/>
                  </a:lnTo>
                  <a:lnTo>
                    <a:pt x="4542" y="12072"/>
                  </a:lnTo>
                  <a:lnTo>
                    <a:pt x="4204" y="11937"/>
                  </a:lnTo>
                  <a:lnTo>
                    <a:pt x="3845" y="11847"/>
                  </a:lnTo>
                  <a:lnTo>
                    <a:pt x="3485" y="11802"/>
                  </a:lnTo>
                  <a:lnTo>
                    <a:pt x="3126" y="11802"/>
                  </a:lnTo>
                  <a:lnTo>
                    <a:pt x="2968" y="11825"/>
                  </a:lnTo>
                  <a:lnTo>
                    <a:pt x="2788" y="11847"/>
                  </a:lnTo>
                  <a:lnTo>
                    <a:pt x="2608" y="11915"/>
                  </a:lnTo>
                  <a:lnTo>
                    <a:pt x="2429" y="11960"/>
                  </a:lnTo>
                  <a:lnTo>
                    <a:pt x="2271" y="12050"/>
                  </a:lnTo>
                  <a:lnTo>
                    <a:pt x="2091" y="12140"/>
                  </a:lnTo>
                  <a:lnTo>
                    <a:pt x="1934" y="12252"/>
                  </a:lnTo>
                  <a:lnTo>
                    <a:pt x="1777" y="12387"/>
                  </a:lnTo>
                  <a:lnTo>
                    <a:pt x="1619" y="12544"/>
                  </a:lnTo>
                  <a:lnTo>
                    <a:pt x="1462" y="12679"/>
                  </a:lnTo>
                  <a:lnTo>
                    <a:pt x="1350" y="12859"/>
                  </a:lnTo>
                  <a:lnTo>
                    <a:pt x="1237" y="13016"/>
                  </a:lnTo>
                  <a:lnTo>
                    <a:pt x="1147" y="13174"/>
                  </a:lnTo>
                  <a:lnTo>
                    <a:pt x="1057" y="13353"/>
                  </a:lnTo>
                  <a:lnTo>
                    <a:pt x="1012" y="13533"/>
                  </a:lnTo>
                  <a:lnTo>
                    <a:pt x="968" y="13713"/>
                  </a:lnTo>
                  <a:lnTo>
                    <a:pt x="900" y="14095"/>
                  </a:lnTo>
                  <a:lnTo>
                    <a:pt x="900" y="14477"/>
                  </a:lnTo>
                  <a:lnTo>
                    <a:pt x="923" y="14860"/>
                  </a:lnTo>
                  <a:lnTo>
                    <a:pt x="1012" y="15242"/>
                  </a:lnTo>
                  <a:lnTo>
                    <a:pt x="1125" y="15624"/>
                  </a:lnTo>
                  <a:lnTo>
                    <a:pt x="1260" y="16029"/>
                  </a:lnTo>
                  <a:lnTo>
                    <a:pt x="1417" y="16388"/>
                  </a:lnTo>
                  <a:lnTo>
                    <a:pt x="1597" y="16770"/>
                  </a:lnTo>
                  <a:lnTo>
                    <a:pt x="1777" y="17130"/>
                  </a:lnTo>
                  <a:lnTo>
                    <a:pt x="1979" y="17467"/>
                  </a:lnTo>
                  <a:lnTo>
                    <a:pt x="2384" y="18119"/>
                  </a:lnTo>
                  <a:lnTo>
                    <a:pt x="2721" y="18569"/>
                  </a:lnTo>
                  <a:lnTo>
                    <a:pt x="3126" y="19063"/>
                  </a:lnTo>
                  <a:lnTo>
                    <a:pt x="3598" y="19558"/>
                  </a:lnTo>
                  <a:lnTo>
                    <a:pt x="4137" y="20075"/>
                  </a:lnTo>
                  <a:lnTo>
                    <a:pt x="4699" y="20592"/>
                  </a:lnTo>
                  <a:lnTo>
                    <a:pt x="5283" y="21109"/>
                  </a:lnTo>
                  <a:lnTo>
                    <a:pt x="5890" y="21626"/>
                  </a:lnTo>
                  <a:lnTo>
                    <a:pt x="6475" y="22098"/>
                  </a:lnTo>
                  <a:lnTo>
                    <a:pt x="7621" y="22975"/>
                  </a:lnTo>
                  <a:lnTo>
                    <a:pt x="8588" y="23694"/>
                  </a:lnTo>
                  <a:lnTo>
                    <a:pt x="9285" y="24188"/>
                  </a:lnTo>
                  <a:lnTo>
                    <a:pt x="9510" y="24323"/>
                  </a:lnTo>
                  <a:lnTo>
                    <a:pt x="9622" y="24368"/>
                  </a:lnTo>
                  <a:lnTo>
                    <a:pt x="9622" y="25380"/>
                  </a:lnTo>
                  <a:lnTo>
                    <a:pt x="9622" y="26369"/>
                  </a:lnTo>
                  <a:lnTo>
                    <a:pt x="9667" y="27380"/>
                  </a:lnTo>
                  <a:lnTo>
                    <a:pt x="9712" y="28370"/>
                  </a:lnTo>
                  <a:lnTo>
                    <a:pt x="9802" y="29359"/>
                  </a:lnTo>
                  <a:lnTo>
                    <a:pt x="9914" y="30348"/>
                  </a:lnTo>
                  <a:lnTo>
                    <a:pt x="10049" y="31337"/>
                  </a:lnTo>
                  <a:lnTo>
                    <a:pt x="10229" y="32303"/>
                  </a:lnTo>
                  <a:lnTo>
                    <a:pt x="9757" y="31629"/>
                  </a:lnTo>
                  <a:lnTo>
                    <a:pt x="9285" y="30932"/>
                  </a:lnTo>
                  <a:lnTo>
                    <a:pt x="8790" y="30280"/>
                  </a:lnTo>
                  <a:lnTo>
                    <a:pt x="8251" y="29628"/>
                  </a:lnTo>
                  <a:lnTo>
                    <a:pt x="7711" y="29021"/>
                  </a:lnTo>
                  <a:lnTo>
                    <a:pt x="7127" y="28437"/>
                  </a:lnTo>
                  <a:lnTo>
                    <a:pt x="6520" y="27897"/>
                  </a:lnTo>
                  <a:lnTo>
                    <a:pt x="6205" y="27650"/>
                  </a:lnTo>
                  <a:lnTo>
                    <a:pt x="5890" y="27403"/>
                  </a:lnTo>
                  <a:lnTo>
                    <a:pt x="5508" y="27156"/>
                  </a:lnTo>
                  <a:lnTo>
                    <a:pt x="5104" y="26953"/>
                  </a:lnTo>
                  <a:lnTo>
                    <a:pt x="4699" y="26774"/>
                  </a:lnTo>
                  <a:lnTo>
                    <a:pt x="4272" y="26639"/>
                  </a:lnTo>
                  <a:lnTo>
                    <a:pt x="3845" y="26549"/>
                  </a:lnTo>
                  <a:lnTo>
                    <a:pt x="3418" y="26481"/>
                  </a:lnTo>
                  <a:lnTo>
                    <a:pt x="3013" y="26481"/>
                  </a:lnTo>
                  <a:lnTo>
                    <a:pt x="2608" y="26526"/>
                  </a:lnTo>
                  <a:lnTo>
                    <a:pt x="2204" y="26616"/>
                  </a:lnTo>
                  <a:lnTo>
                    <a:pt x="2002" y="26684"/>
                  </a:lnTo>
                  <a:lnTo>
                    <a:pt x="1822" y="26751"/>
                  </a:lnTo>
                  <a:lnTo>
                    <a:pt x="1642" y="26841"/>
                  </a:lnTo>
                  <a:lnTo>
                    <a:pt x="1462" y="26931"/>
                  </a:lnTo>
                  <a:lnTo>
                    <a:pt x="1305" y="27066"/>
                  </a:lnTo>
                  <a:lnTo>
                    <a:pt x="1125" y="27178"/>
                  </a:lnTo>
                  <a:lnTo>
                    <a:pt x="990" y="27335"/>
                  </a:lnTo>
                  <a:lnTo>
                    <a:pt x="833" y="27493"/>
                  </a:lnTo>
                  <a:lnTo>
                    <a:pt x="698" y="27650"/>
                  </a:lnTo>
                  <a:lnTo>
                    <a:pt x="563" y="27853"/>
                  </a:lnTo>
                  <a:lnTo>
                    <a:pt x="451" y="28055"/>
                  </a:lnTo>
                  <a:lnTo>
                    <a:pt x="338" y="28257"/>
                  </a:lnTo>
                  <a:lnTo>
                    <a:pt x="226" y="28482"/>
                  </a:lnTo>
                  <a:lnTo>
                    <a:pt x="136" y="28729"/>
                  </a:lnTo>
                  <a:lnTo>
                    <a:pt x="46" y="29134"/>
                  </a:lnTo>
                  <a:lnTo>
                    <a:pt x="1" y="29516"/>
                  </a:lnTo>
                  <a:lnTo>
                    <a:pt x="1" y="29876"/>
                  </a:lnTo>
                  <a:lnTo>
                    <a:pt x="68" y="30235"/>
                  </a:lnTo>
                  <a:lnTo>
                    <a:pt x="158" y="30572"/>
                  </a:lnTo>
                  <a:lnTo>
                    <a:pt x="316" y="30910"/>
                  </a:lnTo>
                  <a:lnTo>
                    <a:pt x="518" y="31224"/>
                  </a:lnTo>
                  <a:lnTo>
                    <a:pt x="743" y="31517"/>
                  </a:lnTo>
                  <a:lnTo>
                    <a:pt x="1012" y="31809"/>
                  </a:lnTo>
                  <a:lnTo>
                    <a:pt x="1305" y="32079"/>
                  </a:lnTo>
                  <a:lnTo>
                    <a:pt x="1642" y="32348"/>
                  </a:lnTo>
                  <a:lnTo>
                    <a:pt x="2002" y="32596"/>
                  </a:lnTo>
                  <a:lnTo>
                    <a:pt x="2384" y="32843"/>
                  </a:lnTo>
                  <a:lnTo>
                    <a:pt x="2788" y="33068"/>
                  </a:lnTo>
                  <a:lnTo>
                    <a:pt x="3215" y="33292"/>
                  </a:lnTo>
                  <a:lnTo>
                    <a:pt x="3643" y="33495"/>
                  </a:lnTo>
                  <a:lnTo>
                    <a:pt x="4115" y="33697"/>
                  </a:lnTo>
                  <a:lnTo>
                    <a:pt x="4587" y="33877"/>
                  </a:lnTo>
                  <a:lnTo>
                    <a:pt x="5531" y="34192"/>
                  </a:lnTo>
                  <a:lnTo>
                    <a:pt x="6520" y="34484"/>
                  </a:lnTo>
                  <a:lnTo>
                    <a:pt x="7486" y="34731"/>
                  </a:lnTo>
                  <a:lnTo>
                    <a:pt x="8408" y="34933"/>
                  </a:lnTo>
                  <a:lnTo>
                    <a:pt x="9285" y="35091"/>
                  </a:lnTo>
                  <a:lnTo>
                    <a:pt x="10094" y="35203"/>
                  </a:lnTo>
                  <a:lnTo>
                    <a:pt x="10813" y="35271"/>
                  </a:lnTo>
                  <a:lnTo>
                    <a:pt x="10903" y="35293"/>
                  </a:lnTo>
                  <a:lnTo>
                    <a:pt x="11263" y="36417"/>
                  </a:lnTo>
                  <a:lnTo>
                    <a:pt x="12050" y="38732"/>
                  </a:lnTo>
                  <a:lnTo>
                    <a:pt x="12949" y="41430"/>
                  </a:lnTo>
                  <a:lnTo>
                    <a:pt x="13691" y="43723"/>
                  </a:lnTo>
                  <a:lnTo>
                    <a:pt x="13151" y="43093"/>
                  </a:lnTo>
                  <a:lnTo>
                    <a:pt x="12589" y="42464"/>
                  </a:lnTo>
                  <a:lnTo>
                    <a:pt x="12005" y="41834"/>
                  </a:lnTo>
                  <a:lnTo>
                    <a:pt x="11420" y="41250"/>
                  </a:lnTo>
                  <a:lnTo>
                    <a:pt x="10813" y="40666"/>
                  </a:lnTo>
                  <a:lnTo>
                    <a:pt x="10184" y="40126"/>
                  </a:lnTo>
                  <a:lnTo>
                    <a:pt x="9555" y="39632"/>
                  </a:lnTo>
                  <a:lnTo>
                    <a:pt x="8903" y="39159"/>
                  </a:lnTo>
                  <a:lnTo>
                    <a:pt x="8588" y="38957"/>
                  </a:lnTo>
                  <a:lnTo>
                    <a:pt x="8251" y="38777"/>
                  </a:lnTo>
                  <a:lnTo>
                    <a:pt x="7891" y="38620"/>
                  </a:lnTo>
                  <a:lnTo>
                    <a:pt x="7509" y="38463"/>
                  </a:lnTo>
                  <a:lnTo>
                    <a:pt x="7127" y="38350"/>
                  </a:lnTo>
                  <a:lnTo>
                    <a:pt x="6745" y="38283"/>
                  </a:lnTo>
                  <a:lnTo>
                    <a:pt x="6340" y="38215"/>
                  </a:lnTo>
                  <a:lnTo>
                    <a:pt x="5958" y="38193"/>
                  </a:lnTo>
                  <a:lnTo>
                    <a:pt x="5576" y="38215"/>
                  </a:lnTo>
                  <a:lnTo>
                    <a:pt x="5216" y="38283"/>
                  </a:lnTo>
                  <a:lnTo>
                    <a:pt x="4856" y="38395"/>
                  </a:lnTo>
                  <a:lnTo>
                    <a:pt x="4677" y="38485"/>
                  </a:lnTo>
                  <a:lnTo>
                    <a:pt x="4519" y="38553"/>
                  </a:lnTo>
                  <a:lnTo>
                    <a:pt x="4362" y="38665"/>
                  </a:lnTo>
                  <a:lnTo>
                    <a:pt x="4204" y="38777"/>
                  </a:lnTo>
                  <a:lnTo>
                    <a:pt x="4070" y="38890"/>
                  </a:lnTo>
                  <a:lnTo>
                    <a:pt x="3935" y="39047"/>
                  </a:lnTo>
                  <a:lnTo>
                    <a:pt x="3800" y="39182"/>
                  </a:lnTo>
                  <a:lnTo>
                    <a:pt x="3687" y="39362"/>
                  </a:lnTo>
                  <a:lnTo>
                    <a:pt x="3575" y="39542"/>
                  </a:lnTo>
                  <a:lnTo>
                    <a:pt x="3485" y="39744"/>
                  </a:lnTo>
                  <a:lnTo>
                    <a:pt x="3350" y="40081"/>
                  </a:lnTo>
                  <a:lnTo>
                    <a:pt x="3283" y="40418"/>
                  </a:lnTo>
                  <a:lnTo>
                    <a:pt x="3260" y="40778"/>
                  </a:lnTo>
                  <a:lnTo>
                    <a:pt x="3283" y="41115"/>
                  </a:lnTo>
                  <a:lnTo>
                    <a:pt x="3350" y="41452"/>
                  </a:lnTo>
                  <a:lnTo>
                    <a:pt x="3440" y="41812"/>
                  </a:lnTo>
                  <a:lnTo>
                    <a:pt x="3553" y="42149"/>
                  </a:lnTo>
                  <a:lnTo>
                    <a:pt x="3710" y="42464"/>
                  </a:lnTo>
                  <a:lnTo>
                    <a:pt x="3890" y="42801"/>
                  </a:lnTo>
                  <a:lnTo>
                    <a:pt x="4092" y="43116"/>
                  </a:lnTo>
                  <a:lnTo>
                    <a:pt x="4317" y="43408"/>
                  </a:lnTo>
                  <a:lnTo>
                    <a:pt x="4542" y="43700"/>
                  </a:lnTo>
                  <a:lnTo>
                    <a:pt x="4789" y="43970"/>
                  </a:lnTo>
                  <a:lnTo>
                    <a:pt x="5036" y="44240"/>
                  </a:lnTo>
                  <a:lnTo>
                    <a:pt x="5283" y="44465"/>
                  </a:lnTo>
                  <a:lnTo>
                    <a:pt x="5508" y="44689"/>
                  </a:lnTo>
                  <a:lnTo>
                    <a:pt x="5756" y="44869"/>
                  </a:lnTo>
                  <a:lnTo>
                    <a:pt x="6003" y="45027"/>
                  </a:lnTo>
                  <a:lnTo>
                    <a:pt x="6250" y="45184"/>
                  </a:lnTo>
                  <a:lnTo>
                    <a:pt x="6497" y="45341"/>
                  </a:lnTo>
                  <a:lnTo>
                    <a:pt x="7014" y="45589"/>
                  </a:lnTo>
                  <a:lnTo>
                    <a:pt x="7554" y="45791"/>
                  </a:lnTo>
                  <a:lnTo>
                    <a:pt x="8116" y="45971"/>
                  </a:lnTo>
                  <a:lnTo>
                    <a:pt x="8678" y="46106"/>
                  </a:lnTo>
                  <a:lnTo>
                    <a:pt x="9262" y="46218"/>
                  </a:lnTo>
                  <a:lnTo>
                    <a:pt x="9847" y="46308"/>
                  </a:lnTo>
                  <a:lnTo>
                    <a:pt x="11038" y="46420"/>
                  </a:lnTo>
                  <a:lnTo>
                    <a:pt x="12230" y="46533"/>
                  </a:lnTo>
                  <a:lnTo>
                    <a:pt x="13421" y="46668"/>
                  </a:lnTo>
                  <a:lnTo>
                    <a:pt x="13983" y="46757"/>
                  </a:lnTo>
                  <a:lnTo>
                    <a:pt x="14567" y="46870"/>
                  </a:lnTo>
                  <a:lnTo>
                    <a:pt x="14680" y="47477"/>
                  </a:lnTo>
                  <a:lnTo>
                    <a:pt x="14815" y="48084"/>
                  </a:lnTo>
                  <a:lnTo>
                    <a:pt x="14905" y="48691"/>
                  </a:lnTo>
                  <a:lnTo>
                    <a:pt x="14994" y="49298"/>
                  </a:lnTo>
                  <a:lnTo>
                    <a:pt x="15062" y="49927"/>
                  </a:lnTo>
                  <a:lnTo>
                    <a:pt x="15129" y="50556"/>
                  </a:lnTo>
                  <a:lnTo>
                    <a:pt x="15152" y="51208"/>
                  </a:lnTo>
                  <a:lnTo>
                    <a:pt x="15174" y="51860"/>
                  </a:lnTo>
                  <a:lnTo>
                    <a:pt x="15174" y="52782"/>
                  </a:lnTo>
                  <a:lnTo>
                    <a:pt x="15129" y="53703"/>
                  </a:lnTo>
                  <a:lnTo>
                    <a:pt x="15017" y="54603"/>
                  </a:lnTo>
                  <a:lnTo>
                    <a:pt x="14905" y="55479"/>
                  </a:lnTo>
                  <a:lnTo>
                    <a:pt x="14725" y="56334"/>
                  </a:lnTo>
                  <a:lnTo>
                    <a:pt x="14522" y="57165"/>
                  </a:lnTo>
                  <a:lnTo>
                    <a:pt x="14298" y="57997"/>
                  </a:lnTo>
                  <a:lnTo>
                    <a:pt x="14005" y="58806"/>
                  </a:lnTo>
                  <a:lnTo>
                    <a:pt x="13826" y="57705"/>
                  </a:lnTo>
                  <a:lnTo>
                    <a:pt x="13646" y="56603"/>
                  </a:lnTo>
                  <a:lnTo>
                    <a:pt x="13556" y="56041"/>
                  </a:lnTo>
                  <a:lnTo>
                    <a:pt x="13443" y="55502"/>
                  </a:lnTo>
                  <a:lnTo>
                    <a:pt x="13308" y="54962"/>
                  </a:lnTo>
                  <a:lnTo>
                    <a:pt x="13174" y="54423"/>
                  </a:lnTo>
                  <a:lnTo>
                    <a:pt x="12994" y="53906"/>
                  </a:lnTo>
                  <a:lnTo>
                    <a:pt x="12791" y="53411"/>
                  </a:lnTo>
                  <a:lnTo>
                    <a:pt x="12567" y="52917"/>
                  </a:lnTo>
                  <a:lnTo>
                    <a:pt x="12297" y="52445"/>
                  </a:lnTo>
                  <a:lnTo>
                    <a:pt x="11982" y="51995"/>
                  </a:lnTo>
                  <a:lnTo>
                    <a:pt x="11645" y="51568"/>
                  </a:lnTo>
                  <a:lnTo>
                    <a:pt x="11443" y="51388"/>
                  </a:lnTo>
                  <a:lnTo>
                    <a:pt x="11240" y="51186"/>
                  </a:lnTo>
                  <a:lnTo>
                    <a:pt x="11016" y="51006"/>
                  </a:lnTo>
                  <a:lnTo>
                    <a:pt x="10768" y="50826"/>
                  </a:lnTo>
                  <a:lnTo>
                    <a:pt x="10431" y="50601"/>
                  </a:lnTo>
                  <a:lnTo>
                    <a:pt x="10094" y="50422"/>
                  </a:lnTo>
                  <a:lnTo>
                    <a:pt x="9734" y="50264"/>
                  </a:lnTo>
                  <a:lnTo>
                    <a:pt x="9375" y="50174"/>
                  </a:lnTo>
                  <a:lnTo>
                    <a:pt x="9015" y="50107"/>
                  </a:lnTo>
                  <a:lnTo>
                    <a:pt x="8655" y="50062"/>
                  </a:lnTo>
                  <a:lnTo>
                    <a:pt x="8318" y="50084"/>
                  </a:lnTo>
                  <a:lnTo>
                    <a:pt x="7981" y="50129"/>
                  </a:lnTo>
                  <a:lnTo>
                    <a:pt x="7644" y="50242"/>
                  </a:lnTo>
                  <a:lnTo>
                    <a:pt x="7329" y="50377"/>
                  </a:lnTo>
                  <a:lnTo>
                    <a:pt x="7037" y="50556"/>
                  </a:lnTo>
                  <a:lnTo>
                    <a:pt x="6767" y="50781"/>
                  </a:lnTo>
                  <a:lnTo>
                    <a:pt x="6520" y="51028"/>
                  </a:lnTo>
                  <a:lnTo>
                    <a:pt x="6295" y="51343"/>
                  </a:lnTo>
                  <a:lnTo>
                    <a:pt x="6115" y="51703"/>
                  </a:lnTo>
                  <a:lnTo>
                    <a:pt x="5958" y="52107"/>
                  </a:lnTo>
                  <a:lnTo>
                    <a:pt x="5890" y="52467"/>
                  </a:lnTo>
                  <a:lnTo>
                    <a:pt x="5823" y="52804"/>
                  </a:lnTo>
                  <a:lnTo>
                    <a:pt x="5801" y="53164"/>
                  </a:lnTo>
                  <a:lnTo>
                    <a:pt x="5823" y="53501"/>
                  </a:lnTo>
                  <a:lnTo>
                    <a:pt x="5845" y="53861"/>
                  </a:lnTo>
                  <a:lnTo>
                    <a:pt x="5913" y="54220"/>
                  </a:lnTo>
                  <a:lnTo>
                    <a:pt x="6025" y="54558"/>
                  </a:lnTo>
                  <a:lnTo>
                    <a:pt x="6138" y="54917"/>
                  </a:lnTo>
                  <a:lnTo>
                    <a:pt x="6295" y="55255"/>
                  </a:lnTo>
                  <a:lnTo>
                    <a:pt x="6452" y="55592"/>
                  </a:lnTo>
                  <a:lnTo>
                    <a:pt x="6632" y="55929"/>
                  </a:lnTo>
                  <a:lnTo>
                    <a:pt x="6857" y="56266"/>
                  </a:lnTo>
                  <a:lnTo>
                    <a:pt x="7082" y="56603"/>
                  </a:lnTo>
                  <a:lnTo>
                    <a:pt x="7329" y="56918"/>
                  </a:lnTo>
                  <a:lnTo>
                    <a:pt x="7599" y="57233"/>
                  </a:lnTo>
                  <a:lnTo>
                    <a:pt x="7869" y="57547"/>
                  </a:lnTo>
                  <a:lnTo>
                    <a:pt x="8161" y="57862"/>
                  </a:lnTo>
                  <a:lnTo>
                    <a:pt x="8453" y="58154"/>
                  </a:lnTo>
                  <a:lnTo>
                    <a:pt x="9082" y="58694"/>
                  </a:lnTo>
                  <a:lnTo>
                    <a:pt x="9734" y="59211"/>
                  </a:lnTo>
                  <a:lnTo>
                    <a:pt x="10431" y="59683"/>
                  </a:lnTo>
                  <a:lnTo>
                    <a:pt x="11106" y="60110"/>
                  </a:lnTo>
                  <a:lnTo>
                    <a:pt x="11780" y="60470"/>
                  </a:lnTo>
                  <a:lnTo>
                    <a:pt x="12454" y="60762"/>
                  </a:lnTo>
                  <a:lnTo>
                    <a:pt x="12769" y="60897"/>
                  </a:lnTo>
                  <a:lnTo>
                    <a:pt x="13084" y="60987"/>
                  </a:lnTo>
                  <a:lnTo>
                    <a:pt x="12814" y="61526"/>
                  </a:lnTo>
                  <a:lnTo>
                    <a:pt x="12544" y="62066"/>
                  </a:lnTo>
                  <a:lnTo>
                    <a:pt x="11937" y="63100"/>
                  </a:lnTo>
                  <a:lnTo>
                    <a:pt x="11285" y="64134"/>
                  </a:lnTo>
                  <a:lnTo>
                    <a:pt x="10589" y="65145"/>
                  </a:lnTo>
                  <a:lnTo>
                    <a:pt x="9869" y="66134"/>
                  </a:lnTo>
                  <a:lnTo>
                    <a:pt x="9082" y="67123"/>
                  </a:lnTo>
                  <a:lnTo>
                    <a:pt x="8273" y="68113"/>
                  </a:lnTo>
                  <a:lnTo>
                    <a:pt x="7441" y="69079"/>
                  </a:lnTo>
                  <a:lnTo>
                    <a:pt x="7374" y="69192"/>
                  </a:lnTo>
                  <a:lnTo>
                    <a:pt x="7307" y="69304"/>
                  </a:lnTo>
                  <a:lnTo>
                    <a:pt x="7284" y="69439"/>
                  </a:lnTo>
                  <a:lnTo>
                    <a:pt x="7284" y="69551"/>
                  </a:lnTo>
                  <a:lnTo>
                    <a:pt x="7307" y="69664"/>
                  </a:lnTo>
                  <a:lnTo>
                    <a:pt x="7352" y="69776"/>
                  </a:lnTo>
                  <a:lnTo>
                    <a:pt x="7419" y="69866"/>
                  </a:lnTo>
                  <a:lnTo>
                    <a:pt x="7486" y="69956"/>
                  </a:lnTo>
                  <a:lnTo>
                    <a:pt x="7576" y="70046"/>
                  </a:lnTo>
                  <a:lnTo>
                    <a:pt x="7666" y="70091"/>
                  </a:lnTo>
                  <a:lnTo>
                    <a:pt x="7779" y="70136"/>
                  </a:lnTo>
                  <a:lnTo>
                    <a:pt x="7891" y="70158"/>
                  </a:lnTo>
                  <a:lnTo>
                    <a:pt x="8003" y="70136"/>
                  </a:lnTo>
                  <a:lnTo>
                    <a:pt x="8116" y="70113"/>
                  </a:lnTo>
                  <a:lnTo>
                    <a:pt x="8228" y="70046"/>
                  </a:lnTo>
                  <a:lnTo>
                    <a:pt x="8318" y="69956"/>
                  </a:lnTo>
                  <a:lnTo>
                    <a:pt x="9442" y="68652"/>
                  </a:lnTo>
                  <a:lnTo>
                    <a:pt x="10544" y="67326"/>
                  </a:lnTo>
                  <a:lnTo>
                    <a:pt x="11083" y="66629"/>
                  </a:lnTo>
                  <a:lnTo>
                    <a:pt x="11623" y="65932"/>
                  </a:lnTo>
                  <a:lnTo>
                    <a:pt x="12117" y="65235"/>
                  </a:lnTo>
                  <a:lnTo>
                    <a:pt x="12634" y="64516"/>
                  </a:lnTo>
                  <a:lnTo>
                    <a:pt x="13106" y="63774"/>
                  </a:lnTo>
                  <a:lnTo>
                    <a:pt x="13578" y="63032"/>
                  </a:lnTo>
                  <a:lnTo>
                    <a:pt x="14005" y="62290"/>
                  </a:lnTo>
                  <a:lnTo>
                    <a:pt x="14410" y="61504"/>
                  </a:lnTo>
                  <a:lnTo>
                    <a:pt x="14792" y="60739"/>
                  </a:lnTo>
                  <a:lnTo>
                    <a:pt x="15129" y="59930"/>
                  </a:lnTo>
                  <a:lnTo>
                    <a:pt x="15444" y="59143"/>
                  </a:lnTo>
                  <a:lnTo>
                    <a:pt x="15714" y="58312"/>
                  </a:lnTo>
                  <a:lnTo>
                    <a:pt x="15759" y="58357"/>
                  </a:lnTo>
                  <a:lnTo>
                    <a:pt x="16051" y="58447"/>
                  </a:lnTo>
                  <a:lnTo>
                    <a:pt x="16366" y="58536"/>
                  </a:lnTo>
                  <a:lnTo>
                    <a:pt x="16725" y="58604"/>
                  </a:lnTo>
                  <a:lnTo>
                    <a:pt x="17107" y="58649"/>
                  </a:lnTo>
                  <a:lnTo>
                    <a:pt x="17512" y="58694"/>
                  </a:lnTo>
                  <a:lnTo>
                    <a:pt x="18389" y="58694"/>
                  </a:lnTo>
                  <a:lnTo>
                    <a:pt x="18861" y="58671"/>
                  </a:lnTo>
                  <a:lnTo>
                    <a:pt x="19333" y="58649"/>
                  </a:lnTo>
                  <a:lnTo>
                    <a:pt x="19827" y="58581"/>
                  </a:lnTo>
                  <a:lnTo>
                    <a:pt x="20322" y="58514"/>
                  </a:lnTo>
                  <a:lnTo>
                    <a:pt x="20816" y="58424"/>
                  </a:lnTo>
                  <a:lnTo>
                    <a:pt x="21311" y="58312"/>
                  </a:lnTo>
                  <a:lnTo>
                    <a:pt x="21806" y="58199"/>
                  </a:lnTo>
                  <a:lnTo>
                    <a:pt x="22300" y="58064"/>
                  </a:lnTo>
                  <a:lnTo>
                    <a:pt x="22772" y="57885"/>
                  </a:lnTo>
                  <a:lnTo>
                    <a:pt x="23222" y="57727"/>
                  </a:lnTo>
                  <a:lnTo>
                    <a:pt x="23671" y="57525"/>
                  </a:lnTo>
                  <a:lnTo>
                    <a:pt x="24098" y="57323"/>
                  </a:lnTo>
                  <a:lnTo>
                    <a:pt x="24503" y="57098"/>
                  </a:lnTo>
                  <a:lnTo>
                    <a:pt x="24885" y="56851"/>
                  </a:lnTo>
                  <a:lnTo>
                    <a:pt x="25222" y="56603"/>
                  </a:lnTo>
                  <a:lnTo>
                    <a:pt x="25537" y="56334"/>
                  </a:lnTo>
                  <a:lnTo>
                    <a:pt x="25829" y="56041"/>
                  </a:lnTo>
                  <a:lnTo>
                    <a:pt x="26077" y="55727"/>
                  </a:lnTo>
                  <a:lnTo>
                    <a:pt x="26279" y="55412"/>
                  </a:lnTo>
                  <a:lnTo>
                    <a:pt x="26414" y="55052"/>
                  </a:lnTo>
                  <a:lnTo>
                    <a:pt x="26526" y="54715"/>
                  </a:lnTo>
                  <a:lnTo>
                    <a:pt x="26571" y="54513"/>
                  </a:lnTo>
                  <a:lnTo>
                    <a:pt x="26571" y="54333"/>
                  </a:lnTo>
                  <a:lnTo>
                    <a:pt x="26594" y="54131"/>
                  </a:lnTo>
                  <a:lnTo>
                    <a:pt x="26571" y="53951"/>
                  </a:lnTo>
                  <a:lnTo>
                    <a:pt x="26549" y="53748"/>
                  </a:lnTo>
                  <a:lnTo>
                    <a:pt x="26526" y="53546"/>
                  </a:lnTo>
                  <a:lnTo>
                    <a:pt x="26459" y="53344"/>
                  </a:lnTo>
                  <a:lnTo>
                    <a:pt x="26391" y="53119"/>
                  </a:lnTo>
                  <a:lnTo>
                    <a:pt x="26256" y="52759"/>
                  </a:lnTo>
                  <a:lnTo>
                    <a:pt x="26077" y="52445"/>
                  </a:lnTo>
                  <a:lnTo>
                    <a:pt x="25874" y="52152"/>
                  </a:lnTo>
                  <a:lnTo>
                    <a:pt x="25672" y="51905"/>
                  </a:lnTo>
                  <a:lnTo>
                    <a:pt x="25425" y="51703"/>
                  </a:lnTo>
                  <a:lnTo>
                    <a:pt x="25177" y="51545"/>
                  </a:lnTo>
                  <a:lnTo>
                    <a:pt x="24908" y="51411"/>
                  </a:lnTo>
                  <a:lnTo>
                    <a:pt x="24638" y="51321"/>
                  </a:lnTo>
                  <a:lnTo>
                    <a:pt x="24323" y="51253"/>
                  </a:lnTo>
                  <a:lnTo>
                    <a:pt x="24031" y="51208"/>
                  </a:lnTo>
                  <a:lnTo>
                    <a:pt x="23357" y="51208"/>
                  </a:lnTo>
                  <a:lnTo>
                    <a:pt x="23019" y="51253"/>
                  </a:lnTo>
                  <a:lnTo>
                    <a:pt x="22682" y="51343"/>
                  </a:lnTo>
                  <a:lnTo>
                    <a:pt x="22323" y="51433"/>
                  </a:lnTo>
                  <a:lnTo>
                    <a:pt x="21963" y="51545"/>
                  </a:lnTo>
                  <a:lnTo>
                    <a:pt x="21581" y="51680"/>
                  </a:lnTo>
                  <a:lnTo>
                    <a:pt x="21221" y="51838"/>
                  </a:lnTo>
                  <a:lnTo>
                    <a:pt x="20839" y="51995"/>
                  </a:lnTo>
                  <a:lnTo>
                    <a:pt x="20479" y="52197"/>
                  </a:lnTo>
                  <a:lnTo>
                    <a:pt x="19737" y="52602"/>
                  </a:lnTo>
                  <a:lnTo>
                    <a:pt x="18996" y="53074"/>
                  </a:lnTo>
                  <a:lnTo>
                    <a:pt x="18276" y="53569"/>
                  </a:lnTo>
                  <a:lnTo>
                    <a:pt x="17602" y="54086"/>
                  </a:lnTo>
                  <a:lnTo>
                    <a:pt x="16950" y="54625"/>
                  </a:lnTo>
                  <a:lnTo>
                    <a:pt x="16366" y="55142"/>
                  </a:lnTo>
                  <a:lnTo>
                    <a:pt x="16456" y="54131"/>
                  </a:lnTo>
                  <a:lnTo>
                    <a:pt x="16523" y="53074"/>
                  </a:lnTo>
                  <a:lnTo>
                    <a:pt x="16523" y="52040"/>
                  </a:lnTo>
                  <a:lnTo>
                    <a:pt x="16478" y="51006"/>
                  </a:lnTo>
                  <a:lnTo>
                    <a:pt x="16388" y="49949"/>
                  </a:lnTo>
                  <a:lnTo>
                    <a:pt x="16276" y="48915"/>
                  </a:lnTo>
                  <a:lnTo>
                    <a:pt x="16118" y="47881"/>
                  </a:lnTo>
                  <a:lnTo>
                    <a:pt x="15916" y="46870"/>
                  </a:lnTo>
                  <a:lnTo>
                    <a:pt x="15939" y="46847"/>
                  </a:lnTo>
                  <a:lnTo>
                    <a:pt x="16411" y="46690"/>
                  </a:lnTo>
                  <a:lnTo>
                    <a:pt x="17512" y="46330"/>
                  </a:lnTo>
                  <a:lnTo>
                    <a:pt x="18838" y="45903"/>
                  </a:lnTo>
                  <a:lnTo>
                    <a:pt x="19468" y="45656"/>
                  </a:lnTo>
                  <a:lnTo>
                    <a:pt x="20007" y="45431"/>
                  </a:lnTo>
                  <a:lnTo>
                    <a:pt x="20367" y="45274"/>
                  </a:lnTo>
                  <a:lnTo>
                    <a:pt x="20727" y="45071"/>
                  </a:lnTo>
                  <a:lnTo>
                    <a:pt x="21086" y="44869"/>
                  </a:lnTo>
                  <a:lnTo>
                    <a:pt x="21423" y="44667"/>
                  </a:lnTo>
                  <a:lnTo>
                    <a:pt x="22120" y="44195"/>
                  </a:lnTo>
                  <a:lnTo>
                    <a:pt x="22750" y="43700"/>
                  </a:lnTo>
                  <a:lnTo>
                    <a:pt x="23019" y="43453"/>
                  </a:lnTo>
                  <a:lnTo>
                    <a:pt x="23289" y="43206"/>
                  </a:lnTo>
                  <a:lnTo>
                    <a:pt x="23559" y="42958"/>
                  </a:lnTo>
                  <a:lnTo>
                    <a:pt x="23829" y="42666"/>
                  </a:lnTo>
                  <a:lnTo>
                    <a:pt x="24076" y="42352"/>
                  </a:lnTo>
                  <a:lnTo>
                    <a:pt x="24301" y="42037"/>
                  </a:lnTo>
                  <a:lnTo>
                    <a:pt x="24503" y="41722"/>
                  </a:lnTo>
                  <a:lnTo>
                    <a:pt x="24683" y="41385"/>
                  </a:lnTo>
                  <a:lnTo>
                    <a:pt x="24818" y="41048"/>
                  </a:lnTo>
                  <a:lnTo>
                    <a:pt x="24930" y="40688"/>
                  </a:lnTo>
                  <a:lnTo>
                    <a:pt x="24998" y="40328"/>
                  </a:lnTo>
                  <a:lnTo>
                    <a:pt x="24998" y="39991"/>
                  </a:lnTo>
                  <a:lnTo>
                    <a:pt x="24998" y="39811"/>
                  </a:lnTo>
                  <a:lnTo>
                    <a:pt x="24953" y="39632"/>
                  </a:lnTo>
                  <a:lnTo>
                    <a:pt x="24930" y="39452"/>
                  </a:lnTo>
                  <a:lnTo>
                    <a:pt x="24863" y="39272"/>
                  </a:lnTo>
                  <a:lnTo>
                    <a:pt x="24795" y="39092"/>
                  </a:lnTo>
                  <a:lnTo>
                    <a:pt x="24705" y="38912"/>
                  </a:lnTo>
                  <a:lnTo>
                    <a:pt x="24593" y="38755"/>
                  </a:lnTo>
                  <a:lnTo>
                    <a:pt x="24481" y="38575"/>
                  </a:lnTo>
                  <a:lnTo>
                    <a:pt x="24346" y="38418"/>
                  </a:lnTo>
                  <a:lnTo>
                    <a:pt x="24211" y="38283"/>
                  </a:lnTo>
                  <a:lnTo>
                    <a:pt x="24053" y="38170"/>
                  </a:lnTo>
                  <a:lnTo>
                    <a:pt x="23896" y="38058"/>
                  </a:lnTo>
                  <a:lnTo>
                    <a:pt x="23739" y="37968"/>
                  </a:lnTo>
                  <a:lnTo>
                    <a:pt x="23581" y="37901"/>
                  </a:lnTo>
                  <a:lnTo>
                    <a:pt x="23402" y="37856"/>
                  </a:lnTo>
                  <a:lnTo>
                    <a:pt x="23244" y="37811"/>
                  </a:lnTo>
                  <a:lnTo>
                    <a:pt x="22885" y="37766"/>
                  </a:lnTo>
                  <a:lnTo>
                    <a:pt x="22502" y="37766"/>
                  </a:lnTo>
                  <a:lnTo>
                    <a:pt x="22143" y="37811"/>
                  </a:lnTo>
                  <a:lnTo>
                    <a:pt x="21761" y="37901"/>
                  </a:lnTo>
                  <a:lnTo>
                    <a:pt x="21378" y="38013"/>
                  </a:lnTo>
                  <a:lnTo>
                    <a:pt x="20996" y="38148"/>
                  </a:lnTo>
                  <a:lnTo>
                    <a:pt x="20614" y="38328"/>
                  </a:lnTo>
                  <a:lnTo>
                    <a:pt x="20255" y="38485"/>
                  </a:lnTo>
                  <a:lnTo>
                    <a:pt x="19917" y="38687"/>
                  </a:lnTo>
                  <a:lnTo>
                    <a:pt x="19580" y="38867"/>
                  </a:lnTo>
                  <a:lnTo>
                    <a:pt x="18996" y="39249"/>
                  </a:lnTo>
                  <a:lnTo>
                    <a:pt x="18681" y="39474"/>
                  </a:lnTo>
                  <a:lnTo>
                    <a:pt x="18389" y="39721"/>
                  </a:lnTo>
                  <a:lnTo>
                    <a:pt x="18074" y="39969"/>
                  </a:lnTo>
                  <a:lnTo>
                    <a:pt x="17782" y="40238"/>
                  </a:lnTo>
                  <a:lnTo>
                    <a:pt x="17512" y="40531"/>
                  </a:lnTo>
                  <a:lnTo>
                    <a:pt x="17242" y="40823"/>
                  </a:lnTo>
                  <a:lnTo>
                    <a:pt x="16973" y="41115"/>
                  </a:lnTo>
                  <a:lnTo>
                    <a:pt x="16748" y="41430"/>
                  </a:lnTo>
                  <a:lnTo>
                    <a:pt x="16501" y="41745"/>
                  </a:lnTo>
                  <a:lnTo>
                    <a:pt x="16276" y="42082"/>
                  </a:lnTo>
                  <a:lnTo>
                    <a:pt x="16073" y="42419"/>
                  </a:lnTo>
                  <a:lnTo>
                    <a:pt x="15871" y="42756"/>
                  </a:lnTo>
                  <a:lnTo>
                    <a:pt x="15691" y="43116"/>
                  </a:lnTo>
                  <a:lnTo>
                    <a:pt x="15534" y="43475"/>
                  </a:lnTo>
                  <a:lnTo>
                    <a:pt x="15377" y="43835"/>
                  </a:lnTo>
                  <a:lnTo>
                    <a:pt x="15264" y="44195"/>
                  </a:lnTo>
                  <a:lnTo>
                    <a:pt x="14837" y="42913"/>
                  </a:lnTo>
                  <a:lnTo>
                    <a:pt x="13983" y="40396"/>
                  </a:lnTo>
                  <a:lnTo>
                    <a:pt x="13016" y="37496"/>
                  </a:lnTo>
                  <a:lnTo>
                    <a:pt x="12589" y="36170"/>
                  </a:lnTo>
                  <a:lnTo>
                    <a:pt x="12252" y="35068"/>
                  </a:lnTo>
                  <a:lnTo>
                    <a:pt x="12567" y="34776"/>
                  </a:lnTo>
                  <a:lnTo>
                    <a:pt x="12926" y="34506"/>
                  </a:lnTo>
                  <a:lnTo>
                    <a:pt x="13286" y="34282"/>
                  </a:lnTo>
                  <a:lnTo>
                    <a:pt x="13668" y="34057"/>
                  </a:lnTo>
                  <a:lnTo>
                    <a:pt x="14050" y="33854"/>
                  </a:lnTo>
                  <a:lnTo>
                    <a:pt x="14455" y="33652"/>
                  </a:lnTo>
                  <a:lnTo>
                    <a:pt x="15264" y="33292"/>
                  </a:lnTo>
                  <a:lnTo>
                    <a:pt x="16073" y="32933"/>
                  </a:lnTo>
                  <a:lnTo>
                    <a:pt x="16478" y="32730"/>
                  </a:lnTo>
                  <a:lnTo>
                    <a:pt x="16860" y="32528"/>
                  </a:lnTo>
                  <a:lnTo>
                    <a:pt x="17242" y="32303"/>
                  </a:lnTo>
                  <a:lnTo>
                    <a:pt x="17624" y="32056"/>
                  </a:lnTo>
                  <a:lnTo>
                    <a:pt x="17984" y="31786"/>
                  </a:lnTo>
                  <a:lnTo>
                    <a:pt x="18321" y="31494"/>
                  </a:lnTo>
                  <a:lnTo>
                    <a:pt x="18569" y="31269"/>
                  </a:lnTo>
                  <a:lnTo>
                    <a:pt x="18816" y="31000"/>
                  </a:lnTo>
                  <a:lnTo>
                    <a:pt x="19041" y="30730"/>
                  </a:lnTo>
                  <a:lnTo>
                    <a:pt x="19288" y="30438"/>
                  </a:lnTo>
                  <a:lnTo>
                    <a:pt x="19513" y="30123"/>
                  </a:lnTo>
                  <a:lnTo>
                    <a:pt x="19715" y="29808"/>
                  </a:lnTo>
                  <a:lnTo>
                    <a:pt x="19895" y="29471"/>
                  </a:lnTo>
                  <a:lnTo>
                    <a:pt x="20052" y="29134"/>
                  </a:lnTo>
                  <a:lnTo>
                    <a:pt x="20165" y="28797"/>
                  </a:lnTo>
                  <a:lnTo>
                    <a:pt x="20255" y="28459"/>
                  </a:lnTo>
                  <a:lnTo>
                    <a:pt x="20299" y="28122"/>
                  </a:lnTo>
                  <a:lnTo>
                    <a:pt x="20299" y="27763"/>
                  </a:lnTo>
                  <a:lnTo>
                    <a:pt x="20255" y="27425"/>
                  </a:lnTo>
                  <a:lnTo>
                    <a:pt x="20210" y="27246"/>
                  </a:lnTo>
                  <a:lnTo>
                    <a:pt x="20142" y="27088"/>
                  </a:lnTo>
                  <a:lnTo>
                    <a:pt x="20075" y="26908"/>
                  </a:lnTo>
                  <a:lnTo>
                    <a:pt x="19985" y="26751"/>
                  </a:lnTo>
                  <a:lnTo>
                    <a:pt x="19872" y="26594"/>
                  </a:lnTo>
                  <a:lnTo>
                    <a:pt x="19737" y="26436"/>
                  </a:lnTo>
                  <a:lnTo>
                    <a:pt x="19625" y="26279"/>
                  </a:lnTo>
                  <a:lnTo>
                    <a:pt x="19468" y="26167"/>
                  </a:lnTo>
                  <a:lnTo>
                    <a:pt x="19333" y="26054"/>
                  </a:lnTo>
                  <a:lnTo>
                    <a:pt x="19198" y="25942"/>
                  </a:lnTo>
                  <a:lnTo>
                    <a:pt x="19041" y="25852"/>
                  </a:lnTo>
                  <a:lnTo>
                    <a:pt x="18883" y="25784"/>
                  </a:lnTo>
                  <a:lnTo>
                    <a:pt x="18546" y="25695"/>
                  </a:lnTo>
                  <a:lnTo>
                    <a:pt x="18209" y="25627"/>
                  </a:lnTo>
                  <a:lnTo>
                    <a:pt x="17872" y="25627"/>
                  </a:lnTo>
                  <a:lnTo>
                    <a:pt x="17512" y="25650"/>
                  </a:lnTo>
                  <a:lnTo>
                    <a:pt x="17152" y="25717"/>
                  </a:lnTo>
                  <a:lnTo>
                    <a:pt x="16793" y="25807"/>
                  </a:lnTo>
                  <a:lnTo>
                    <a:pt x="16433" y="25942"/>
                  </a:lnTo>
                  <a:lnTo>
                    <a:pt x="16096" y="26077"/>
                  </a:lnTo>
                  <a:lnTo>
                    <a:pt x="15759" y="26234"/>
                  </a:lnTo>
                  <a:lnTo>
                    <a:pt x="15444" y="26414"/>
                  </a:lnTo>
                  <a:lnTo>
                    <a:pt x="15129" y="26616"/>
                  </a:lnTo>
                  <a:lnTo>
                    <a:pt x="14837" y="26796"/>
                  </a:lnTo>
                  <a:lnTo>
                    <a:pt x="14590" y="26998"/>
                  </a:lnTo>
                  <a:lnTo>
                    <a:pt x="14298" y="27223"/>
                  </a:lnTo>
                  <a:lnTo>
                    <a:pt x="14028" y="27470"/>
                  </a:lnTo>
                  <a:lnTo>
                    <a:pt x="13758" y="27740"/>
                  </a:lnTo>
                  <a:lnTo>
                    <a:pt x="13511" y="28010"/>
                  </a:lnTo>
                  <a:lnTo>
                    <a:pt x="13264" y="28280"/>
                  </a:lnTo>
                  <a:lnTo>
                    <a:pt x="13039" y="28572"/>
                  </a:lnTo>
                  <a:lnTo>
                    <a:pt x="12814" y="28864"/>
                  </a:lnTo>
                  <a:lnTo>
                    <a:pt x="12612" y="29179"/>
                  </a:lnTo>
                  <a:lnTo>
                    <a:pt x="12409" y="29493"/>
                  </a:lnTo>
                  <a:lnTo>
                    <a:pt x="12230" y="29808"/>
                  </a:lnTo>
                  <a:lnTo>
                    <a:pt x="12072" y="30145"/>
                  </a:lnTo>
                  <a:lnTo>
                    <a:pt x="11915" y="30483"/>
                  </a:lnTo>
                  <a:lnTo>
                    <a:pt x="11780" y="30820"/>
                  </a:lnTo>
                  <a:lnTo>
                    <a:pt x="11645" y="31157"/>
                  </a:lnTo>
                  <a:lnTo>
                    <a:pt x="11533" y="31517"/>
                  </a:lnTo>
                  <a:lnTo>
                    <a:pt x="11443" y="31876"/>
                  </a:lnTo>
                  <a:lnTo>
                    <a:pt x="11285" y="31089"/>
                  </a:lnTo>
                  <a:lnTo>
                    <a:pt x="11151" y="30280"/>
                  </a:lnTo>
                  <a:lnTo>
                    <a:pt x="11038" y="29471"/>
                  </a:lnTo>
                  <a:lnTo>
                    <a:pt x="10926" y="28639"/>
                  </a:lnTo>
                  <a:lnTo>
                    <a:pt x="10858" y="27830"/>
                  </a:lnTo>
                  <a:lnTo>
                    <a:pt x="10791" y="26998"/>
                  </a:lnTo>
                  <a:lnTo>
                    <a:pt x="10768" y="26144"/>
                  </a:lnTo>
                  <a:lnTo>
                    <a:pt x="10768" y="25290"/>
                  </a:lnTo>
                  <a:lnTo>
                    <a:pt x="10791" y="24526"/>
                  </a:lnTo>
                  <a:lnTo>
                    <a:pt x="11285" y="24526"/>
                  </a:lnTo>
                  <a:lnTo>
                    <a:pt x="11780" y="24503"/>
                  </a:lnTo>
                  <a:lnTo>
                    <a:pt x="12274" y="24458"/>
                  </a:lnTo>
                  <a:lnTo>
                    <a:pt x="12769" y="24391"/>
                  </a:lnTo>
                  <a:lnTo>
                    <a:pt x="13264" y="24278"/>
                  </a:lnTo>
                  <a:lnTo>
                    <a:pt x="13758" y="24166"/>
                  </a:lnTo>
                  <a:lnTo>
                    <a:pt x="14253" y="24031"/>
                  </a:lnTo>
                  <a:lnTo>
                    <a:pt x="14725" y="23851"/>
                  </a:lnTo>
                  <a:lnTo>
                    <a:pt x="15197" y="23694"/>
                  </a:lnTo>
                  <a:lnTo>
                    <a:pt x="15669" y="23492"/>
                  </a:lnTo>
                  <a:lnTo>
                    <a:pt x="16141" y="23289"/>
                  </a:lnTo>
                  <a:lnTo>
                    <a:pt x="16590" y="23064"/>
                  </a:lnTo>
                  <a:lnTo>
                    <a:pt x="17040" y="22840"/>
                  </a:lnTo>
                  <a:lnTo>
                    <a:pt x="17467" y="22615"/>
                  </a:lnTo>
                  <a:lnTo>
                    <a:pt x="18276" y="22120"/>
                  </a:lnTo>
                  <a:lnTo>
                    <a:pt x="18524" y="21941"/>
                  </a:lnTo>
                  <a:lnTo>
                    <a:pt x="18816" y="21738"/>
                  </a:lnTo>
                  <a:lnTo>
                    <a:pt x="19108" y="21513"/>
                  </a:lnTo>
                  <a:lnTo>
                    <a:pt x="19400" y="21244"/>
                  </a:lnTo>
                  <a:lnTo>
                    <a:pt x="19693" y="20974"/>
                  </a:lnTo>
                  <a:lnTo>
                    <a:pt x="19962" y="20682"/>
                  </a:lnTo>
                  <a:lnTo>
                    <a:pt x="20210" y="20389"/>
                  </a:lnTo>
                  <a:lnTo>
                    <a:pt x="20434" y="20052"/>
                  </a:lnTo>
                  <a:lnTo>
                    <a:pt x="20614" y="19738"/>
                  </a:lnTo>
                  <a:lnTo>
                    <a:pt x="20749" y="19400"/>
                  </a:lnTo>
                  <a:lnTo>
                    <a:pt x="20794" y="19243"/>
                  </a:lnTo>
                  <a:lnTo>
                    <a:pt x="20816" y="19086"/>
                  </a:lnTo>
                  <a:lnTo>
                    <a:pt x="20839" y="18906"/>
                  </a:lnTo>
                  <a:lnTo>
                    <a:pt x="20839" y="18748"/>
                  </a:lnTo>
                  <a:lnTo>
                    <a:pt x="20816" y="18591"/>
                  </a:lnTo>
                  <a:lnTo>
                    <a:pt x="20772" y="18411"/>
                  </a:lnTo>
                  <a:lnTo>
                    <a:pt x="20727" y="18254"/>
                  </a:lnTo>
                  <a:lnTo>
                    <a:pt x="20637" y="18097"/>
                  </a:lnTo>
                  <a:lnTo>
                    <a:pt x="20547" y="17939"/>
                  </a:lnTo>
                  <a:lnTo>
                    <a:pt x="20412" y="17804"/>
                  </a:lnTo>
                  <a:lnTo>
                    <a:pt x="20255" y="17647"/>
                  </a:lnTo>
                  <a:lnTo>
                    <a:pt x="20075" y="17512"/>
                  </a:lnTo>
                  <a:lnTo>
                    <a:pt x="19940" y="17400"/>
                  </a:lnTo>
                  <a:lnTo>
                    <a:pt x="19782" y="17310"/>
                  </a:lnTo>
                  <a:lnTo>
                    <a:pt x="19468" y="17175"/>
                  </a:lnTo>
                  <a:lnTo>
                    <a:pt x="19131" y="17085"/>
                  </a:lnTo>
                  <a:lnTo>
                    <a:pt x="18793" y="17040"/>
                  </a:lnTo>
                  <a:lnTo>
                    <a:pt x="18411" y="17018"/>
                  </a:lnTo>
                  <a:lnTo>
                    <a:pt x="18052" y="17040"/>
                  </a:lnTo>
                  <a:lnTo>
                    <a:pt x="17669" y="17085"/>
                  </a:lnTo>
                  <a:lnTo>
                    <a:pt x="17287" y="17152"/>
                  </a:lnTo>
                  <a:lnTo>
                    <a:pt x="16905" y="17265"/>
                  </a:lnTo>
                  <a:lnTo>
                    <a:pt x="16523" y="17377"/>
                  </a:lnTo>
                  <a:lnTo>
                    <a:pt x="16163" y="17490"/>
                  </a:lnTo>
                  <a:lnTo>
                    <a:pt x="15804" y="17625"/>
                  </a:lnTo>
                  <a:lnTo>
                    <a:pt x="15129" y="17917"/>
                  </a:lnTo>
                  <a:lnTo>
                    <a:pt x="14545" y="18209"/>
                  </a:lnTo>
                  <a:lnTo>
                    <a:pt x="14073" y="18434"/>
                  </a:lnTo>
                  <a:lnTo>
                    <a:pt x="13578" y="18704"/>
                  </a:lnTo>
                  <a:lnTo>
                    <a:pt x="13084" y="19018"/>
                  </a:lnTo>
                  <a:lnTo>
                    <a:pt x="12589" y="19333"/>
                  </a:lnTo>
                  <a:lnTo>
                    <a:pt x="12117" y="19693"/>
                  </a:lnTo>
                  <a:lnTo>
                    <a:pt x="11668" y="20097"/>
                  </a:lnTo>
                  <a:lnTo>
                    <a:pt x="11465" y="20300"/>
                  </a:lnTo>
                  <a:lnTo>
                    <a:pt x="11263" y="20524"/>
                  </a:lnTo>
                  <a:lnTo>
                    <a:pt x="11106" y="20749"/>
                  </a:lnTo>
                  <a:lnTo>
                    <a:pt x="10926" y="20974"/>
                  </a:lnTo>
                  <a:lnTo>
                    <a:pt x="11016" y="19895"/>
                  </a:lnTo>
                  <a:lnTo>
                    <a:pt x="11128" y="18816"/>
                  </a:lnTo>
                  <a:lnTo>
                    <a:pt x="11285" y="17759"/>
                  </a:lnTo>
                  <a:lnTo>
                    <a:pt x="11465" y="16703"/>
                  </a:lnTo>
                  <a:lnTo>
                    <a:pt x="11712" y="15646"/>
                  </a:lnTo>
                  <a:lnTo>
                    <a:pt x="11847" y="15129"/>
                  </a:lnTo>
                  <a:lnTo>
                    <a:pt x="11982" y="14635"/>
                  </a:lnTo>
                  <a:lnTo>
                    <a:pt x="12162" y="14118"/>
                  </a:lnTo>
                  <a:lnTo>
                    <a:pt x="12342" y="13623"/>
                  </a:lnTo>
                  <a:lnTo>
                    <a:pt x="12522" y="13151"/>
                  </a:lnTo>
                  <a:lnTo>
                    <a:pt x="12724" y="12657"/>
                  </a:lnTo>
                  <a:lnTo>
                    <a:pt x="12926" y="12679"/>
                  </a:lnTo>
                  <a:lnTo>
                    <a:pt x="13331" y="12657"/>
                  </a:lnTo>
                  <a:lnTo>
                    <a:pt x="13938" y="12634"/>
                  </a:lnTo>
                  <a:lnTo>
                    <a:pt x="14725" y="12589"/>
                  </a:lnTo>
                  <a:lnTo>
                    <a:pt x="15624" y="12522"/>
                  </a:lnTo>
                  <a:lnTo>
                    <a:pt x="16635" y="12409"/>
                  </a:lnTo>
                  <a:lnTo>
                    <a:pt x="17692" y="12275"/>
                  </a:lnTo>
                  <a:lnTo>
                    <a:pt x="18793" y="12072"/>
                  </a:lnTo>
                  <a:lnTo>
                    <a:pt x="19895" y="11847"/>
                  </a:lnTo>
                  <a:lnTo>
                    <a:pt x="20434" y="11713"/>
                  </a:lnTo>
                  <a:lnTo>
                    <a:pt x="20951" y="11578"/>
                  </a:lnTo>
                  <a:lnTo>
                    <a:pt x="21468" y="11398"/>
                  </a:lnTo>
                  <a:lnTo>
                    <a:pt x="21963" y="11240"/>
                  </a:lnTo>
                  <a:lnTo>
                    <a:pt x="22412" y="11038"/>
                  </a:lnTo>
                  <a:lnTo>
                    <a:pt x="22840" y="10836"/>
                  </a:lnTo>
                  <a:lnTo>
                    <a:pt x="23244" y="10611"/>
                  </a:lnTo>
                  <a:lnTo>
                    <a:pt x="23604" y="10364"/>
                  </a:lnTo>
                  <a:lnTo>
                    <a:pt x="23941" y="10117"/>
                  </a:lnTo>
                  <a:lnTo>
                    <a:pt x="24211" y="9824"/>
                  </a:lnTo>
                  <a:lnTo>
                    <a:pt x="24436" y="9532"/>
                  </a:lnTo>
                  <a:lnTo>
                    <a:pt x="24526" y="9375"/>
                  </a:lnTo>
                  <a:lnTo>
                    <a:pt x="24593" y="9217"/>
                  </a:lnTo>
                  <a:lnTo>
                    <a:pt x="24660" y="9060"/>
                  </a:lnTo>
                  <a:lnTo>
                    <a:pt x="24705" y="8880"/>
                  </a:lnTo>
                  <a:lnTo>
                    <a:pt x="24728" y="8723"/>
                  </a:lnTo>
                  <a:lnTo>
                    <a:pt x="24750" y="8543"/>
                  </a:lnTo>
                  <a:lnTo>
                    <a:pt x="24750" y="8003"/>
                  </a:lnTo>
                  <a:lnTo>
                    <a:pt x="24728" y="7779"/>
                  </a:lnTo>
                  <a:lnTo>
                    <a:pt x="24705" y="7554"/>
                  </a:lnTo>
                  <a:lnTo>
                    <a:pt x="24660" y="7329"/>
                  </a:lnTo>
                  <a:lnTo>
                    <a:pt x="24615" y="7149"/>
                  </a:lnTo>
                  <a:lnTo>
                    <a:pt x="24548" y="6969"/>
                  </a:lnTo>
                  <a:lnTo>
                    <a:pt x="24458" y="6790"/>
                  </a:lnTo>
                  <a:lnTo>
                    <a:pt x="24368" y="6632"/>
                  </a:lnTo>
                  <a:lnTo>
                    <a:pt x="24278" y="6497"/>
                  </a:lnTo>
                  <a:lnTo>
                    <a:pt x="24166" y="6363"/>
                  </a:lnTo>
                  <a:lnTo>
                    <a:pt x="24053" y="6250"/>
                  </a:lnTo>
                  <a:lnTo>
                    <a:pt x="23941" y="6138"/>
                  </a:lnTo>
                  <a:lnTo>
                    <a:pt x="23806" y="6048"/>
                  </a:lnTo>
                  <a:lnTo>
                    <a:pt x="23671" y="5958"/>
                  </a:lnTo>
                  <a:lnTo>
                    <a:pt x="23514" y="5890"/>
                  </a:lnTo>
                  <a:lnTo>
                    <a:pt x="23199" y="5801"/>
                  </a:lnTo>
                  <a:lnTo>
                    <a:pt x="22840" y="5733"/>
                  </a:lnTo>
                  <a:lnTo>
                    <a:pt x="22457" y="5688"/>
                  </a:lnTo>
                  <a:lnTo>
                    <a:pt x="22075" y="5711"/>
                  </a:lnTo>
                  <a:lnTo>
                    <a:pt x="21648" y="5733"/>
                  </a:lnTo>
                  <a:lnTo>
                    <a:pt x="21221" y="5823"/>
                  </a:lnTo>
                  <a:lnTo>
                    <a:pt x="20772" y="5913"/>
                  </a:lnTo>
                  <a:lnTo>
                    <a:pt x="20299" y="6048"/>
                  </a:lnTo>
                  <a:lnTo>
                    <a:pt x="19827" y="6183"/>
                  </a:lnTo>
                  <a:lnTo>
                    <a:pt x="19333" y="6363"/>
                  </a:lnTo>
                  <a:lnTo>
                    <a:pt x="18861" y="6542"/>
                  </a:lnTo>
                  <a:lnTo>
                    <a:pt x="18366" y="6767"/>
                  </a:lnTo>
                  <a:lnTo>
                    <a:pt x="17400" y="7217"/>
                  </a:lnTo>
                  <a:lnTo>
                    <a:pt x="16433" y="7689"/>
                  </a:lnTo>
                  <a:lnTo>
                    <a:pt x="15534" y="8183"/>
                  </a:lnTo>
                  <a:lnTo>
                    <a:pt x="14680" y="8678"/>
                  </a:lnTo>
                  <a:lnTo>
                    <a:pt x="13915" y="9150"/>
                  </a:lnTo>
                  <a:lnTo>
                    <a:pt x="13241" y="9577"/>
                  </a:lnTo>
                  <a:lnTo>
                    <a:pt x="13174" y="8745"/>
                  </a:lnTo>
                  <a:lnTo>
                    <a:pt x="13061" y="7846"/>
                  </a:lnTo>
                  <a:lnTo>
                    <a:pt x="12926" y="6947"/>
                  </a:lnTo>
                  <a:lnTo>
                    <a:pt x="12769" y="6025"/>
                  </a:lnTo>
                  <a:lnTo>
                    <a:pt x="12567" y="5104"/>
                  </a:lnTo>
                  <a:lnTo>
                    <a:pt x="12342" y="4205"/>
                  </a:lnTo>
                  <a:lnTo>
                    <a:pt x="12207" y="3777"/>
                  </a:lnTo>
                  <a:lnTo>
                    <a:pt x="12072" y="3350"/>
                  </a:lnTo>
                  <a:lnTo>
                    <a:pt x="11915" y="2946"/>
                  </a:lnTo>
                  <a:lnTo>
                    <a:pt x="11757" y="2564"/>
                  </a:lnTo>
                  <a:lnTo>
                    <a:pt x="11578" y="2181"/>
                  </a:lnTo>
                  <a:lnTo>
                    <a:pt x="11398" y="1844"/>
                  </a:lnTo>
                  <a:lnTo>
                    <a:pt x="11195" y="1507"/>
                  </a:lnTo>
                  <a:lnTo>
                    <a:pt x="10993" y="1215"/>
                  </a:lnTo>
                  <a:lnTo>
                    <a:pt x="10768" y="945"/>
                  </a:lnTo>
                  <a:lnTo>
                    <a:pt x="10521" y="698"/>
                  </a:lnTo>
                  <a:lnTo>
                    <a:pt x="10274" y="495"/>
                  </a:lnTo>
                  <a:lnTo>
                    <a:pt x="10004" y="316"/>
                  </a:lnTo>
                  <a:lnTo>
                    <a:pt x="9734" y="181"/>
                  </a:lnTo>
                  <a:lnTo>
                    <a:pt x="9442" y="91"/>
                  </a:lnTo>
                  <a:lnTo>
                    <a:pt x="9127" y="23"/>
                  </a:lnTo>
                  <a:lnTo>
                    <a:pt x="8790"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5"/>
            <p:cNvSpPr/>
            <p:nvPr/>
          </p:nvSpPr>
          <p:spPr>
            <a:xfrm>
              <a:off x="2135300" y="1121550"/>
              <a:ext cx="114650" cy="135450"/>
            </a:xfrm>
            <a:custGeom>
              <a:avLst/>
              <a:gdLst/>
              <a:ahLst/>
              <a:cxnLst/>
              <a:rect l="l" t="t" r="r" b="b"/>
              <a:pathLst>
                <a:path w="4586" h="5418" extrusionOk="0">
                  <a:moveTo>
                    <a:pt x="607" y="0"/>
                  </a:moveTo>
                  <a:lnTo>
                    <a:pt x="495" y="23"/>
                  </a:lnTo>
                  <a:lnTo>
                    <a:pt x="405" y="45"/>
                  </a:lnTo>
                  <a:lnTo>
                    <a:pt x="292" y="113"/>
                  </a:lnTo>
                  <a:lnTo>
                    <a:pt x="225" y="180"/>
                  </a:lnTo>
                  <a:lnTo>
                    <a:pt x="135" y="270"/>
                  </a:lnTo>
                  <a:lnTo>
                    <a:pt x="90" y="382"/>
                  </a:lnTo>
                  <a:lnTo>
                    <a:pt x="45" y="495"/>
                  </a:lnTo>
                  <a:lnTo>
                    <a:pt x="0" y="607"/>
                  </a:lnTo>
                  <a:lnTo>
                    <a:pt x="0" y="719"/>
                  </a:lnTo>
                  <a:lnTo>
                    <a:pt x="23" y="854"/>
                  </a:lnTo>
                  <a:lnTo>
                    <a:pt x="67" y="967"/>
                  </a:lnTo>
                  <a:lnTo>
                    <a:pt x="157" y="1079"/>
                  </a:lnTo>
                  <a:lnTo>
                    <a:pt x="967" y="2091"/>
                  </a:lnTo>
                  <a:lnTo>
                    <a:pt x="1798" y="3102"/>
                  </a:lnTo>
                  <a:lnTo>
                    <a:pt x="2630" y="4091"/>
                  </a:lnTo>
                  <a:lnTo>
                    <a:pt x="3012" y="4608"/>
                  </a:lnTo>
                  <a:lnTo>
                    <a:pt x="3417" y="5148"/>
                  </a:lnTo>
                  <a:lnTo>
                    <a:pt x="3507" y="5238"/>
                  </a:lnTo>
                  <a:lnTo>
                    <a:pt x="3597" y="5328"/>
                  </a:lnTo>
                  <a:lnTo>
                    <a:pt x="3709" y="5373"/>
                  </a:lnTo>
                  <a:lnTo>
                    <a:pt x="3821" y="5418"/>
                  </a:lnTo>
                  <a:lnTo>
                    <a:pt x="3956" y="5418"/>
                  </a:lnTo>
                  <a:lnTo>
                    <a:pt x="4069" y="5395"/>
                  </a:lnTo>
                  <a:lnTo>
                    <a:pt x="4181" y="5373"/>
                  </a:lnTo>
                  <a:lnTo>
                    <a:pt x="4294" y="5305"/>
                  </a:lnTo>
                  <a:lnTo>
                    <a:pt x="4383" y="5238"/>
                  </a:lnTo>
                  <a:lnTo>
                    <a:pt x="4451" y="5170"/>
                  </a:lnTo>
                  <a:lnTo>
                    <a:pt x="4518" y="5080"/>
                  </a:lnTo>
                  <a:lnTo>
                    <a:pt x="4563" y="4968"/>
                  </a:lnTo>
                  <a:lnTo>
                    <a:pt x="4586" y="4878"/>
                  </a:lnTo>
                  <a:lnTo>
                    <a:pt x="4586" y="4766"/>
                  </a:lnTo>
                  <a:lnTo>
                    <a:pt x="4541" y="4631"/>
                  </a:lnTo>
                  <a:lnTo>
                    <a:pt x="4473" y="4518"/>
                  </a:lnTo>
                  <a:lnTo>
                    <a:pt x="4069" y="3956"/>
                  </a:lnTo>
                  <a:lnTo>
                    <a:pt x="3642" y="3417"/>
                  </a:lnTo>
                  <a:lnTo>
                    <a:pt x="2787" y="2338"/>
                  </a:lnTo>
                  <a:lnTo>
                    <a:pt x="1888" y="1281"/>
                  </a:lnTo>
                  <a:lnTo>
                    <a:pt x="1034" y="202"/>
                  </a:lnTo>
                  <a:lnTo>
                    <a:pt x="922" y="113"/>
                  </a:lnTo>
                  <a:lnTo>
                    <a:pt x="832" y="45"/>
                  </a:lnTo>
                  <a:lnTo>
                    <a:pt x="719"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5"/>
            <p:cNvSpPr/>
            <p:nvPr/>
          </p:nvSpPr>
          <p:spPr>
            <a:xfrm>
              <a:off x="2252175" y="827075"/>
              <a:ext cx="84325" cy="201200"/>
            </a:xfrm>
            <a:custGeom>
              <a:avLst/>
              <a:gdLst/>
              <a:ahLst/>
              <a:cxnLst/>
              <a:rect l="l" t="t" r="r" b="b"/>
              <a:pathLst>
                <a:path w="3373" h="8048" extrusionOk="0">
                  <a:moveTo>
                    <a:pt x="585" y="0"/>
                  </a:moveTo>
                  <a:lnTo>
                    <a:pt x="473" y="23"/>
                  </a:lnTo>
                  <a:lnTo>
                    <a:pt x="360" y="68"/>
                  </a:lnTo>
                  <a:lnTo>
                    <a:pt x="270" y="135"/>
                  </a:lnTo>
                  <a:lnTo>
                    <a:pt x="181" y="202"/>
                  </a:lnTo>
                  <a:lnTo>
                    <a:pt x="91" y="292"/>
                  </a:lnTo>
                  <a:lnTo>
                    <a:pt x="46" y="405"/>
                  </a:lnTo>
                  <a:lnTo>
                    <a:pt x="1" y="517"/>
                  </a:lnTo>
                  <a:lnTo>
                    <a:pt x="1" y="629"/>
                  </a:lnTo>
                  <a:lnTo>
                    <a:pt x="1" y="787"/>
                  </a:lnTo>
                  <a:lnTo>
                    <a:pt x="428" y="2563"/>
                  </a:lnTo>
                  <a:lnTo>
                    <a:pt x="675" y="3439"/>
                  </a:lnTo>
                  <a:lnTo>
                    <a:pt x="922" y="4339"/>
                  </a:lnTo>
                  <a:lnTo>
                    <a:pt x="1192" y="5193"/>
                  </a:lnTo>
                  <a:lnTo>
                    <a:pt x="1507" y="6047"/>
                  </a:lnTo>
                  <a:lnTo>
                    <a:pt x="1844" y="6901"/>
                  </a:lnTo>
                  <a:lnTo>
                    <a:pt x="2249" y="7733"/>
                  </a:lnTo>
                  <a:lnTo>
                    <a:pt x="2316" y="7845"/>
                  </a:lnTo>
                  <a:lnTo>
                    <a:pt x="2406" y="7935"/>
                  </a:lnTo>
                  <a:lnTo>
                    <a:pt x="2496" y="8003"/>
                  </a:lnTo>
                  <a:lnTo>
                    <a:pt x="2608" y="8048"/>
                  </a:lnTo>
                  <a:lnTo>
                    <a:pt x="2833" y="8048"/>
                  </a:lnTo>
                  <a:lnTo>
                    <a:pt x="2945" y="8003"/>
                  </a:lnTo>
                  <a:lnTo>
                    <a:pt x="3035" y="7958"/>
                  </a:lnTo>
                  <a:lnTo>
                    <a:pt x="3125" y="7890"/>
                  </a:lnTo>
                  <a:lnTo>
                    <a:pt x="3215" y="7800"/>
                  </a:lnTo>
                  <a:lnTo>
                    <a:pt x="3283" y="7710"/>
                  </a:lnTo>
                  <a:lnTo>
                    <a:pt x="3350" y="7620"/>
                  </a:lnTo>
                  <a:lnTo>
                    <a:pt x="3373" y="7486"/>
                  </a:lnTo>
                  <a:lnTo>
                    <a:pt x="3373" y="7373"/>
                  </a:lnTo>
                  <a:lnTo>
                    <a:pt x="3350" y="7238"/>
                  </a:lnTo>
                  <a:lnTo>
                    <a:pt x="3305" y="7103"/>
                  </a:lnTo>
                  <a:lnTo>
                    <a:pt x="2945" y="6317"/>
                  </a:lnTo>
                  <a:lnTo>
                    <a:pt x="2608" y="5507"/>
                  </a:lnTo>
                  <a:lnTo>
                    <a:pt x="2316" y="4676"/>
                  </a:lnTo>
                  <a:lnTo>
                    <a:pt x="2069" y="3844"/>
                  </a:lnTo>
                  <a:lnTo>
                    <a:pt x="1821" y="3012"/>
                  </a:lnTo>
                  <a:lnTo>
                    <a:pt x="1597" y="2158"/>
                  </a:lnTo>
                  <a:lnTo>
                    <a:pt x="1215" y="450"/>
                  </a:lnTo>
                  <a:lnTo>
                    <a:pt x="1170" y="315"/>
                  </a:lnTo>
                  <a:lnTo>
                    <a:pt x="1102" y="202"/>
                  </a:lnTo>
                  <a:lnTo>
                    <a:pt x="1012" y="135"/>
                  </a:lnTo>
                  <a:lnTo>
                    <a:pt x="922" y="68"/>
                  </a:lnTo>
                  <a:lnTo>
                    <a:pt x="810" y="23"/>
                  </a:lnTo>
                  <a:lnTo>
                    <a:pt x="698"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2417400" y="945075"/>
              <a:ext cx="173125" cy="75325"/>
            </a:xfrm>
            <a:custGeom>
              <a:avLst/>
              <a:gdLst/>
              <a:ahLst/>
              <a:cxnLst/>
              <a:rect l="l" t="t" r="r" b="b"/>
              <a:pathLst>
                <a:path w="6925" h="3013" extrusionOk="0">
                  <a:moveTo>
                    <a:pt x="6295" y="1"/>
                  </a:moveTo>
                  <a:lnTo>
                    <a:pt x="6160" y="46"/>
                  </a:lnTo>
                  <a:lnTo>
                    <a:pt x="5463" y="293"/>
                  </a:lnTo>
                  <a:lnTo>
                    <a:pt x="4744" y="518"/>
                  </a:lnTo>
                  <a:lnTo>
                    <a:pt x="3305" y="945"/>
                  </a:lnTo>
                  <a:lnTo>
                    <a:pt x="1866" y="1372"/>
                  </a:lnTo>
                  <a:lnTo>
                    <a:pt x="428" y="1799"/>
                  </a:lnTo>
                  <a:lnTo>
                    <a:pt x="315" y="1844"/>
                  </a:lnTo>
                  <a:lnTo>
                    <a:pt x="203" y="1934"/>
                  </a:lnTo>
                  <a:lnTo>
                    <a:pt x="113" y="2024"/>
                  </a:lnTo>
                  <a:lnTo>
                    <a:pt x="68" y="2114"/>
                  </a:lnTo>
                  <a:lnTo>
                    <a:pt x="23" y="2226"/>
                  </a:lnTo>
                  <a:lnTo>
                    <a:pt x="1" y="2339"/>
                  </a:lnTo>
                  <a:lnTo>
                    <a:pt x="1" y="2451"/>
                  </a:lnTo>
                  <a:lnTo>
                    <a:pt x="23" y="2563"/>
                  </a:lnTo>
                  <a:lnTo>
                    <a:pt x="68" y="2676"/>
                  </a:lnTo>
                  <a:lnTo>
                    <a:pt x="135" y="2788"/>
                  </a:lnTo>
                  <a:lnTo>
                    <a:pt x="203" y="2856"/>
                  </a:lnTo>
                  <a:lnTo>
                    <a:pt x="293" y="2945"/>
                  </a:lnTo>
                  <a:lnTo>
                    <a:pt x="383" y="2990"/>
                  </a:lnTo>
                  <a:lnTo>
                    <a:pt x="495" y="3013"/>
                  </a:lnTo>
                  <a:lnTo>
                    <a:pt x="630" y="3013"/>
                  </a:lnTo>
                  <a:lnTo>
                    <a:pt x="765" y="2990"/>
                  </a:lnTo>
                  <a:lnTo>
                    <a:pt x="2203" y="2563"/>
                  </a:lnTo>
                  <a:lnTo>
                    <a:pt x="3642" y="2136"/>
                  </a:lnTo>
                  <a:lnTo>
                    <a:pt x="5081" y="1709"/>
                  </a:lnTo>
                  <a:lnTo>
                    <a:pt x="5778" y="1484"/>
                  </a:lnTo>
                  <a:lnTo>
                    <a:pt x="6497" y="1237"/>
                  </a:lnTo>
                  <a:lnTo>
                    <a:pt x="6609" y="1170"/>
                  </a:lnTo>
                  <a:lnTo>
                    <a:pt x="6722" y="1102"/>
                  </a:lnTo>
                  <a:lnTo>
                    <a:pt x="6812" y="1012"/>
                  </a:lnTo>
                  <a:lnTo>
                    <a:pt x="6857" y="900"/>
                  </a:lnTo>
                  <a:lnTo>
                    <a:pt x="6902" y="787"/>
                  </a:lnTo>
                  <a:lnTo>
                    <a:pt x="6924" y="675"/>
                  </a:lnTo>
                  <a:lnTo>
                    <a:pt x="6902" y="563"/>
                  </a:lnTo>
                  <a:lnTo>
                    <a:pt x="6879" y="450"/>
                  </a:lnTo>
                  <a:lnTo>
                    <a:pt x="6857" y="338"/>
                  </a:lnTo>
                  <a:lnTo>
                    <a:pt x="6789" y="225"/>
                  </a:lnTo>
                  <a:lnTo>
                    <a:pt x="6722" y="158"/>
                  </a:lnTo>
                  <a:lnTo>
                    <a:pt x="6632" y="91"/>
                  </a:lnTo>
                  <a:lnTo>
                    <a:pt x="6542" y="23"/>
                  </a:lnTo>
                  <a:lnTo>
                    <a:pt x="6430"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5"/>
            <p:cNvSpPr/>
            <p:nvPr/>
          </p:nvSpPr>
          <p:spPr>
            <a:xfrm>
              <a:off x="2330850" y="1223825"/>
              <a:ext cx="150075" cy="102300"/>
            </a:xfrm>
            <a:custGeom>
              <a:avLst/>
              <a:gdLst/>
              <a:ahLst/>
              <a:cxnLst/>
              <a:rect l="l" t="t" r="r" b="b"/>
              <a:pathLst>
                <a:path w="6003" h="4092" extrusionOk="0">
                  <a:moveTo>
                    <a:pt x="5351" y="0"/>
                  </a:moveTo>
                  <a:lnTo>
                    <a:pt x="5216" y="45"/>
                  </a:lnTo>
                  <a:lnTo>
                    <a:pt x="5103" y="90"/>
                  </a:lnTo>
                  <a:lnTo>
                    <a:pt x="2698" y="1506"/>
                  </a:lnTo>
                  <a:lnTo>
                    <a:pt x="1484" y="2226"/>
                  </a:lnTo>
                  <a:lnTo>
                    <a:pt x="293" y="2945"/>
                  </a:lnTo>
                  <a:lnTo>
                    <a:pt x="181" y="3013"/>
                  </a:lnTo>
                  <a:lnTo>
                    <a:pt x="91" y="3125"/>
                  </a:lnTo>
                  <a:lnTo>
                    <a:pt x="46" y="3215"/>
                  </a:lnTo>
                  <a:lnTo>
                    <a:pt x="1" y="3327"/>
                  </a:lnTo>
                  <a:lnTo>
                    <a:pt x="1" y="3462"/>
                  </a:lnTo>
                  <a:lnTo>
                    <a:pt x="23" y="3574"/>
                  </a:lnTo>
                  <a:lnTo>
                    <a:pt x="46" y="3687"/>
                  </a:lnTo>
                  <a:lnTo>
                    <a:pt x="91" y="3777"/>
                  </a:lnTo>
                  <a:lnTo>
                    <a:pt x="158" y="3889"/>
                  </a:lnTo>
                  <a:lnTo>
                    <a:pt x="248" y="3957"/>
                  </a:lnTo>
                  <a:lnTo>
                    <a:pt x="338" y="4024"/>
                  </a:lnTo>
                  <a:lnTo>
                    <a:pt x="428" y="4069"/>
                  </a:lnTo>
                  <a:lnTo>
                    <a:pt x="540" y="4092"/>
                  </a:lnTo>
                  <a:lnTo>
                    <a:pt x="675" y="4092"/>
                  </a:lnTo>
                  <a:lnTo>
                    <a:pt x="788" y="4069"/>
                  </a:lnTo>
                  <a:lnTo>
                    <a:pt x="922" y="4002"/>
                  </a:lnTo>
                  <a:lnTo>
                    <a:pt x="2114" y="3282"/>
                  </a:lnTo>
                  <a:lnTo>
                    <a:pt x="3305" y="2585"/>
                  </a:lnTo>
                  <a:lnTo>
                    <a:pt x="5710" y="1169"/>
                  </a:lnTo>
                  <a:lnTo>
                    <a:pt x="5823" y="1079"/>
                  </a:lnTo>
                  <a:lnTo>
                    <a:pt x="5913" y="989"/>
                  </a:lnTo>
                  <a:lnTo>
                    <a:pt x="5980" y="877"/>
                  </a:lnTo>
                  <a:lnTo>
                    <a:pt x="6003" y="765"/>
                  </a:lnTo>
                  <a:lnTo>
                    <a:pt x="6003" y="652"/>
                  </a:lnTo>
                  <a:lnTo>
                    <a:pt x="6003" y="540"/>
                  </a:lnTo>
                  <a:lnTo>
                    <a:pt x="5958" y="427"/>
                  </a:lnTo>
                  <a:lnTo>
                    <a:pt x="5913" y="337"/>
                  </a:lnTo>
                  <a:lnTo>
                    <a:pt x="5845" y="225"/>
                  </a:lnTo>
                  <a:lnTo>
                    <a:pt x="5778" y="158"/>
                  </a:lnTo>
                  <a:lnTo>
                    <a:pt x="5688" y="90"/>
                  </a:lnTo>
                  <a:lnTo>
                    <a:pt x="5576" y="45"/>
                  </a:lnTo>
                  <a:lnTo>
                    <a:pt x="5463"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5"/>
            <p:cNvSpPr/>
            <p:nvPr/>
          </p:nvSpPr>
          <p:spPr>
            <a:xfrm>
              <a:off x="2127975" y="1482325"/>
              <a:ext cx="173125" cy="121975"/>
            </a:xfrm>
            <a:custGeom>
              <a:avLst/>
              <a:gdLst/>
              <a:ahLst/>
              <a:cxnLst/>
              <a:rect l="l" t="t" r="r" b="b"/>
              <a:pathLst>
                <a:path w="6925" h="4879" extrusionOk="0">
                  <a:moveTo>
                    <a:pt x="608" y="1"/>
                  </a:moveTo>
                  <a:lnTo>
                    <a:pt x="473" y="23"/>
                  </a:lnTo>
                  <a:lnTo>
                    <a:pt x="383" y="68"/>
                  </a:lnTo>
                  <a:lnTo>
                    <a:pt x="271" y="136"/>
                  </a:lnTo>
                  <a:lnTo>
                    <a:pt x="181" y="203"/>
                  </a:lnTo>
                  <a:lnTo>
                    <a:pt x="113" y="293"/>
                  </a:lnTo>
                  <a:lnTo>
                    <a:pt x="46" y="383"/>
                  </a:lnTo>
                  <a:lnTo>
                    <a:pt x="23" y="495"/>
                  </a:lnTo>
                  <a:lnTo>
                    <a:pt x="1" y="608"/>
                  </a:lnTo>
                  <a:lnTo>
                    <a:pt x="1" y="720"/>
                  </a:lnTo>
                  <a:lnTo>
                    <a:pt x="23" y="832"/>
                  </a:lnTo>
                  <a:lnTo>
                    <a:pt x="91" y="945"/>
                  </a:lnTo>
                  <a:lnTo>
                    <a:pt x="181" y="1057"/>
                  </a:lnTo>
                  <a:lnTo>
                    <a:pt x="518" y="1349"/>
                  </a:lnTo>
                  <a:lnTo>
                    <a:pt x="833" y="1619"/>
                  </a:lnTo>
                  <a:lnTo>
                    <a:pt x="1529" y="2159"/>
                  </a:lnTo>
                  <a:lnTo>
                    <a:pt x="2226" y="2653"/>
                  </a:lnTo>
                  <a:lnTo>
                    <a:pt x="2946" y="3125"/>
                  </a:lnTo>
                  <a:lnTo>
                    <a:pt x="3710" y="3575"/>
                  </a:lnTo>
                  <a:lnTo>
                    <a:pt x="4452" y="3979"/>
                  </a:lnTo>
                  <a:lnTo>
                    <a:pt x="5980" y="4811"/>
                  </a:lnTo>
                  <a:lnTo>
                    <a:pt x="6115" y="4856"/>
                  </a:lnTo>
                  <a:lnTo>
                    <a:pt x="6250" y="4879"/>
                  </a:lnTo>
                  <a:lnTo>
                    <a:pt x="6362" y="4879"/>
                  </a:lnTo>
                  <a:lnTo>
                    <a:pt x="6475" y="4856"/>
                  </a:lnTo>
                  <a:lnTo>
                    <a:pt x="6587" y="4811"/>
                  </a:lnTo>
                  <a:lnTo>
                    <a:pt x="6677" y="4744"/>
                  </a:lnTo>
                  <a:lnTo>
                    <a:pt x="6767" y="4654"/>
                  </a:lnTo>
                  <a:lnTo>
                    <a:pt x="6834" y="4564"/>
                  </a:lnTo>
                  <a:lnTo>
                    <a:pt x="6879" y="4452"/>
                  </a:lnTo>
                  <a:lnTo>
                    <a:pt x="6902" y="4339"/>
                  </a:lnTo>
                  <a:lnTo>
                    <a:pt x="6924" y="4227"/>
                  </a:lnTo>
                  <a:lnTo>
                    <a:pt x="6902" y="4114"/>
                  </a:lnTo>
                  <a:lnTo>
                    <a:pt x="6879" y="4002"/>
                  </a:lnTo>
                  <a:lnTo>
                    <a:pt x="6812" y="3912"/>
                  </a:lnTo>
                  <a:lnTo>
                    <a:pt x="6722" y="3822"/>
                  </a:lnTo>
                  <a:lnTo>
                    <a:pt x="6610" y="3732"/>
                  </a:lnTo>
                  <a:lnTo>
                    <a:pt x="5149" y="2968"/>
                  </a:lnTo>
                  <a:lnTo>
                    <a:pt x="4429" y="2563"/>
                  </a:lnTo>
                  <a:lnTo>
                    <a:pt x="3710" y="2136"/>
                  </a:lnTo>
                  <a:lnTo>
                    <a:pt x="3013" y="1709"/>
                  </a:lnTo>
                  <a:lnTo>
                    <a:pt x="2339" y="1237"/>
                  </a:lnTo>
                  <a:lnTo>
                    <a:pt x="1687" y="720"/>
                  </a:lnTo>
                  <a:lnTo>
                    <a:pt x="1372" y="450"/>
                  </a:lnTo>
                  <a:lnTo>
                    <a:pt x="1057" y="181"/>
                  </a:lnTo>
                  <a:lnTo>
                    <a:pt x="945" y="91"/>
                  </a:lnTo>
                  <a:lnTo>
                    <a:pt x="833" y="23"/>
                  </a:lnTo>
                  <a:lnTo>
                    <a:pt x="720"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2340400" y="1451975"/>
              <a:ext cx="119725" cy="130400"/>
            </a:xfrm>
            <a:custGeom>
              <a:avLst/>
              <a:gdLst/>
              <a:ahLst/>
              <a:cxnLst/>
              <a:rect l="l" t="t" r="r" b="b"/>
              <a:pathLst>
                <a:path w="4789" h="5216" extrusionOk="0">
                  <a:moveTo>
                    <a:pt x="4137" y="1"/>
                  </a:moveTo>
                  <a:lnTo>
                    <a:pt x="4002" y="46"/>
                  </a:lnTo>
                  <a:lnTo>
                    <a:pt x="3890" y="113"/>
                  </a:lnTo>
                  <a:lnTo>
                    <a:pt x="3598" y="316"/>
                  </a:lnTo>
                  <a:lnTo>
                    <a:pt x="3328" y="518"/>
                  </a:lnTo>
                  <a:lnTo>
                    <a:pt x="2811" y="990"/>
                  </a:lnTo>
                  <a:lnTo>
                    <a:pt x="2339" y="1462"/>
                  </a:lnTo>
                  <a:lnTo>
                    <a:pt x="1867" y="1979"/>
                  </a:lnTo>
                  <a:lnTo>
                    <a:pt x="1440" y="2496"/>
                  </a:lnTo>
                  <a:lnTo>
                    <a:pt x="1012" y="3035"/>
                  </a:lnTo>
                  <a:lnTo>
                    <a:pt x="158" y="4114"/>
                  </a:lnTo>
                  <a:lnTo>
                    <a:pt x="68" y="4249"/>
                  </a:lnTo>
                  <a:lnTo>
                    <a:pt x="23" y="4362"/>
                  </a:lnTo>
                  <a:lnTo>
                    <a:pt x="1" y="4497"/>
                  </a:lnTo>
                  <a:lnTo>
                    <a:pt x="1" y="4609"/>
                  </a:lnTo>
                  <a:lnTo>
                    <a:pt x="23" y="4721"/>
                  </a:lnTo>
                  <a:lnTo>
                    <a:pt x="68" y="4834"/>
                  </a:lnTo>
                  <a:lnTo>
                    <a:pt x="136" y="4946"/>
                  </a:lnTo>
                  <a:lnTo>
                    <a:pt x="226" y="5036"/>
                  </a:lnTo>
                  <a:lnTo>
                    <a:pt x="293" y="5104"/>
                  </a:lnTo>
                  <a:lnTo>
                    <a:pt x="406" y="5149"/>
                  </a:lnTo>
                  <a:lnTo>
                    <a:pt x="495" y="5193"/>
                  </a:lnTo>
                  <a:lnTo>
                    <a:pt x="608" y="5216"/>
                  </a:lnTo>
                  <a:lnTo>
                    <a:pt x="720" y="5193"/>
                  </a:lnTo>
                  <a:lnTo>
                    <a:pt x="833" y="5171"/>
                  </a:lnTo>
                  <a:lnTo>
                    <a:pt x="923" y="5104"/>
                  </a:lnTo>
                  <a:lnTo>
                    <a:pt x="1035" y="4991"/>
                  </a:lnTo>
                  <a:lnTo>
                    <a:pt x="1822" y="3980"/>
                  </a:lnTo>
                  <a:lnTo>
                    <a:pt x="2226" y="3463"/>
                  </a:lnTo>
                  <a:lnTo>
                    <a:pt x="2631" y="2968"/>
                  </a:lnTo>
                  <a:lnTo>
                    <a:pt x="3058" y="2474"/>
                  </a:lnTo>
                  <a:lnTo>
                    <a:pt x="3508" y="2001"/>
                  </a:lnTo>
                  <a:lnTo>
                    <a:pt x="4002" y="1574"/>
                  </a:lnTo>
                  <a:lnTo>
                    <a:pt x="4249" y="1372"/>
                  </a:lnTo>
                  <a:lnTo>
                    <a:pt x="4519" y="1170"/>
                  </a:lnTo>
                  <a:lnTo>
                    <a:pt x="4609" y="1080"/>
                  </a:lnTo>
                  <a:lnTo>
                    <a:pt x="4699" y="990"/>
                  </a:lnTo>
                  <a:lnTo>
                    <a:pt x="4744" y="878"/>
                  </a:lnTo>
                  <a:lnTo>
                    <a:pt x="4766" y="743"/>
                  </a:lnTo>
                  <a:lnTo>
                    <a:pt x="4789" y="630"/>
                  </a:lnTo>
                  <a:lnTo>
                    <a:pt x="4766" y="518"/>
                  </a:lnTo>
                  <a:lnTo>
                    <a:pt x="4744" y="405"/>
                  </a:lnTo>
                  <a:lnTo>
                    <a:pt x="4677" y="293"/>
                  </a:lnTo>
                  <a:lnTo>
                    <a:pt x="4609" y="203"/>
                  </a:lnTo>
                  <a:lnTo>
                    <a:pt x="4542" y="113"/>
                  </a:lnTo>
                  <a:lnTo>
                    <a:pt x="4452" y="68"/>
                  </a:lnTo>
                  <a:lnTo>
                    <a:pt x="4339" y="23"/>
                  </a:lnTo>
                  <a:lnTo>
                    <a:pt x="4249"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5"/>
            <p:cNvSpPr/>
            <p:nvPr/>
          </p:nvSpPr>
          <p:spPr>
            <a:xfrm>
              <a:off x="2206650" y="1789175"/>
              <a:ext cx="186600" cy="100625"/>
            </a:xfrm>
            <a:custGeom>
              <a:avLst/>
              <a:gdLst/>
              <a:ahLst/>
              <a:cxnLst/>
              <a:rect l="l" t="t" r="r" b="b"/>
              <a:pathLst>
                <a:path w="7464" h="4025" extrusionOk="0">
                  <a:moveTo>
                    <a:pt x="675" y="0"/>
                  </a:moveTo>
                  <a:lnTo>
                    <a:pt x="563" y="23"/>
                  </a:lnTo>
                  <a:lnTo>
                    <a:pt x="428" y="45"/>
                  </a:lnTo>
                  <a:lnTo>
                    <a:pt x="338" y="90"/>
                  </a:lnTo>
                  <a:lnTo>
                    <a:pt x="248" y="158"/>
                  </a:lnTo>
                  <a:lnTo>
                    <a:pt x="158" y="248"/>
                  </a:lnTo>
                  <a:lnTo>
                    <a:pt x="91" y="337"/>
                  </a:lnTo>
                  <a:lnTo>
                    <a:pt x="46" y="450"/>
                  </a:lnTo>
                  <a:lnTo>
                    <a:pt x="1" y="562"/>
                  </a:lnTo>
                  <a:lnTo>
                    <a:pt x="1" y="675"/>
                  </a:lnTo>
                  <a:lnTo>
                    <a:pt x="1" y="787"/>
                  </a:lnTo>
                  <a:lnTo>
                    <a:pt x="46" y="899"/>
                  </a:lnTo>
                  <a:lnTo>
                    <a:pt x="113" y="989"/>
                  </a:lnTo>
                  <a:lnTo>
                    <a:pt x="203" y="1079"/>
                  </a:lnTo>
                  <a:lnTo>
                    <a:pt x="316" y="1147"/>
                  </a:lnTo>
                  <a:lnTo>
                    <a:pt x="1147" y="1551"/>
                  </a:lnTo>
                  <a:lnTo>
                    <a:pt x="2002" y="1933"/>
                  </a:lnTo>
                  <a:lnTo>
                    <a:pt x="3732" y="2675"/>
                  </a:lnTo>
                  <a:lnTo>
                    <a:pt x="4452" y="3035"/>
                  </a:lnTo>
                  <a:lnTo>
                    <a:pt x="5194" y="3395"/>
                  </a:lnTo>
                  <a:lnTo>
                    <a:pt x="5935" y="3709"/>
                  </a:lnTo>
                  <a:lnTo>
                    <a:pt x="6317" y="3867"/>
                  </a:lnTo>
                  <a:lnTo>
                    <a:pt x="6700" y="4002"/>
                  </a:lnTo>
                  <a:lnTo>
                    <a:pt x="6835" y="4024"/>
                  </a:lnTo>
                  <a:lnTo>
                    <a:pt x="6969" y="4024"/>
                  </a:lnTo>
                  <a:lnTo>
                    <a:pt x="7082" y="4002"/>
                  </a:lnTo>
                  <a:lnTo>
                    <a:pt x="7172" y="3957"/>
                  </a:lnTo>
                  <a:lnTo>
                    <a:pt x="7262" y="3867"/>
                  </a:lnTo>
                  <a:lnTo>
                    <a:pt x="7329" y="3777"/>
                  </a:lnTo>
                  <a:lnTo>
                    <a:pt x="7396" y="3687"/>
                  </a:lnTo>
                  <a:lnTo>
                    <a:pt x="7441" y="3574"/>
                  </a:lnTo>
                  <a:lnTo>
                    <a:pt x="7464" y="3462"/>
                  </a:lnTo>
                  <a:lnTo>
                    <a:pt x="7464" y="3350"/>
                  </a:lnTo>
                  <a:lnTo>
                    <a:pt x="7441" y="3237"/>
                  </a:lnTo>
                  <a:lnTo>
                    <a:pt x="7396" y="3125"/>
                  </a:lnTo>
                  <a:lnTo>
                    <a:pt x="7352" y="3012"/>
                  </a:lnTo>
                  <a:lnTo>
                    <a:pt x="7262" y="2945"/>
                  </a:lnTo>
                  <a:lnTo>
                    <a:pt x="7149" y="2855"/>
                  </a:lnTo>
                  <a:lnTo>
                    <a:pt x="7037" y="2810"/>
                  </a:lnTo>
                  <a:lnTo>
                    <a:pt x="6632" y="2675"/>
                  </a:lnTo>
                  <a:lnTo>
                    <a:pt x="6250" y="2518"/>
                  </a:lnTo>
                  <a:lnTo>
                    <a:pt x="5463" y="2158"/>
                  </a:lnTo>
                  <a:lnTo>
                    <a:pt x="4699" y="1799"/>
                  </a:lnTo>
                  <a:lnTo>
                    <a:pt x="3935" y="1439"/>
                  </a:lnTo>
                  <a:lnTo>
                    <a:pt x="2429" y="787"/>
                  </a:lnTo>
                  <a:lnTo>
                    <a:pt x="1687" y="450"/>
                  </a:lnTo>
                  <a:lnTo>
                    <a:pt x="945" y="90"/>
                  </a:lnTo>
                  <a:lnTo>
                    <a:pt x="810" y="23"/>
                  </a:lnTo>
                  <a:lnTo>
                    <a:pt x="675"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5"/>
            <p:cNvSpPr/>
            <p:nvPr/>
          </p:nvSpPr>
          <p:spPr>
            <a:xfrm>
              <a:off x="2441575" y="1777375"/>
              <a:ext cx="146700" cy="120275"/>
            </a:xfrm>
            <a:custGeom>
              <a:avLst/>
              <a:gdLst/>
              <a:ahLst/>
              <a:cxnLst/>
              <a:rect l="l" t="t" r="r" b="b"/>
              <a:pathLst>
                <a:path w="5868" h="4811" extrusionOk="0">
                  <a:moveTo>
                    <a:pt x="5193" y="0"/>
                  </a:moveTo>
                  <a:lnTo>
                    <a:pt x="5080" y="23"/>
                  </a:lnTo>
                  <a:lnTo>
                    <a:pt x="4946" y="90"/>
                  </a:lnTo>
                  <a:lnTo>
                    <a:pt x="4294" y="495"/>
                  </a:lnTo>
                  <a:lnTo>
                    <a:pt x="3664" y="899"/>
                  </a:lnTo>
                  <a:lnTo>
                    <a:pt x="3057" y="1326"/>
                  </a:lnTo>
                  <a:lnTo>
                    <a:pt x="2450" y="1776"/>
                  </a:lnTo>
                  <a:lnTo>
                    <a:pt x="1843" y="2226"/>
                  </a:lnTo>
                  <a:lnTo>
                    <a:pt x="1281" y="2720"/>
                  </a:lnTo>
                  <a:lnTo>
                    <a:pt x="719" y="3215"/>
                  </a:lnTo>
                  <a:lnTo>
                    <a:pt x="180" y="3754"/>
                  </a:lnTo>
                  <a:lnTo>
                    <a:pt x="90" y="3844"/>
                  </a:lnTo>
                  <a:lnTo>
                    <a:pt x="23" y="3979"/>
                  </a:lnTo>
                  <a:lnTo>
                    <a:pt x="0" y="4091"/>
                  </a:lnTo>
                  <a:lnTo>
                    <a:pt x="0" y="4204"/>
                  </a:lnTo>
                  <a:lnTo>
                    <a:pt x="23" y="4316"/>
                  </a:lnTo>
                  <a:lnTo>
                    <a:pt x="68" y="4429"/>
                  </a:lnTo>
                  <a:lnTo>
                    <a:pt x="113" y="4519"/>
                  </a:lnTo>
                  <a:lnTo>
                    <a:pt x="202" y="4608"/>
                  </a:lnTo>
                  <a:lnTo>
                    <a:pt x="270" y="4676"/>
                  </a:lnTo>
                  <a:lnTo>
                    <a:pt x="382" y="4743"/>
                  </a:lnTo>
                  <a:lnTo>
                    <a:pt x="495" y="4788"/>
                  </a:lnTo>
                  <a:lnTo>
                    <a:pt x="607" y="4811"/>
                  </a:lnTo>
                  <a:lnTo>
                    <a:pt x="719" y="4788"/>
                  </a:lnTo>
                  <a:lnTo>
                    <a:pt x="832" y="4766"/>
                  </a:lnTo>
                  <a:lnTo>
                    <a:pt x="944" y="4721"/>
                  </a:lnTo>
                  <a:lnTo>
                    <a:pt x="1057" y="4631"/>
                  </a:lnTo>
                  <a:lnTo>
                    <a:pt x="1574" y="4114"/>
                  </a:lnTo>
                  <a:lnTo>
                    <a:pt x="2091" y="3642"/>
                  </a:lnTo>
                  <a:lnTo>
                    <a:pt x="2653" y="3192"/>
                  </a:lnTo>
                  <a:lnTo>
                    <a:pt x="3192" y="2743"/>
                  </a:lnTo>
                  <a:lnTo>
                    <a:pt x="3777" y="2316"/>
                  </a:lnTo>
                  <a:lnTo>
                    <a:pt x="4361" y="1911"/>
                  </a:lnTo>
                  <a:lnTo>
                    <a:pt x="4968" y="1529"/>
                  </a:lnTo>
                  <a:lnTo>
                    <a:pt x="5575" y="1169"/>
                  </a:lnTo>
                  <a:lnTo>
                    <a:pt x="5687" y="1079"/>
                  </a:lnTo>
                  <a:lnTo>
                    <a:pt x="5777" y="989"/>
                  </a:lnTo>
                  <a:lnTo>
                    <a:pt x="5822" y="877"/>
                  </a:lnTo>
                  <a:lnTo>
                    <a:pt x="5867" y="764"/>
                  </a:lnTo>
                  <a:lnTo>
                    <a:pt x="5867" y="652"/>
                  </a:lnTo>
                  <a:lnTo>
                    <a:pt x="5845" y="540"/>
                  </a:lnTo>
                  <a:lnTo>
                    <a:pt x="5822" y="427"/>
                  </a:lnTo>
                  <a:lnTo>
                    <a:pt x="5777" y="315"/>
                  </a:lnTo>
                  <a:lnTo>
                    <a:pt x="5710" y="225"/>
                  </a:lnTo>
                  <a:lnTo>
                    <a:pt x="5620" y="135"/>
                  </a:lnTo>
                  <a:lnTo>
                    <a:pt x="5530" y="68"/>
                  </a:lnTo>
                  <a:lnTo>
                    <a:pt x="5418" y="23"/>
                  </a:lnTo>
                  <a:lnTo>
                    <a:pt x="5305"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5"/>
            <p:cNvSpPr/>
            <p:nvPr/>
          </p:nvSpPr>
          <p:spPr>
            <a:xfrm>
              <a:off x="2251050" y="2067350"/>
              <a:ext cx="105675" cy="168625"/>
            </a:xfrm>
            <a:custGeom>
              <a:avLst/>
              <a:gdLst/>
              <a:ahLst/>
              <a:cxnLst/>
              <a:rect l="l" t="t" r="r" b="b"/>
              <a:pathLst>
                <a:path w="4227" h="6745" extrusionOk="0">
                  <a:moveTo>
                    <a:pt x="675" y="0"/>
                  </a:moveTo>
                  <a:lnTo>
                    <a:pt x="563" y="23"/>
                  </a:lnTo>
                  <a:lnTo>
                    <a:pt x="450" y="45"/>
                  </a:lnTo>
                  <a:lnTo>
                    <a:pt x="338" y="90"/>
                  </a:lnTo>
                  <a:lnTo>
                    <a:pt x="248" y="158"/>
                  </a:lnTo>
                  <a:lnTo>
                    <a:pt x="158" y="248"/>
                  </a:lnTo>
                  <a:lnTo>
                    <a:pt x="91" y="338"/>
                  </a:lnTo>
                  <a:lnTo>
                    <a:pt x="46" y="450"/>
                  </a:lnTo>
                  <a:lnTo>
                    <a:pt x="1" y="562"/>
                  </a:lnTo>
                  <a:lnTo>
                    <a:pt x="1" y="675"/>
                  </a:lnTo>
                  <a:lnTo>
                    <a:pt x="23" y="810"/>
                  </a:lnTo>
                  <a:lnTo>
                    <a:pt x="68" y="945"/>
                  </a:lnTo>
                  <a:lnTo>
                    <a:pt x="743" y="2361"/>
                  </a:lnTo>
                  <a:lnTo>
                    <a:pt x="1080" y="3080"/>
                  </a:lnTo>
                  <a:lnTo>
                    <a:pt x="1439" y="3777"/>
                  </a:lnTo>
                  <a:lnTo>
                    <a:pt x="1822" y="4451"/>
                  </a:lnTo>
                  <a:lnTo>
                    <a:pt x="2204" y="5148"/>
                  </a:lnTo>
                  <a:lnTo>
                    <a:pt x="2631" y="5800"/>
                  </a:lnTo>
                  <a:lnTo>
                    <a:pt x="3058" y="6474"/>
                  </a:lnTo>
                  <a:lnTo>
                    <a:pt x="3148" y="6564"/>
                  </a:lnTo>
                  <a:lnTo>
                    <a:pt x="3260" y="6654"/>
                  </a:lnTo>
                  <a:lnTo>
                    <a:pt x="3373" y="6699"/>
                  </a:lnTo>
                  <a:lnTo>
                    <a:pt x="3485" y="6744"/>
                  </a:lnTo>
                  <a:lnTo>
                    <a:pt x="3597" y="6744"/>
                  </a:lnTo>
                  <a:lnTo>
                    <a:pt x="3710" y="6722"/>
                  </a:lnTo>
                  <a:lnTo>
                    <a:pt x="3822" y="6699"/>
                  </a:lnTo>
                  <a:lnTo>
                    <a:pt x="3935" y="6654"/>
                  </a:lnTo>
                  <a:lnTo>
                    <a:pt x="4024" y="6587"/>
                  </a:lnTo>
                  <a:lnTo>
                    <a:pt x="4114" y="6497"/>
                  </a:lnTo>
                  <a:lnTo>
                    <a:pt x="4182" y="6407"/>
                  </a:lnTo>
                  <a:lnTo>
                    <a:pt x="4204" y="6317"/>
                  </a:lnTo>
                  <a:lnTo>
                    <a:pt x="4227" y="6205"/>
                  </a:lnTo>
                  <a:lnTo>
                    <a:pt x="4227" y="6092"/>
                  </a:lnTo>
                  <a:lnTo>
                    <a:pt x="4204" y="5957"/>
                  </a:lnTo>
                  <a:lnTo>
                    <a:pt x="4137" y="5845"/>
                  </a:lnTo>
                  <a:lnTo>
                    <a:pt x="3687" y="5193"/>
                  </a:lnTo>
                  <a:lnTo>
                    <a:pt x="3283" y="4519"/>
                  </a:lnTo>
                  <a:lnTo>
                    <a:pt x="2901" y="3844"/>
                  </a:lnTo>
                  <a:lnTo>
                    <a:pt x="2518" y="3147"/>
                  </a:lnTo>
                  <a:lnTo>
                    <a:pt x="2159" y="2451"/>
                  </a:lnTo>
                  <a:lnTo>
                    <a:pt x="1822" y="1731"/>
                  </a:lnTo>
                  <a:lnTo>
                    <a:pt x="1125" y="315"/>
                  </a:lnTo>
                  <a:lnTo>
                    <a:pt x="1057" y="203"/>
                  </a:lnTo>
                  <a:lnTo>
                    <a:pt x="967" y="113"/>
                  </a:lnTo>
                  <a:lnTo>
                    <a:pt x="877" y="45"/>
                  </a:lnTo>
                  <a:lnTo>
                    <a:pt x="788" y="23"/>
                  </a:lnTo>
                  <a:lnTo>
                    <a:pt x="675"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5"/>
            <p:cNvSpPr/>
            <p:nvPr/>
          </p:nvSpPr>
          <p:spPr>
            <a:xfrm>
              <a:off x="2442700" y="2098825"/>
              <a:ext cx="169725" cy="84875"/>
            </a:xfrm>
            <a:custGeom>
              <a:avLst/>
              <a:gdLst/>
              <a:ahLst/>
              <a:cxnLst/>
              <a:rect l="l" t="t" r="r" b="b"/>
              <a:pathLst>
                <a:path w="6789" h="3395" extrusionOk="0">
                  <a:moveTo>
                    <a:pt x="6159" y="0"/>
                  </a:moveTo>
                  <a:lnTo>
                    <a:pt x="6024" y="23"/>
                  </a:lnTo>
                  <a:lnTo>
                    <a:pt x="4541" y="450"/>
                  </a:lnTo>
                  <a:lnTo>
                    <a:pt x="3822" y="675"/>
                  </a:lnTo>
                  <a:lnTo>
                    <a:pt x="3102" y="944"/>
                  </a:lnTo>
                  <a:lnTo>
                    <a:pt x="2383" y="1214"/>
                  </a:lnTo>
                  <a:lnTo>
                    <a:pt x="1664" y="1529"/>
                  </a:lnTo>
                  <a:lnTo>
                    <a:pt x="989" y="1866"/>
                  </a:lnTo>
                  <a:lnTo>
                    <a:pt x="315" y="2248"/>
                  </a:lnTo>
                  <a:lnTo>
                    <a:pt x="202" y="2316"/>
                  </a:lnTo>
                  <a:lnTo>
                    <a:pt x="112" y="2428"/>
                  </a:lnTo>
                  <a:lnTo>
                    <a:pt x="45" y="2518"/>
                  </a:lnTo>
                  <a:lnTo>
                    <a:pt x="23" y="2630"/>
                  </a:lnTo>
                  <a:lnTo>
                    <a:pt x="0" y="2743"/>
                  </a:lnTo>
                  <a:lnTo>
                    <a:pt x="23" y="2878"/>
                  </a:lnTo>
                  <a:lnTo>
                    <a:pt x="45" y="2967"/>
                  </a:lnTo>
                  <a:lnTo>
                    <a:pt x="112" y="3080"/>
                  </a:lnTo>
                  <a:lnTo>
                    <a:pt x="180" y="3170"/>
                  </a:lnTo>
                  <a:lnTo>
                    <a:pt x="247" y="3260"/>
                  </a:lnTo>
                  <a:lnTo>
                    <a:pt x="337" y="3327"/>
                  </a:lnTo>
                  <a:lnTo>
                    <a:pt x="450" y="3372"/>
                  </a:lnTo>
                  <a:lnTo>
                    <a:pt x="562" y="3395"/>
                  </a:lnTo>
                  <a:lnTo>
                    <a:pt x="674" y="3395"/>
                  </a:lnTo>
                  <a:lnTo>
                    <a:pt x="809" y="3372"/>
                  </a:lnTo>
                  <a:lnTo>
                    <a:pt x="944" y="3305"/>
                  </a:lnTo>
                  <a:lnTo>
                    <a:pt x="1574" y="2967"/>
                  </a:lnTo>
                  <a:lnTo>
                    <a:pt x="2225" y="2630"/>
                  </a:lnTo>
                  <a:lnTo>
                    <a:pt x="2900" y="2338"/>
                  </a:lnTo>
                  <a:lnTo>
                    <a:pt x="3574" y="2091"/>
                  </a:lnTo>
                  <a:lnTo>
                    <a:pt x="4271" y="1844"/>
                  </a:lnTo>
                  <a:lnTo>
                    <a:pt x="4945" y="1619"/>
                  </a:lnTo>
                  <a:lnTo>
                    <a:pt x="6362" y="1214"/>
                  </a:lnTo>
                  <a:lnTo>
                    <a:pt x="6497" y="1147"/>
                  </a:lnTo>
                  <a:lnTo>
                    <a:pt x="6586" y="1079"/>
                  </a:lnTo>
                  <a:lnTo>
                    <a:pt x="6676" y="1012"/>
                  </a:lnTo>
                  <a:lnTo>
                    <a:pt x="6744" y="899"/>
                  </a:lnTo>
                  <a:lnTo>
                    <a:pt x="6766" y="787"/>
                  </a:lnTo>
                  <a:lnTo>
                    <a:pt x="6789" y="675"/>
                  </a:lnTo>
                  <a:lnTo>
                    <a:pt x="6789" y="562"/>
                  </a:lnTo>
                  <a:lnTo>
                    <a:pt x="6766" y="450"/>
                  </a:lnTo>
                  <a:lnTo>
                    <a:pt x="6721" y="337"/>
                  </a:lnTo>
                  <a:lnTo>
                    <a:pt x="6676" y="248"/>
                  </a:lnTo>
                  <a:lnTo>
                    <a:pt x="6609" y="158"/>
                  </a:lnTo>
                  <a:lnTo>
                    <a:pt x="6519" y="90"/>
                  </a:lnTo>
                  <a:lnTo>
                    <a:pt x="6407" y="23"/>
                  </a:lnTo>
                  <a:lnTo>
                    <a:pt x="6294"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5"/>
            <p:cNvSpPr/>
            <p:nvPr/>
          </p:nvSpPr>
          <p:spPr>
            <a:xfrm>
              <a:off x="2784375" y="1587975"/>
              <a:ext cx="897500" cy="1380800"/>
            </a:xfrm>
            <a:custGeom>
              <a:avLst/>
              <a:gdLst/>
              <a:ahLst/>
              <a:cxnLst/>
              <a:rect l="l" t="t" r="r" b="b"/>
              <a:pathLst>
                <a:path w="35900" h="55232" extrusionOk="0">
                  <a:moveTo>
                    <a:pt x="28481" y="1"/>
                  </a:moveTo>
                  <a:lnTo>
                    <a:pt x="28144" y="23"/>
                  </a:lnTo>
                  <a:lnTo>
                    <a:pt x="27807" y="46"/>
                  </a:lnTo>
                  <a:lnTo>
                    <a:pt x="27492" y="91"/>
                  </a:lnTo>
                  <a:lnTo>
                    <a:pt x="27155" y="158"/>
                  </a:lnTo>
                  <a:lnTo>
                    <a:pt x="26840" y="248"/>
                  </a:lnTo>
                  <a:lnTo>
                    <a:pt x="26526" y="338"/>
                  </a:lnTo>
                  <a:lnTo>
                    <a:pt x="26211" y="450"/>
                  </a:lnTo>
                  <a:lnTo>
                    <a:pt x="25896" y="585"/>
                  </a:lnTo>
                  <a:lnTo>
                    <a:pt x="25604" y="743"/>
                  </a:lnTo>
                  <a:lnTo>
                    <a:pt x="24997" y="1057"/>
                  </a:lnTo>
                  <a:lnTo>
                    <a:pt x="24413" y="1417"/>
                  </a:lnTo>
                  <a:lnTo>
                    <a:pt x="23851" y="1844"/>
                  </a:lnTo>
                  <a:lnTo>
                    <a:pt x="23311" y="2294"/>
                  </a:lnTo>
                  <a:lnTo>
                    <a:pt x="22794" y="2766"/>
                  </a:lnTo>
                  <a:lnTo>
                    <a:pt x="22299" y="3283"/>
                  </a:lnTo>
                  <a:lnTo>
                    <a:pt x="21827" y="3800"/>
                  </a:lnTo>
                  <a:lnTo>
                    <a:pt x="21378" y="4362"/>
                  </a:lnTo>
                  <a:lnTo>
                    <a:pt x="20119" y="5980"/>
                  </a:lnTo>
                  <a:lnTo>
                    <a:pt x="18860" y="7644"/>
                  </a:lnTo>
                  <a:lnTo>
                    <a:pt x="17669" y="9330"/>
                  </a:lnTo>
                  <a:lnTo>
                    <a:pt x="16500" y="11038"/>
                  </a:lnTo>
                  <a:lnTo>
                    <a:pt x="15938" y="11915"/>
                  </a:lnTo>
                  <a:lnTo>
                    <a:pt x="15376" y="12791"/>
                  </a:lnTo>
                  <a:lnTo>
                    <a:pt x="14836" y="13668"/>
                  </a:lnTo>
                  <a:lnTo>
                    <a:pt x="14297" y="14545"/>
                  </a:lnTo>
                  <a:lnTo>
                    <a:pt x="13780" y="15444"/>
                  </a:lnTo>
                  <a:lnTo>
                    <a:pt x="13285" y="16366"/>
                  </a:lnTo>
                  <a:lnTo>
                    <a:pt x="12791" y="17265"/>
                  </a:lnTo>
                  <a:lnTo>
                    <a:pt x="12319" y="18186"/>
                  </a:lnTo>
                  <a:lnTo>
                    <a:pt x="11375" y="20052"/>
                  </a:lnTo>
                  <a:lnTo>
                    <a:pt x="10476" y="21940"/>
                  </a:lnTo>
                  <a:lnTo>
                    <a:pt x="9576" y="23829"/>
                  </a:lnTo>
                  <a:lnTo>
                    <a:pt x="8700" y="25717"/>
                  </a:lnTo>
                  <a:lnTo>
                    <a:pt x="7845" y="27628"/>
                  </a:lnTo>
                  <a:lnTo>
                    <a:pt x="7014" y="29561"/>
                  </a:lnTo>
                  <a:lnTo>
                    <a:pt x="6227" y="31494"/>
                  </a:lnTo>
                  <a:lnTo>
                    <a:pt x="5440" y="33427"/>
                  </a:lnTo>
                  <a:lnTo>
                    <a:pt x="4698" y="35383"/>
                  </a:lnTo>
                  <a:lnTo>
                    <a:pt x="3979" y="37361"/>
                  </a:lnTo>
                  <a:lnTo>
                    <a:pt x="3305" y="39339"/>
                  </a:lnTo>
                  <a:lnTo>
                    <a:pt x="2630" y="41317"/>
                  </a:lnTo>
                  <a:lnTo>
                    <a:pt x="2023" y="43318"/>
                  </a:lnTo>
                  <a:lnTo>
                    <a:pt x="1416" y="45319"/>
                  </a:lnTo>
                  <a:lnTo>
                    <a:pt x="877" y="47342"/>
                  </a:lnTo>
                  <a:lnTo>
                    <a:pt x="360" y="49365"/>
                  </a:lnTo>
                  <a:lnTo>
                    <a:pt x="225" y="49904"/>
                  </a:lnTo>
                  <a:lnTo>
                    <a:pt x="135" y="50421"/>
                  </a:lnTo>
                  <a:lnTo>
                    <a:pt x="45" y="50938"/>
                  </a:lnTo>
                  <a:lnTo>
                    <a:pt x="23" y="51410"/>
                  </a:lnTo>
                  <a:lnTo>
                    <a:pt x="0" y="51860"/>
                  </a:lnTo>
                  <a:lnTo>
                    <a:pt x="45" y="52287"/>
                  </a:lnTo>
                  <a:lnTo>
                    <a:pt x="113" y="52692"/>
                  </a:lnTo>
                  <a:lnTo>
                    <a:pt x="158" y="52894"/>
                  </a:lnTo>
                  <a:lnTo>
                    <a:pt x="225" y="53074"/>
                  </a:lnTo>
                  <a:lnTo>
                    <a:pt x="293" y="53254"/>
                  </a:lnTo>
                  <a:lnTo>
                    <a:pt x="382" y="53411"/>
                  </a:lnTo>
                  <a:lnTo>
                    <a:pt x="495" y="53568"/>
                  </a:lnTo>
                  <a:lnTo>
                    <a:pt x="607" y="53726"/>
                  </a:lnTo>
                  <a:lnTo>
                    <a:pt x="742" y="53861"/>
                  </a:lnTo>
                  <a:lnTo>
                    <a:pt x="877" y="53996"/>
                  </a:lnTo>
                  <a:lnTo>
                    <a:pt x="1034" y="54130"/>
                  </a:lnTo>
                  <a:lnTo>
                    <a:pt x="1214" y="54243"/>
                  </a:lnTo>
                  <a:lnTo>
                    <a:pt x="1394" y="54355"/>
                  </a:lnTo>
                  <a:lnTo>
                    <a:pt x="1619" y="54445"/>
                  </a:lnTo>
                  <a:lnTo>
                    <a:pt x="1821" y="54535"/>
                  </a:lnTo>
                  <a:lnTo>
                    <a:pt x="2068" y="54625"/>
                  </a:lnTo>
                  <a:lnTo>
                    <a:pt x="2316" y="54692"/>
                  </a:lnTo>
                  <a:lnTo>
                    <a:pt x="2608" y="54737"/>
                  </a:lnTo>
                  <a:lnTo>
                    <a:pt x="3215" y="54827"/>
                  </a:lnTo>
                  <a:lnTo>
                    <a:pt x="5036" y="55007"/>
                  </a:lnTo>
                  <a:lnTo>
                    <a:pt x="5935" y="55097"/>
                  </a:lnTo>
                  <a:lnTo>
                    <a:pt x="6789" y="55164"/>
                  </a:lnTo>
                  <a:lnTo>
                    <a:pt x="7643" y="55209"/>
                  </a:lnTo>
                  <a:lnTo>
                    <a:pt x="8475" y="55232"/>
                  </a:lnTo>
                  <a:lnTo>
                    <a:pt x="9284" y="55232"/>
                  </a:lnTo>
                  <a:lnTo>
                    <a:pt x="10093" y="55209"/>
                  </a:lnTo>
                  <a:lnTo>
                    <a:pt x="10903" y="55142"/>
                  </a:lnTo>
                  <a:lnTo>
                    <a:pt x="11689" y="55030"/>
                  </a:lnTo>
                  <a:lnTo>
                    <a:pt x="12476" y="54895"/>
                  </a:lnTo>
                  <a:lnTo>
                    <a:pt x="13263" y="54692"/>
                  </a:lnTo>
                  <a:lnTo>
                    <a:pt x="14072" y="54468"/>
                  </a:lnTo>
                  <a:lnTo>
                    <a:pt x="14859" y="54175"/>
                  </a:lnTo>
                  <a:lnTo>
                    <a:pt x="15668" y="53838"/>
                  </a:lnTo>
                  <a:lnTo>
                    <a:pt x="16477" y="53411"/>
                  </a:lnTo>
                  <a:lnTo>
                    <a:pt x="17242" y="51118"/>
                  </a:lnTo>
                  <a:lnTo>
                    <a:pt x="19018" y="45836"/>
                  </a:lnTo>
                  <a:lnTo>
                    <a:pt x="20052" y="42823"/>
                  </a:lnTo>
                  <a:lnTo>
                    <a:pt x="21086" y="39969"/>
                  </a:lnTo>
                  <a:lnTo>
                    <a:pt x="21535" y="38710"/>
                  </a:lnTo>
                  <a:lnTo>
                    <a:pt x="21962" y="37586"/>
                  </a:lnTo>
                  <a:lnTo>
                    <a:pt x="22344" y="36664"/>
                  </a:lnTo>
                  <a:lnTo>
                    <a:pt x="22637" y="35967"/>
                  </a:lnTo>
                  <a:lnTo>
                    <a:pt x="23199" y="34843"/>
                  </a:lnTo>
                  <a:lnTo>
                    <a:pt x="23761" y="33719"/>
                  </a:lnTo>
                  <a:lnTo>
                    <a:pt x="24345" y="32618"/>
                  </a:lnTo>
                  <a:lnTo>
                    <a:pt x="24952" y="31516"/>
                  </a:lnTo>
                  <a:lnTo>
                    <a:pt x="25581" y="30437"/>
                  </a:lnTo>
                  <a:lnTo>
                    <a:pt x="26211" y="29336"/>
                  </a:lnTo>
                  <a:lnTo>
                    <a:pt x="27515" y="27178"/>
                  </a:lnTo>
                  <a:lnTo>
                    <a:pt x="30122" y="22907"/>
                  </a:lnTo>
                  <a:lnTo>
                    <a:pt x="31403" y="20749"/>
                  </a:lnTo>
                  <a:lnTo>
                    <a:pt x="32055" y="19670"/>
                  </a:lnTo>
                  <a:lnTo>
                    <a:pt x="32662" y="18568"/>
                  </a:lnTo>
                  <a:lnTo>
                    <a:pt x="33247" y="17512"/>
                  </a:lnTo>
                  <a:lnTo>
                    <a:pt x="33517" y="16950"/>
                  </a:lnTo>
                  <a:lnTo>
                    <a:pt x="33786" y="16366"/>
                  </a:lnTo>
                  <a:lnTo>
                    <a:pt x="34056" y="15759"/>
                  </a:lnTo>
                  <a:lnTo>
                    <a:pt x="34303" y="15152"/>
                  </a:lnTo>
                  <a:lnTo>
                    <a:pt x="34551" y="14522"/>
                  </a:lnTo>
                  <a:lnTo>
                    <a:pt x="34775" y="13893"/>
                  </a:lnTo>
                  <a:lnTo>
                    <a:pt x="35000" y="13263"/>
                  </a:lnTo>
                  <a:lnTo>
                    <a:pt x="35180" y="12612"/>
                  </a:lnTo>
                  <a:lnTo>
                    <a:pt x="35360" y="11937"/>
                  </a:lnTo>
                  <a:lnTo>
                    <a:pt x="35517" y="11285"/>
                  </a:lnTo>
                  <a:lnTo>
                    <a:pt x="35652" y="10633"/>
                  </a:lnTo>
                  <a:lnTo>
                    <a:pt x="35742" y="9981"/>
                  </a:lnTo>
                  <a:lnTo>
                    <a:pt x="35832" y="9307"/>
                  </a:lnTo>
                  <a:lnTo>
                    <a:pt x="35877" y="8655"/>
                  </a:lnTo>
                  <a:lnTo>
                    <a:pt x="35899" y="8026"/>
                  </a:lnTo>
                  <a:lnTo>
                    <a:pt x="35877" y="7374"/>
                  </a:lnTo>
                  <a:lnTo>
                    <a:pt x="35809" y="6767"/>
                  </a:lnTo>
                  <a:lnTo>
                    <a:pt x="35719" y="6138"/>
                  </a:lnTo>
                  <a:lnTo>
                    <a:pt x="35585" y="5553"/>
                  </a:lnTo>
                  <a:lnTo>
                    <a:pt x="35427" y="4969"/>
                  </a:lnTo>
                  <a:lnTo>
                    <a:pt x="35202" y="4407"/>
                  </a:lnTo>
                  <a:lnTo>
                    <a:pt x="34933" y="3867"/>
                  </a:lnTo>
                  <a:lnTo>
                    <a:pt x="34798" y="3597"/>
                  </a:lnTo>
                  <a:lnTo>
                    <a:pt x="34618" y="3328"/>
                  </a:lnTo>
                  <a:lnTo>
                    <a:pt x="34461" y="3080"/>
                  </a:lnTo>
                  <a:lnTo>
                    <a:pt x="34258" y="2833"/>
                  </a:lnTo>
                  <a:lnTo>
                    <a:pt x="34078" y="2608"/>
                  </a:lnTo>
                  <a:lnTo>
                    <a:pt x="33854" y="2361"/>
                  </a:lnTo>
                  <a:lnTo>
                    <a:pt x="33629" y="2136"/>
                  </a:lnTo>
                  <a:lnTo>
                    <a:pt x="33382" y="1934"/>
                  </a:lnTo>
                  <a:lnTo>
                    <a:pt x="33134" y="1709"/>
                  </a:lnTo>
                  <a:lnTo>
                    <a:pt x="32865" y="1507"/>
                  </a:lnTo>
                  <a:lnTo>
                    <a:pt x="32595" y="1327"/>
                  </a:lnTo>
                  <a:lnTo>
                    <a:pt x="32280" y="1125"/>
                  </a:lnTo>
                  <a:lnTo>
                    <a:pt x="31988" y="945"/>
                  </a:lnTo>
                  <a:lnTo>
                    <a:pt x="31651" y="788"/>
                  </a:lnTo>
                  <a:lnTo>
                    <a:pt x="31314" y="630"/>
                  </a:lnTo>
                  <a:lnTo>
                    <a:pt x="30954" y="473"/>
                  </a:lnTo>
                  <a:lnTo>
                    <a:pt x="30594" y="338"/>
                  </a:lnTo>
                  <a:lnTo>
                    <a:pt x="30235" y="226"/>
                  </a:lnTo>
                  <a:lnTo>
                    <a:pt x="29875" y="136"/>
                  </a:lnTo>
                  <a:lnTo>
                    <a:pt x="29515" y="68"/>
                  </a:lnTo>
                  <a:lnTo>
                    <a:pt x="29178" y="23"/>
                  </a:lnTo>
                  <a:lnTo>
                    <a:pt x="28841" y="1"/>
                  </a:lnTo>
                  <a:close/>
                </a:path>
              </a:pathLst>
            </a:custGeom>
            <a:solidFill>
              <a:srgbClr val="759B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5"/>
            <p:cNvSpPr/>
            <p:nvPr/>
          </p:nvSpPr>
          <p:spPr>
            <a:xfrm>
              <a:off x="2951850" y="1602600"/>
              <a:ext cx="641225" cy="1366175"/>
            </a:xfrm>
            <a:custGeom>
              <a:avLst/>
              <a:gdLst/>
              <a:ahLst/>
              <a:cxnLst/>
              <a:rect l="l" t="t" r="r" b="b"/>
              <a:pathLst>
                <a:path w="25649" h="54647" extrusionOk="0">
                  <a:moveTo>
                    <a:pt x="24525" y="0"/>
                  </a:moveTo>
                  <a:lnTo>
                    <a:pt x="24143" y="562"/>
                  </a:lnTo>
                  <a:lnTo>
                    <a:pt x="23760" y="1124"/>
                  </a:lnTo>
                  <a:lnTo>
                    <a:pt x="22951" y="2226"/>
                  </a:lnTo>
                  <a:lnTo>
                    <a:pt x="21265" y="4384"/>
                  </a:lnTo>
                  <a:lnTo>
                    <a:pt x="20636" y="5238"/>
                  </a:lnTo>
                  <a:lnTo>
                    <a:pt x="20029" y="6137"/>
                  </a:lnTo>
                  <a:lnTo>
                    <a:pt x="19444" y="7036"/>
                  </a:lnTo>
                  <a:lnTo>
                    <a:pt x="18882" y="7958"/>
                  </a:lnTo>
                  <a:lnTo>
                    <a:pt x="18343" y="8879"/>
                  </a:lnTo>
                  <a:lnTo>
                    <a:pt x="17826" y="9824"/>
                  </a:lnTo>
                  <a:lnTo>
                    <a:pt x="16792" y="11712"/>
                  </a:lnTo>
                  <a:lnTo>
                    <a:pt x="15690" y="13735"/>
                  </a:lnTo>
                  <a:lnTo>
                    <a:pt x="14611" y="15781"/>
                  </a:lnTo>
                  <a:lnTo>
                    <a:pt x="13555" y="17826"/>
                  </a:lnTo>
                  <a:lnTo>
                    <a:pt x="12521" y="19894"/>
                  </a:lnTo>
                  <a:lnTo>
                    <a:pt x="11532" y="21985"/>
                  </a:lnTo>
                  <a:lnTo>
                    <a:pt x="10565" y="24075"/>
                  </a:lnTo>
                  <a:lnTo>
                    <a:pt x="9644" y="26188"/>
                  </a:lnTo>
                  <a:lnTo>
                    <a:pt x="8744" y="28324"/>
                  </a:lnTo>
                  <a:lnTo>
                    <a:pt x="7845" y="30639"/>
                  </a:lnTo>
                  <a:lnTo>
                    <a:pt x="6991" y="32955"/>
                  </a:lnTo>
                  <a:lnTo>
                    <a:pt x="6159" y="35292"/>
                  </a:lnTo>
                  <a:lnTo>
                    <a:pt x="5350" y="37653"/>
                  </a:lnTo>
                  <a:lnTo>
                    <a:pt x="4586" y="40013"/>
                  </a:lnTo>
                  <a:lnTo>
                    <a:pt x="3821" y="42373"/>
                  </a:lnTo>
                  <a:lnTo>
                    <a:pt x="2338" y="47116"/>
                  </a:lnTo>
                  <a:lnTo>
                    <a:pt x="1169" y="50848"/>
                  </a:lnTo>
                  <a:lnTo>
                    <a:pt x="0" y="54579"/>
                  </a:lnTo>
                  <a:lnTo>
                    <a:pt x="1281" y="54647"/>
                  </a:lnTo>
                  <a:lnTo>
                    <a:pt x="1281" y="54624"/>
                  </a:lnTo>
                  <a:lnTo>
                    <a:pt x="2473" y="50803"/>
                  </a:lnTo>
                  <a:lnTo>
                    <a:pt x="3687" y="46981"/>
                  </a:lnTo>
                  <a:lnTo>
                    <a:pt x="5125" y="42373"/>
                  </a:lnTo>
                  <a:lnTo>
                    <a:pt x="5867" y="40080"/>
                  </a:lnTo>
                  <a:lnTo>
                    <a:pt x="6609" y="37788"/>
                  </a:lnTo>
                  <a:lnTo>
                    <a:pt x="7396" y="35495"/>
                  </a:lnTo>
                  <a:lnTo>
                    <a:pt x="8205" y="33224"/>
                  </a:lnTo>
                  <a:lnTo>
                    <a:pt x="9037" y="30976"/>
                  </a:lnTo>
                  <a:lnTo>
                    <a:pt x="9913" y="28728"/>
                  </a:lnTo>
                  <a:lnTo>
                    <a:pt x="10430" y="27515"/>
                  </a:lnTo>
                  <a:lnTo>
                    <a:pt x="10925" y="26301"/>
                  </a:lnTo>
                  <a:lnTo>
                    <a:pt x="11464" y="25087"/>
                  </a:lnTo>
                  <a:lnTo>
                    <a:pt x="12004" y="23895"/>
                  </a:lnTo>
                  <a:lnTo>
                    <a:pt x="13105" y="21513"/>
                  </a:lnTo>
                  <a:lnTo>
                    <a:pt x="14252" y="19152"/>
                  </a:lnTo>
                  <a:lnTo>
                    <a:pt x="15443" y="16815"/>
                  </a:lnTo>
                  <a:lnTo>
                    <a:pt x="16679" y="14499"/>
                  </a:lnTo>
                  <a:lnTo>
                    <a:pt x="17916" y="12184"/>
                  </a:lnTo>
                  <a:lnTo>
                    <a:pt x="19197" y="9891"/>
                  </a:lnTo>
                  <a:lnTo>
                    <a:pt x="19557" y="9284"/>
                  </a:lnTo>
                  <a:lnTo>
                    <a:pt x="19916" y="8700"/>
                  </a:lnTo>
                  <a:lnTo>
                    <a:pt x="20299" y="8115"/>
                  </a:lnTo>
                  <a:lnTo>
                    <a:pt x="20703" y="7531"/>
                  </a:lnTo>
                  <a:lnTo>
                    <a:pt x="21535" y="6384"/>
                  </a:lnTo>
                  <a:lnTo>
                    <a:pt x="22389" y="5238"/>
                  </a:lnTo>
                  <a:lnTo>
                    <a:pt x="23243" y="4091"/>
                  </a:lnTo>
                  <a:lnTo>
                    <a:pt x="24098" y="2945"/>
                  </a:lnTo>
                  <a:lnTo>
                    <a:pt x="24502" y="2361"/>
                  </a:lnTo>
                  <a:lnTo>
                    <a:pt x="24907" y="1776"/>
                  </a:lnTo>
                  <a:lnTo>
                    <a:pt x="25289" y="1192"/>
                  </a:lnTo>
                  <a:lnTo>
                    <a:pt x="25649" y="585"/>
                  </a:lnTo>
                  <a:lnTo>
                    <a:pt x="25109" y="270"/>
                  </a:lnTo>
                  <a:lnTo>
                    <a:pt x="24525" y="0"/>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5"/>
            <p:cNvSpPr/>
            <p:nvPr/>
          </p:nvSpPr>
          <p:spPr>
            <a:xfrm>
              <a:off x="2877100" y="2537150"/>
              <a:ext cx="71400" cy="145600"/>
            </a:xfrm>
            <a:custGeom>
              <a:avLst/>
              <a:gdLst/>
              <a:ahLst/>
              <a:cxnLst/>
              <a:rect l="l" t="t" r="r" b="b"/>
              <a:pathLst>
                <a:path w="2856" h="5824" extrusionOk="0">
                  <a:moveTo>
                    <a:pt x="2203" y="1"/>
                  </a:moveTo>
                  <a:lnTo>
                    <a:pt x="2091" y="23"/>
                  </a:lnTo>
                  <a:lnTo>
                    <a:pt x="1979" y="46"/>
                  </a:lnTo>
                  <a:lnTo>
                    <a:pt x="1866" y="91"/>
                  </a:lnTo>
                  <a:lnTo>
                    <a:pt x="1776" y="181"/>
                  </a:lnTo>
                  <a:lnTo>
                    <a:pt x="1709" y="271"/>
                  </a:lnTo>
                  <a:lnTo>
                    <a:pt x="1641" y="406"/>
                  </a:lnTo>
                  <a:lnTo>
                    <a:pt x="877" y="2743"/>
                  </a:lnTo>
                  <a:lnTo>
                    <a:pt x="472" y="3890"/>
                  </a:lnTo>
                  <a:lnTo>
                    <a:pt x="270" y="4474"/>
                  </a:lnTo>
                  <a:lnTo>
                    <a:pt x="45" y="5036"/>
                  </a:lnTo>
                  <a:lnTo>
                    <a:pt x="0" y="5171"/>
                  </a:lnTo>
                  <a:lnTo>
                    <a:pt x="0" y="5306"/>
                  </a:lnTo>
                  <a:lnTo>
                    <a:pt x="23" y="5418"/>
                  </a:lnTo>
                  <a:lnTo>
                    <a:pt x="68" y="5508"/>
                  </a:lnTo>
                  <a:lnTo>
                    <a:pt x="113" y="5598"/>
                  </a:lnTo>
                  <a:lnTo>
                    <a:pt x="203" y="5688"/>
                  </a:lnTo>
                  <a:lnTo>
                    <a:pt x="293" y="5756"/>
                  </a:lnTo>
                  <a:lnTo>
                    <a:pt x="405" y="5801"/>
                  </a:lnTo>
                  <a:lnTo>
                    <a:pt x="517" y="5823"/>
                  </a:lnTo>
                  <a:lnTo>
                    <a:pt x="742" y="5823"/>
                  </a:lnTo>
                  <a:lnTo>
                    <a:pt x="855" y="5801"/>
                  </a:lnTo>
                  <a:lnTo>
                    <a:pt x="967" y="5733"/>
                  </a:lnTo>
                  <a:lnTo>
                    <a:pt x="1057" y="5666"/>
                  </a:lnTo>
                  <a:lnTo>
                    <a:pt x="1147" y="5576"/>
                  </a:lnTo>
                  <a:lnTo>
                    <a:pt x="1214" y="5441"/>
                  </a:lnTo>
                  <a:lnTo>
                    <a:pt x="1439" y="4879"/>
                  </a:lnTo>
                  <a:lnTo>
                    <a:pt x="1664" y="4294"/>
                  </a:lnTo>
                  <a:lnTo>
                    <a:pt x="2046" y="3148"/>
                  </a:lnTo>
                  <a:lnTo>
                    <a:pt x="2810" y="810"/>
                  </a:lnTo>
                  <a:lnTo>
                    <a:pt x="2855" y="675"/>
                  </a:lnTo>
                  <a:lnTo>
                    <a:pt x="2855" y="540"/>
                  </a:lnTo>
                  <a:lnTo>
                    <a:pt x="2833" y="428"/>
                  </a:lnTo>
                  <a:lnTo>
                    <a:pt x="2788" y="316"/>
                  </a:lnTo>
                  <a:lnTo>
                    <a:pt x="2720" y="226"/>
                  </a:lnTo>
                  <a:lnTo>
                    <a:pt x="2630" y="158"/>
                  </a:lnTo>
                  <a:lnTo>
                    <a:pt x="2540" y="91"/>
                  </a:lnTo>
                  <a:lnTo>
                    <a:pt x="2428" y="46"/>
                  </a:lnTo>
                  <a:lnTo>
                    <a:pt x="2316" y="23"/>
                  </a:lnTo>
                  <a:lnTo>
                    <a:pt x="2203"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5"/>
            <p:cNvSpPr/>
            <p:nvPr/>
          </p:nvSpPr>
          <p:spPr>
            <a:xfrm>
              <a:off x="2994550" y="2338225"/>
              <a:ext cx="43300" cy="61275"/>
            </a:xfrm>
            <a:custGeom>
              <a:avLst/>
              <a:gdLst/>
              <a:ahLst/>
              <a:cxnLst/>
              <a:rect l="l" t="t" r="r" b="b"/>
              <a:pathLst>
                <a:path w="1732" h="2451" extrusionOk="0">
                  <a:moveTo>
                    <a:pt x="990" y="0"/>
                  </a:moveTo>
                  <a:lnTo>
                    <a:pt x="877" y="45"/>
                  </a:lnTo>
                  <a:lnTo>
                    <a:pt x="765" y="90"/>
                  </a:lnTo>
                  <a:lnTo>
                    <a:pt x="675" y="158"/>
                  </a:lnTo>
                  <a:lnTo>
                    <a:pt x="585" y="270"/>
                  </a:lnTo>
                  <a:lnTo>
                    <a:pt x="517" y="405"/>
                  </a:lnTo>
                  <a:lnTo>
                    <a:pt x="23" y="1641"/>
                  </a:lnTo>
                  <a:lnTo>
                    <a:pt x="0" y="1776"/>
                  </a:lnTo>
                  <a:lnTo>
                    <a:pt x="0" y="1911"/>
                  </a:lnTo>
                  <a:lnTo>
                    <a:pt x="0" y="2023"/>
                  </a:lnTo>
                  <a:lnTo>
                    <a:pt x="45" y="2136"/>
                  </a:lnTo>
                  <a:lnTo>
                    <a:pt x="113" y="2226"/>
                  </a:lnTo>
                  <a:lnTo>
                    <a:pt x="203" y="2293"/>
                  </a:lnTo>
                  <a:lnTo>
                    <a:pt x="293" y="2361"/>
                  </a:lnTo>
                  <a:lnTo>
                    <a:pt x="405" y="2406"/>
                  </a:lnTo>
                  <a:lnTo>
                    <a:pt x="517" y="2428"/>
                  </a:lnTo>
                  <a:lnTo>
                    <a:pt x="630" y="2451"/>
                  </a:lnTo>
                  <a:lnTo>
                    <a:pt x="742" y="2428"/>
                  </a:lnTo>
                  <a:lnTo>
                    <a:pt x="855" y="2406"/>
                  </a:lnTo>
                  <a:lnTo>
                    <a:pt x="967" y="2361"/>
                  </a:lnTo>
                  <a:lnTo>
                    <a:pt x="1057" y="2271"/>
                  </a:lnTo>
                  <a:lnTo>
                    <a:pt x="1147" y="2181"/>
                  </a:lnTo>
                  <a:lnTo>
                    <a:pt x="1214" y="2046"/>
                  </a:lnTo>
                  <a:lnTo>
                    <a:pt x="1686" y="810"/>
                  </a:lnTo>
                  <a:lnTo>
                    <a:pt x="1731" y="652"/>
                  </a:lnTo>
                  <a:lnTo>
                    <a:pt x="1731" y="540"/>
                  </a:lnTo>
                  <a:lnTo>
                    <a:pt x="1709" y="427"/>
                  </a:lnTo>
                  <a:lnTo>
                    <a:pt x="1664" y="315"/>
                  </a:lnTo>
                  <a:lnTo>
                    <a:pt x="1596" y="225"/>
                  </a:lnTo>
                  <a:lnTo>
                    <a:pt x="1529" y="158"/>
                  </a:lnTo>
                  <a:lnTo>
                    <a:pt x="1439" y="90"/>
                  </a:lnTo>
                  <a:lnTo>
                    <a:pt x="1327" y="45"/>
                  </a:lnTo>
                  <a:lnTo>
                    <a:pt x="1214"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5"/>
            <p:cNvSpPr/>
            <p:nvPr/>
          </p:nvSpPr>
          <p:spPr>
            <a:xfrm>
              <a:off x="3138975" y="2550650"/>
              <a:ext cx="29800" cy="30925"/>
            </a:xfrm>
            <a:custGeom>
              <a:avLst/>
              <a:gdLst/>
              <a:ahLst/>
              <a:cxnLst/>
              <a:rect l="l" t="t" r="r" b="b"/>
              <a:pathLst>
                <a:path w="1192" h="1237" extrusionOk="0">
                  <a:moveTo>
                    <a:pt x="630" y="0"/>
                  </a:moveTo>
                  <a:lnTo>
                    <a:pt x="473" y="23"/>
                  </a:lnTo>
                  <a:lnTo>
                    <a:pt x="338" y="68"/>
                  </a:lnTo>
                  <a:lnTo>
                    <a:pt x="225" y="113"/>
                  </a:lnTo>
                  <a:lnTo>
                    <a:pt x="135" y="203"/>
                  </a:lnTo>
                  <a:lnTo>
                    <a:pt x="68" y="293"/>
                  </a:lnTo>
                  <a:lnTo>
                    <a:pt x="23" y="405"/>
                  </a:lnTo>
                  <a:lnTo>
                    <a:pt x="1" y="517"/>
                  </a:lnTo>
                  <a:lnTo>
                    <a:pt x="1" y="630"/>
                  </a:lnTo>
                  <a:lnTo>
                    <a:pt x="23" y="742"/>
                  </a:lnTo>
                  <a:lnTo>
                    <a:pt x="46" y="855"/>
                  </a:lnTo>
                  <a:lnTo>
                    <a:pt x="90" y="967"/>
                  </a:lnTo>
                  <a:lnTo>
                    <a:pt x="158" y="1057"/>
                  </a:lnTo>
                  <a:lnTo>
                    <a:pt x="248" y="1124"/>
                  </a:lnTo>
                  <a:lnTo>
                    <a:pt x="338" y="1192"/>
                  </a:lnTo>
                  <a:lnTo>
                    <a:pt x="450" y="1237"/>
                  </a:lnTo>
                  <a:lnTo>
                    <a:pt x="720" y="1237"/>
                  </a:lnTo>
                  <a:lnTo>
                    <a:pt x="855" y="1192"/>
                  </a:lnTo>
                  <a:lnTo>
                    <a:pt x="967" y="1124"/>
                  </a:lnTo>
                  <a:lnTo>
                    <a:pt x="1057" y="1057"/>
                  </a:lnTo>
                  <a:lnTo>
                    <a:pt x="1125" y="945"/>
                  </a:lnTo>
                  <a:lnTo>
                    <a:pt x="1169" y="855"/>
                  </a:lnTo>
                  <a:lnTo>
                    <a:pt x="1192" y="742"/>
                  </a:lnTo>
                  <a:lnTo>
                    <a:pt x="1192" y="630"/>
                  </a:lnTo>
                  <a:lnTo>
                    <a:pt x="1192" y="517"/>
                  </a:lnTo>
                  <a:lnTo>
                    <a:pt x="1147" y="405"/>
                  </a:lnTo>
                  <a:lnTo>
                    <a:pt x="1102" y="293"/>
                  </a:lnTo>
                  <a:lnTo>
                    <a:pt x="1035" y="203"/>
                  </a:lnTo>
                  <a:lnTo>
                    <a:pt x="967" y="113"/>
                  </a:lnTo>
                  <a:lnTo>
                    <a:pt x="855" y="68"/>
                  </a:lnTo>
                  <a:lnTo>
                    <a:pt x="742" y="23"/>
                  </a:lnTo>
                  <a:lnTo>
                    <a:pt x="630"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5"/>
            <p:cNvSpPr/>
            <p:nvPr/>
          </p:nvSpPr>
          <p:spPr>
            <a:xfrm>
              <a:off x="3302500" y="2119600"/>
              <a:ext cx="70850" cy="113000"/>
            </a:xfrm>
            <a:custGeom>
              <a:avLst/>
              <a:gdLst/>
              <a:ahLst/>
              <a:cxnLst/>
              <a:rect l="l" t="t" r="r" b="b"/>
              <a:pathLst>
                <a:path w="2834" h="4520" extrusionOk="0">
                  <a:moveTo>
                    <a:pt x="2092" y="1"/>
                  </a:moveTo>
                  <a:lnTo>
                    <a:pt x="1979" y="23"/>
                  </a:lnTo>
                  <a:lnTo>
                    <a:pt x="1867" y="91"/>
                  </a:lnTo>
                  <a:lnTo>
                    <a:pt x="1777" y="158"/>
                  </a:lnTo>
                  <a:lnTo>
                    <a:pt x="1687" y="248"/>
                  </a:lnTo>
                  <a:lnTo>
                    <a:pt x="1619" y="383"/>
                  </a:lnTo>
                  <a:lnTo>
                    <a:pt x="68" y="3732"/>
                  </a:lnTo>
                  <a:lnTo>
                    <a:pt x="23" y="3867"/>
                  </a:lnTo>
                  <a:lnTo>
                    <a:pt x="1" y="3980"/>
                  </a:lnTo>
                  <a:lnTo>
                    <a:pt x="23" y="4092"/>
                  </a:lnTo>
                  <a:lnTo>
                    <a:pt x="68" y="4205"/>
                  </a:lnTo>
                  <a:lnTo>
                    <a:pt x="136" y="4294"/>
                  </a:lnTo>
                  <a:lnTo>
                    <a:pt x="203" y="4362"/>
                  </a:lnTo>
                  <a:lnTo>
                    <a:pt x="293" y="4429"/>
                  </a:lnTo>
                  <a:lnTo>
                    <a:pt x="406" y="4474"/>
                  </a:lnTo>
                  <a:lnTo>
                    <a:pt x="518" y="4497"/>
                  </a:lnTo>
                  <a:lnTo>
                    <a:pt x="630" y="4519"/>
                  </a:lnTo>
                  <a:lnTo>
                    <a:pt x="765" y="4497"/>
                  </a:lnTo>
                  <a:lnTo>
                    <a:pt x="878" y="4474"/>
                  </a:lnTo>
                  <a:lnTo>
                    <a:pt x="990" y="4429"/>
                  </a:lnTo>
                  <a:lnTo>
                    <a:pt x="1080" y="4362"/>
                  </a:lnTo>
                  <a:lnTo>
                    <a:pt x="1170" y="4250"/>
                  </a:lnTo>
                  <a:lnTo>
                    <a:pt x="1237" y="4137"/>
                  </a:lnTo>
                  <a:lnTo>
                    <a:pt x="2788" y="788"/>
                  </a:lnTo>
                  <a:lnTo>
                    <a:pt x="2833" y="653"/>
                  </a:lnTo>
                  <a:lnTo>
                    <a:pt x="2833" y="518"/>
                  </a:lnTo>
                  <a:lnTo>
                    <a:pt x="2833" y="406"/>
                  </a:lnTo>
                  <a:lnTo>
                    <a:pt x="2788" y="316"/>
                  </a:lnTo>
                  <a:lnTo>
                    <a:pt x="2721" y="226"/>
                  </a:lnTo>
                  <a:lnTo>
                    <a:pt x="2653" y="136"/>
                  </a:lnTo>
                  <a:lnTo>
                    <a:pt x="2541" y="91"/>
                  </a:lnTo>
                  <a:lnTo>
                    <a:pt x="2451" y="46"/>
                  </a:lnTo>
                  <a:lnTo>
                    <a:pt x="2339"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5"/>
            <p:cNvSpPr/>
            <p:nvPr/>
          </p:nvSpPr>
          <p:spPr>
            <a:xfrm>
              <a:off x="3286225" y="2414650"/>
              <a:ext cx="52850" cy="74775"/>
            </a:xfrm>
            <a:custGeom>
              <a:avLst/>
              <a:gdLst/>
              <a:ahLst/>
              <a:cxnLst/>
              <a:rect l="l" t="t" r="r" b="b"/>
              <a:pathLst>
                <a:path w="2114" h="2991" extrusionOk="0">
                  <a:moveTo>
                    <a:pt x="1394" y="0"/>
                  </a:moveTo>
                  <a:lnTo>
                    <a:pt x="1281" y="45"/>
                  </a:lnTo>
                  <a:lnTo>
                    <a:pt x="1169" y="90"/>
                  </a:lnTo>
                  <a:lnTo>
                    <a:pt x="1079" y="158"/>
                  </a:lnTo>
                  <a:lnTo>
                    <a:pt x="1012" y="270"/>
                  </a:lnTo>
                  <a:lnTo>
                    <a:pt x="90" y="2024"/>
                  </a:lnTo>
                  <a:lnTo>
                    <a:pt x="45" y="2136"/>
                  </a:lnTo>
                  <a:lnTo>
                    <a:pt x="0" y="2248"/>
                  </a:lnTo>
                  <a:lnTo>
                    <a:pt x="0" y="2383"/>
                  </a:lnTo>
                  <a:lnTo>
                    <a:pt x="0" y="2496"/>
                  </a:lnTo>
                  <a:lnTo>
                    <a:pt x="23" y="2608"/>
                  </a:lnTo>
                  <a:lnTo>
                    <a:pt x="90" y="2698"/>
                  </a:lnTo>
                  <a:lnTo>
                    <a:pt x="157" y="2810"/>
                  </a:lnTo>
                  <a:lnTo>
                    <a:pt x="270" y="2878"/>
                  </a:lnTo>
                  <a:lnTo>
                    <a:pt x="360" y="2945"/>
                  </a:lnTo>
                  <a:lnTo>
                    <a:pt x="472" y="2968"/>
                  </a:lnTo>
                  <a:lnTo>
                    <a:pt x="607" y="2990"/>
                  </a:lnTo>
                  <a:lnTo>
                    <a:pt x="719" y="2968"/>
                  </a:lnTo>
                  <a:lnTo>
                    <a:pt x="854" y="2945"/>
                  </a:lnTo>
                  <a:lnTo>
                    <a:pt x="944" y="2878"/>
                  </a:lnTo>
                  <a:lnTo>
                    <a:pt x="1057" y="2810"/>
                  </a:lnTo>
                  <a:lnTo>
                    <a:pt x="1124" y="2720"/>
                  </a:lnTo>
                  <a:lnTo>
                    <a:pt x="2023" y="945"/>
                  </a:lnTo>
                  <a:lnTo>
                    <a:pt x="2091" y="832"/>
                  </a:lnTo>
                  <a:lnTo>
                    <a:pt x="2113" y="720"/>
                  </a:lnTo>
                  <a:lnTo>
                    <a:pt x="2113" y="607"/>
                  </a:lnTo>
                  <a:lnTo>
                    <a:pt x="2113" y="495"/>
                  </a:lnTo>
                  <a:lnTo>
                    <a:pt x="2091" y="383"/>
                  </a:lnTo>
                  <a:lnTo>
                    <a:pt x="2046" y="270"/>
                  </a:lnTo>
                  <a:lnTo>
                    <a:pt x="1956" y="180"/>
                  </a:lnTo>
                  <a:lnTo>
                    <a:pt x="1866" y="90"/>
                  </a:lnTo>
                  <a:lnTo>
                    <a:pt x="1753" y="45"/>
                  </a:lnTo>
                  <a:lnTo>
                    <a:pt x="1641"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5"/>
            <p:cNvSpPr/>
            <p:nvPr/>
          </p:nvSpPr>
          <p:spPr>
            <a:xfrm>
              <a:off x="3136175" y="2738900"/>
              <a:ext cx="52275" cy="82075"/>
            </a:xfrm>
            <a:custGeom>
              <a:avLst/>
              <a:gdLst/>
              <a:ahLst/>
              <a:cxnLst/>
              <a:rect l="l" t="t" r="r" b="b"/>
              <a:pathLst>
                <a:path w="2091" h="3283" extrusionOk="0">
                  <a:moveTo>
                    <a:pt x="1439" y="1"/>
                  </a:moveTo>
                  <a:lnTo>
                    <a:pt x="1304" y="23"/>
                  </a:lnTo>
                  <a:lnTo>
                    <a:pt x="1214" y="68"/>
                  </a:lnTo>
                  <a:lnTo>
                    <a:pt x="1102" y="136"/>
                  </a:lnTo>
                  <a:lnTo>
                    <a:pt x="1012" y="226"/>
                  </a:lnTo>
                  <a:lnTo>
                    <a:pt x="944" y="316"/>
                  </a:lnTo>
                  <a:lnTo>
                    <a:pt x="877" y="428"/>
                  </a:lnTo>
                  <a:lnTo>
                    <a:pt x="652" y="923"/>
                  </a:lnTo>
                  <a:lnTo>
                    <a:pt x="450" y="1440"/>
                  </a:lnTo>
                  <a:lnTo>
                    <a:pt x="45" y="2474"/>
                  </a:lnTo>
                  <a:lnTo>
                    <a:pt x="0" y="2608"/>
                  </a:lnTo>
                  <a:lnTo>
                    <a:pt x="0" y="2743"/>
                  </a:lnTo>
                  <a:lnTo>
                    <a:pt x="0" y="2856"/>
                  </a:lnTo>
                  <a:lnTo>
                    <a:pt x="45" y="2968"/>
                  </a:lnTo>
                  <a:lnTo>
                    <a:pt x="113" y="3058"/>
                  </a:lnTo>
                  <a:lnTo>
                    <a:pt x="202" y="3126"/>
                  </a:lnTo>
                  <a:lnTo>
                    <a:pt x="292" y="3193"/>
                  </a:lnTo>
                  <a:lnTo>
                    <a:pt x="405" y="3238"/>
                  </a:lnTo>
                  <a:lnTo>
                    <a:pt x="517" y="3283"/>
                  </a:lnTo>
                  <a:lnTo>
                    <a:pt x="742" y="3283"/>
                  </a:lnTo>
                  <a:lnTo>
                    <a:pt x="854" y="3238"/>
                  </a:lnTo>
                  <a:lnTo>
                    <a:pt x="967" y="3193"/>
                  </a:lnTo>
                  <a:lnTo>
                    <a:pt x="1057" y="3103"/>
                  </a:lnTo>
                  <a:lnTo>
                    <a:pt x="1147" y="3013"/>
                  </a:lnTo>
                  <a:lnTo>
                    <a:pt x="1214" y="2878"/>
                  </a:lnTo>
                  <a:lnTo>
                    <a:pt x="1619" y="1844"/>
                  </a:lnTo>
                  <a:lnTo>
                    <a:pt x="1821" y="1327"/>
                  </a:lnTo>
                  <a:lnTo>
                    <a:pt x="2068" y="833"/>
                  </a:lnTo>
                  <a:lnTo>
                    <a:pt x="2091" y="698"/>
                  </a:lnTo>
                  <a:lnTo>
                    <a:pt x="2091" y="585"/>
                  </a:lnTo>
                  <a:lnTo>
                    <a:pt x="2068" y="473"/>
                  </a:lnTo>
                  <a:lnTo>
                    <a:pt x="2023" y="361"/>
                  </a:lnTo>
                  <a:lnTo>
                    <a:pt x="1956" y="248"/>
                  </a:lnTo>
                  <a:lnTo>
                    <a:pt x="1888" y="158"/>
                  </a:lnTo>
                  <a:lnTo>
                    <a:pt x="1776" y="91"/>
                  </a:lnTo>
                  <a:lnTo>
                    <a:pt x="1664" y="46"/>
                  </a:lnTo>
                  <a:lnTo>
                    <a:pt x="1551"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5"/>
            <p:cNvSpPr/>
            <p:nvPr/>
          </p:nvSpPr>
          <p:spPr>
            <a:xfrm>
              <a:off x="3124375" y="2003275"/>
              <a:ext cx="100600" cy="155700"/>
            </a:xfrm>
            <a:custGeom>
              <a:avLst/>
              <a:gdLst/>
              <a:ahLst/>
              <a:cxnLst/>
              <a:rect l="l" t="t" r="r" b="b"/>
              <a:pathLst>
                <a:path w="4024" h="6228" extrusionOk="0">
                  <a:moveTo>
                    <a:pt x="3417" y="1"/>
                  </a:moveTo>
                  <a:lnTo>
                    <a:pt x="3305" y="23"/>
                  </a:lnTo>
                  <a:lnTo>
                    <a:pt x="3192" y="46"/>
                  </a:lnTo>
                  <a:lnTo>
                    <a:pt x="3080" y="91"/>
                  </a:lnTo>
                  <a:lnTo>
                    <a:pt x="2990" y="158"/>
                  </a:lnTo>
                  <a:lnTo>
                    <a:pt x="2900" y="271"/>
                  </a:lnTo>
                  <a:lnTo>
                    <a:pt x="2495" y="877"/>
                  </a:lnTo>
                  <a:lnTo>
                    <a:pt x="2136" y="1484"/>
                  </a:lnTo>
                  <a:lnTo>
                    <a:pt x="1798" y="2114"/>
                  </a:lnTo>
                  <a:lnTo>
                    <a:pt x="1461" y="2743"/>
                  </a:lnTo>
                  <a:lnTo>
                    <a:pt x="787" y="4002"/>
                  </a:lnTo>
                  <a:lnTo>
                    <a:pt x="450" y="4631"/>
                  </a:lnTo>
                  <a:lnTo>
                    <a:pt x="90" y="5238"/>
                  </a:lnTo>
                  <a:lnTo>
                    <a:pt x="23" y="5373"/>
                  </a:lnTo>
                  <a:lnTo>
                    <a:pt x="0" y="5508"/>
                  </a:lnTo>
                  <a:lnTo>
                    <a:pt x="0" y="5621"/>
                  </a:lnTo>
                  <a:lnTo>
                    <a:pt x="23" y="5733"/>
                  </a:lnTo>
                  <a:lnTo>
                    <a:pt x="68" y="5845"/>
                  </a:lnTo>
                  <a:lnTo>
                    <a:pt x="135" y="5958"/>
                  </a:lnTo>
                  <a:lnTo>
                    <a:pt x="202" y="6025"/>
                  </a:lnTo>
                  <a:lnTo>
                    <a:pt x="292" y="6115"/>
                  </a:lnTo>
                  <a:lnTo>
                    <a:pt x="405" y="6160"/>
                  </a:lnTo>
                  <a:lnTo>
                    <a:pt x="517" y="6205"/>
                  </a:lnTo>
                  <a:lnTo>
                    <a:pt x="630" y="6228"/>
                  </a:lnTo>
                  <a:lnTo>
                    <a:pt x="742" y="6205"/>
                  </a:lnTo>
                  <a:lnTo>
                    <a:pt x="832" y="6183"/>
                  </a:lnTo>
                  <a:lnTo>
                    <a:pt x="944" y="6138"/>
                  </a:lnTo>
                  <a:lnTo>
                    <a:pt x="1034" y="6048"/>
                  </a:lnTo>
                  <a:lnTo>
                    <a:pt x="1124" y="5935"/>
                  </a:lnTo>
                  <a:lnTo>
                    <a:pt x="1484" y="5328"/>
                  </a:lnTo>
                  <a:lnTo>
                    <a:pt x="1821" y="4699"/>
                  </a:lnTo>
                  <a:lnTo>
                    <a:pt x="2473" y="3418"/>
                  </a:lnTo>
                  <a:lnTo>
                    <a:pt x="2810" y="2788"/>
                  </a:lnTo>
                  <a:lnTo>
                    <a:pt x="3170" y="2181"/>
                  </a:lnTo>
                  <a:lnTo>
                    <a:pt x="3529" y="1552"/>
                  </a:lnTo>
                  <a:lnTo>
                    <a:pt x="3911" y="967"/>
                  </a:lnTo>
                  <a:lnTo>
                    <a:pt x="3979" y="833"/>
                  </a:lnTo>
                  <a:lnTo>
                    <a:pt x="4024" y="720"/>
                  </a:lnTo>
                  <a:lnTo>
                    <a:pt x="4024" y="608"/>
                  </a:lnTo>
                  <a:lnTo>
                    <a:pt x="4024" y="495"/>
                  </a:lnTo>
                  <a:lnTo>
                    <a:pt x="3979" y="383"/>
                  </a:lnTo>
                  <a:lnTo>
                    <a:pt x="3911" y="293"/>
                  </a:lnTo>
                  <a:lnTo>
                    <a:pt x="3844" y="203"/>
                  </a:lnTo>
                  <a:lnTo>
                    <a:pt x="3754" y="136"/>
                  </a:lnTo>
                  <a:lnTo>
                    <a:pt x="3642" y="68"/>
                  </a:lnTo>
                  <a:lnTo>
                    <a:pt x="3529" y="23"/>
                  </a:lnTo>
                  <a:lnTo>
                    <a:pt x="3417"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5"/>
            <p:cNvSpPr/>
            <p:nvPr/>
          </p:nvSpPr>
          <p:spPr>
            <a:xfrm>
              <a:off x="3104700" y="2170750"/>
              <a:ext cx="94425" cy="129275"/>
            </a:xfrm>
            <a:custGeom>
              <a:avLst/>
              <a:gdLst/>
              <a:ahLst/>
              <a:cxnLst/>
              <a:rect l="l" t="t" r="r" b="b"/>
              <a:pathLst>
                <a:path w="3777" h="5171" extrusionOk="0">
                  <a:moveTo>
                    <a:pt x="3057" y="1"/>
                  </a:moveTo>
                  <a:lnTo>
                    <a:pt x="2945" y="23"/>
                  </a:lnTo>
                  <a:lnTo>
                    <a:pt x="2833" y="68"/>
                  </a:lnTo>
                  <a:lnTo>
                    <a:pt x="2720" y="135"/>
                  </a:lnTo>
                  <a:lnTo>
                    <a:pt x="2630" y="248"/>
                  </a:lnTo>
                  <a:lnTo>
                    <a:pt x="2316" y="742"/>
                  </a:lnTo>
                  <a:lnTo>
                    <a:pt x="2001" y="1237"/>
                  </a:lnTo>
                  <a:lnTo>
                    <a:pt x="1372" y="2226"/>
                  </a:lnTo>
                  <a:lnTo>
                    <a:pt x="765" y="3238"/>
                  </a:lnTo>
                  <a:lnTo>
                    <a:pt x="450" y="3732"/>
                  </a:lnTo>
                  <a:lnTo>
                    <a:pt x="113" y="4227"/>
                  </a:lnTo>
                  <a:lnTo>
                    <a:pt x="45" y="4339"/>
                  </a:lnTo>
                  <a:lnTo>
                    <a:pt x="0" y="4474"/>
                  </a:lnTo>
                  <a:lnTo>
                    <a:pt x="0" y="4586"/>
                  </a:lnTo>
                  <a:lnTo>
                    <a:pt x="23" y="4699"/>
                  </a:lnTo>
                  <a:lnTo>
                    <a:pt x="68" y="4811"/>
                  </a:lnTo>
                  <a:lnTo>
                    <a:pt x="113" y="4901"/>
                  </a:lnTo>
                  <a:lnTo>
                    <a:pt x="203" y="4991"/>
                  </a:lnTo>
                  <a:lnTo>
                    <a:pt x="293" y="5058"/>
                  </a:lnTo>
                  <a:lnTo>
                    <a:pt x="382" y="5126"/>
                  </a:lnTo>
                  <a:lnTo>
                    <a:pt x="495" y="5148"/>
                  </a:lnTo>
                  <a:lnTo>
                    <a:pt x="607" y="5171"/>
                  </a:lnTo>
                  <a:lnTo>
                    <a:pt x="720" y="5171"/>
                  </a:lnTo>
                  <a:lnTo>
                    <a:pt x="832" y="5148"/>
                  </a:lnTo>
                  <a:lnTo>
                    <a:pt x="944" y="5103"/>
                  </a:lnTo>
                  <a:lnTo>
                    <a:pt x="1057" y="5013"/>
                  </a:lnTo>
                  <a:lnTo>
                    <a:pt x="1147" y="4923"/>
                  </a:lnTo>
                  <a:lnTo>
                    <a:pt x="1461" y="4429"/>
                  </a:lnTo>
                  <a:lnTo>
                    <a:pt x="1776" y="3934"/>
                  </a:lnTo>
                  <a:lnTo>
                    <a:pt x="2406" y="2923"/>
                  </a:lnTo>
                  <a:lnTo>
                    <a:pt x="3013" y="1911"/>
                  </a:lnTo>
                  <a:lnTo>
                    <a:pt x="3327" y="1417"/>
                  </a:lnTo>
                  <a:lnTo>
                    <a:pt x="3664" y="945"/>
                  </a:lnTo>
                  <a:lnTo>
                    <a:pt x="3732" y="810"/>
                  </a:lnTo>
                  <a:lnTo>
                    <a:pt x="3777" y="697"/>
                  </a:lnTo>
                  <a:lnTo>
                    <a:pt x="3777" y="585"/>
                  </a:lnTo>
                  <a:lnTo>
                    <a:pt x="3754" y="473"/>
                  </a:lnTo>
                  <a:lnTo>
                    <a:pt x="3732" y="360"/>
                  </a:lnTo>
                  <a:lnTo>
                    <a:pt x="3664" y="270"/>
                  </a:lnTo>
                  <a:lnTo>
                    <a:pt x="3597" y="180"/>
                  </a:lnTo>
                  <a:lnTo>
                    <a:pt x="3485" y="113"/>
                  </a:lnTo>
                  <a:lnTo>
                    <a:pt x="3395" y="46"/>
                  </a:lnTo>
                  <a:lnTo>
                    <a:pt x="3282"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5"/>
            <p:cNvSpPr/>
            <p:nvPr/>
          </p:nvSpPr>
          <p:spPr>
            <a:xfrm>
              <a:off x="3458750" y="1923475"/>
              <a:ext cx="124200" cy="152900"/>
            </a:xfrm>
            <a:custGeom>
              <a:avLst/>
              <a:gdLst/>
              <a:ahLst/>
              <a:cxnLst/>
              <a:rect l="l" t="t" r="r" b="b"/>
              <a:pathLst>
                <a:path w="4968" h="6116" extrusionOk="0">
                  <a:moveTo>
                    <a:pt x="4294" y="1"/>
                  </a:moveTo>
                  <a:lnTo>
                    <a:pt x="4181" y="23"/>
                  </a:lnTo>
                  <a:lnTo>
                    <a:pt x="4091" y="91"/>
                  </a:lnTo>
                  <a:lnTo>
                    <a:pt x="3979" y="181"/>
                  </a:lnTo>
                  <a:lnTo>
                    <a:pt x="3462" y="765"/>
                  </a:lnTo>
                  <a:lnTo>
                    <a:pt x="2945" y="1372"/>
                  </a:lnTo>
                  <a:lnTo>
                    <a:pt x="2428" y="1979"/>
                  </a:lnTo>
                  <a:lnTo>
                    <a:pt x="1956" y="2586"/>
                  </a:lnTo>
                  <a:lnTo>
                    <a:pt x="1461" y="3215"/>
                  </a:lnTo>
                  <a:lnTo>
                    <a:pt x="1012" y="3845"/>
                  </a:lnTo>
                  <a:lnTo>
                    <a:pt x="540" y="4497"/>
                  </a:lnTo>
                  <a:lnTo>
                    <a:pt x="113" y="5148"/>
                  </a:lnTo>
                  <a:lnTo>
                    <a:pt x="45" y="5283"/>
                  </a:lnTo>
                  <a:lnTo>
                    <a:pt x="0" y="5396"/>
                  </a:lnTo>
                  <a:lnTo>
                    <a:pt x="0" y="5508"/>
                  </a:lnTo>
                  <a:lnTo>
                    <a:pt x="23" y="5621"/>
                  </a:lnTo>
                  <a:lnTo>
                    <a:pt x="68" y="5733"/>
                  </a:lnTo>
                  <a:lnTo>
                    <a:pt x="113" y="5823"/>
                  </a:lnTo>
                  <a:lnTo>
                    <a:pt x="202" y="5913"/>
                  </a:lnTo>
                  <a:lnTo>
                    <a:pt x="292" y="5980"/>
                  </a:lnTo>
                  <a:lnTo>
                    <a:pt x="382" y="6048"/>
                  </a:lnTo>
                  <a:lnTo>
                    <a:pt x="495" y="6093"/>
                  </a:lnTo>
                  <a:lnTo>
                    <a:pt x="607" y="6115"/>
                  </a:lnTo>
                  <a:lnTo>
                    <a:pt x="719" y="6093"/>
                  </a:lnTo>
                  <a:lnTo>
                    <a:pt x="832" y="6070"/>
                  </a:lnTo>
                  <a:lnTo>
                    <a:pt x="944" y="6025"/>
                  </a:lnTo>
                  <a:lnTo>
                    <a:pt x="1057" y="5935"/>
                  </a:lnTo>
                  <a:lnTo>
                    <a:pt x="1147" y="5845"/>
                  </a:lnTo>
                  <a:lnTo>
                    <a:pt x="1978" y="4609"/>
                  </a:lnTo>
                  <a:lnTo>
                    <a:pt x="2428" y="4002"/>
                  </a:lnTo>
                  <a:lnTo>
                    <a:pt x="2877" y="3395"/>
                  </a:lnTo>
                  <a:lnTo>
                    <a:pt x="3349" y="2811"/>
                  </a:lnTo>
                  <a:lnTo>
                    <a:pt x="3822" y="2226"/>
                  </a:lnTo>
                  <a:lnTo>
                    <a:pt x="4294" y="1664"/>
                  </a:lnTo>
                  <a:lnTo>
                    <a:pt x="4811" y="1102"/>
                  </a:lnTo>
                  <a:lnTo>
                    <a:pt x="4878" y="990"/>
                  </a:lnTo>
                  <a:lnTo>
                    <a:pt x="4946" y="877"/>
                  </a:lnTo>
                  <a:lnTo>
                    <a:pt x="4968" y="743"/>
                  </a:lnTo>
                  <a:lnTo>
                    <a:pt x="4968" y="630"/>
                  </a:lnTo>
                  <a:lnTo>
                    <a:pt x="4946" y="518"/>
                  </a:lnTo>
                  <a:lnTo>
                    <a:pt x="4923" y="405"/>
                  </a:lnTo>
                  <a:lnTo>
                    <a:pt x="4856" y="293"/>
                  </a:lnTo>
                  <a:lnTo>
                    <a:pt x="4788" y="203"/>
                  </a:lnTo>
                  <a:lnTo>
                    <a:pt x="4721" y="113"/>
                  </a:lnTo>
                  <a:lnTo>
                    <a:pt x="4608" y="68"/>
                  </a:lnTo>
                  <a:lnTo>
                    <a:pt x="4518" y="23"/>
                  </a:lnTo>
                  <a:lnTo>
                    <a:pt x="4406"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5"/>
            <p:cNvSpPr/>
            <p:nvPr/>
          </p:nvSpPr>
          <p:spPr>
            <a:xfrm>
              <a:off x="3370500" y="2170750"/>
              <a:ext cx="85450" cy="115800"/>
            </a:xfrm>
            <a:custGeom>
              <a:avLst/>
              <a:gdLst/>
              <a:ahLst/>
              <a:cxnLst/>
              <a:rect l="l" t="t" r="r" b="b"/>
              <a:pathLst>
                <a:path w="3418" h="4632" extrusionOk="0">
                  <a:moveTo>
                    <a:pt x="2676" y="1"/>
                  </a:moveTo>
                  <a:lnTo>
                    <a:pt x="2564" y="23"/>
                  </a:lnTo>
                  <a:lnTo>
                    <a:pt x="2451" y="68"/>
                  </a:lnTo>
                  <a:lnTo>
                    <a:pt x="2361" y="158"/>
                  </a:lnTo>
                  <a:lnTo>
                    <a:pt x="2271" y="270"/>
                  </a:lnTo>
                  <a:lnTo>
                    <a:pt x="1979" y="675"/>
                  </a:lnTo>
                  <a:lnTo>
                    <a:pt x="1709" y="1102"/>
                  </a:lnTo>
                  <a:lnTo>
                    <a:pt x="1192" y="1979"/>
                  </a:lnTo>
                  <a:lnTo>
                    <a:pt x="653" y="2833"/>
                  </a:lnTo>
                  <a:lnTo>
                    <a:pt x="383" y="3260"/>
                  </a:lnTo>
                  <a:lnTo>
                    <a:pt x="113" y="3687"/>
                  </a:lnTo>
                  <a:lnTo>
                    <a:pt x="46" y="3822"/>
                  </a:lnTo>
                  <a:lnTo>
                    <a:pt x="1" y="3934"/>
                  </a:lnTo>
                  <a:lnTo>
                    <a:pt x="1" y="4047"/>
                  </a:lnTo>
                  <a:lnTo>
                    <a:pt x="1" y="4159"/>
                  </a:lnTo>
                  <a:lnTo>
                    <a:pt x="46" y="4272"/>
                  </a:lnTo>
                  <a:lnTo>
                    <a:pt x="113" y="4362"/>
                  </a:lnTo>
                  <a:lnTo>
                    <a:pt x="181" y="4451"/>
                  </a:lnTo>
                  <a:lnTo>
                    <a:pt x="271" y="4519"/>
                  </a:lnTo>
                  <a:lnTo>
                    <a:pt x="383" y="4586"/>
                  </a:lnTo>
                  <a:lnTo>
                    <a:pt x="495" y="4631"/>
                  </a:lnTo>
                  <a:lnTo>
                    <a:pt x="720" y="4631"/>
                  </a:lnTo>
                  <a:lnTo>
                    <a:pt x="833" y="4609"/>
                  </a:lnTo>
                  <a:lnTo>
                    <a:pt x="945" y="4564"/>
                  </a:lnTo>
                  <a:lnTo>
                    <a:pt x="1035" y="4496"/>
                  </a:lnTo>
                  <a:lnTo>
                    <a:pt x="1125" y="4384"/>
                  </a:lnTo>
                  <a:lnTo>
                    <a:pt x="1417" y="3957"/>
                  </a:lnTo>
                  <a:lnTo>
                    <a:pt x="1687" y="3530"/>
                  </a:lnTo>
                  <a:lnTo>
                    <a:pt x="2226" y="2676"/>
                  </a:lnTo>
                  <a:lnTo>
                    <a:pt x="2743" y="1799"/>
                  </a:lnTo>
                  <a:lnTo>
                    <a:pt x="3013" y="1372"/>
                  </a:lnTo>
                  <a:lnTo>
                    <a:pt x="3305" y="945"/>
                  </a:lnTo>
                  <a:lnTo>
                    <a:pt x="3373" y="832"/>
                  </a:lnTo>
                  <a:lnTo>
                    <a:pt x="3395" y="697"/>
                  </a:lnTo>
                  <a:lnTo>
                    <a:pt x="3418" y="585"/>
                  </a:lnTo>
                  <a:lnTo>
                    <a:pt x="3395" y="473"/>
                  </a:lnTo>
                  <a:lnTo>
                    <a:pt x="3350" y="360"/>
                  </a:lnTo>
                  <a:lnTo>
                    <a:pt x="3283" y="270"/>
                  </a:lnTo>
                  <a:lnTo>
                    <a:pt x="3215" y="180"/>
                  </a:lnTo>
                  <a:lnTo>
                    <a:pt x="3126" y="113"/>
                  </a:lnTo>
                  <a:lnTo>
                    <a:pt x="3013" y="68"/>
                  </a:lnTo>
                  <a:lnTo>
                    <a:pt x="2901" y="23"/>
                  </a:lnTo>
                  <a:lnTo>
                    <a:pt x="2788"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5"/>
            <p:cNvSpPr/>
            <p:nvPr/>
          </p:nvSpPr>
          <p:spPr>
            <a:xfrm>
              <a:off x="1079350" y="1761075"/>
              <a:ext cx="1100350" cy="1270100"/>
            </a:xfrm>
            <a:custGeom>
              <a:avLst/>
              <a:gdLst/>
              <a:ahLst/>
              <a:cxnLst/>
              <a:rect l="l" t="t" r="r" b="b"/>
              <a:pathLst>
                <a:path w="44014" h="50804" extrusionOk="0">
                  <a:moveTo>
                    <a:pt x="6564" y="0"/>
                  </a:moveTo>
                  <a:lnTo>
                    <a:pt x="6249" y="45"/>
                  </a:lnTo>
                  <a:lnTo>
                    <a:pt x="5912" y="90"/>
                  </a:lnTo>
                  <a:lnTo>
                    <a:pt x="5575" y="158"/>
                  </a:lnTo>
                  <a:lnTo>
                    <a:pt x="5238" y="248"/>
                  </a:lnTo>
                  <a:lnTo>
                    <a:pt x="4900" y="360"/>
                  </a:lnTo>
                  <a:lnTo>
                    <a:pt x="4563" y="495"/>
                  </a:lnTo>
                  <a:lnTo>
                    <a:pt x="4249" y="652"/>
                  </a:lnTo>
                  <a:lnTo>
                    <a:pt x="3911" y="832"/>
                  </a:lnTo>
                  <a:lnTo>
                    <a:pt x="3574" y="1034"/>
                  </a:lnTo>
                  <a:lnTo>
                    <a:pt x="3259" y="1259"/>
                  </a:lnTo>
                  <a:lnTo>
                    <a:pt x="2967" y="1484"/>
                  </a:lnTo>
                  <a:lnTo>
                    <a:pt x="2675" y="1709"/>
                  </a:lnTo>
                  <a:lnTo>
                    <a:pt x="2405" y="1956"/>
                  </a:lnTo>
                  <a:lnTo>
                    <a:pt x="2136" y="2181"/>
                  </a:lnTo>
                  <a:lnTo>
                    <a:pt x="1911" y="2428"/>
                  </a:lnTo>
                  <a:lnTo>
                    <a:pt x="1686" y="2675"/>
                  </a:lnTo>
                  <a:lnTo>
                    <a:pt x="1484" y="2945"/>
                  </a:lnTo>
                  <a:lnTo>
                    <a:pt x="1281" y="3192"/>
                  </a:lnTo>
                  <a:lnTo>
                    <a:pt x="1101" y="3462"/>
                  </a:lnTo>
                  <a:lnTo>
                    <a:pt x="944" y="3732"/>
                  </a:lnTo>
                  <a:lnTo>
                    <a:pt x="787" y="4002"/>
                  </a:lnTo>
                  <a:lnTo>
                    <a:pt x="652" y="4294"/>
                  </a:lnTo>
                  <a:lnTo>
                    <a:pt x="539" y="4564"/>
                  </a:lnTo>
                  <a:lnTo>
                    <a:pt x="427" y="4856"/>
                  </a:lnTo>
                  <a:lnTo>
                    <a:pt x="337" y="5126"/>
                  </a:lnTo>
                  <a:lnTo>
                    <a:pt x="180" y="5710"/>
                  </a:lnTo>
                  <a:lnTo>
                    <a:pt x="67" y="6317"/>
                  </a:lnTo>
                  <a:lnTo>
                    <a:pt x="22" y="6924"/>
                  </a:lnTo>
                  <a:lnTo>
                    <a:pt x="0" y="7531"/>
                  </a:lnTo>
                  <a:lnTo>
                    <a:pt x="45" y="8160"/>
                  </a:lnTo>
                  <a:lnTo>
                    <a:pt x="112" y="8767"/>
                  </a:lnTo>
                  <a:lnTo>
                    <a:pt x="202" y="9397"/>
                  </a:lnTo>
                  <a:lnTo>
                    <a:pt x="360" y="10026"/>
                  </a:lnTo>
                  <a:lnTo>
                    <a:pt x="517" y="10655"/>
                  </a:lnTo>
                  <a:lnTo>
                    <a:pt x="719" y="11285"/>
                  </a:lnTo>
                  <a:lnTo>
                    <a:pt x="944" y="11914"/>
                  </a:lnTo>
                  <a:lnTo>
                    <a:pt x="1214" y="12544"/>
                  </a:lnTo>
                  <a:lnTo>
                    <a:pt x="1484" y="13151"/>
                  </a:lnTo>
                  <a:lnTo>
                    <a:pt x="1798" y="13758"/>
                  </a:lnTo>
                  <a:lnTo>
                    <a:pt x="2113" y="14364"/>
                  </a:lnTo>
                  <a:lnTo>
                    <a:pt x="2450" y="14949"/>
                  </a:lnTo>
                  <a:lnTo>
                    <a:pt x="2787" y="15533"/>
                  </a:lnTo>
                  <a:lnTo>
                    <a:pt x="3147" y="16095"/>
                  </a:lnTo>
                  <a:lnTo>
                    <a:pt x="3529" y="16635"/>
                  </a:lnTo>
                  <a:lnTo>
                    <a:pt x="3889" y="17174"/>
                  </a:lnTo>
                  <a:lnTo>
                    <a:pt x="4271" y="17691"/>
                  </a:lnTo>
                  <a:lnTo>
                    <a:pt x="4653" y="18186"/>
                  </a:lnTo>
                  <a:lnTo>
                    <a:pt x="5417" y="19130"/>
                  </a:lnTo>
                  <a:lnTo>
                    <a:pt x="6249" y="20074"/>
                  </a:lnTo>
                  <a:lnTo>
                    <a:pt x="7081" y="21018"/>
                  </a:lnTo>
                  <a:lnTo>
                    <a:pt x="8767" y="22884"/>
                  </a:lnTo>
                  <a:lnTo>
                    <a:pt x="12161" y="26571"/>
                  </a:lnTo>
                  <a:lnTo>
                    <a:pt x="13847" y="28436"/>
                  </a:lnTo>
                  <a:lnTo>
                    <a:pt x="14679" y="29380"/>
                  </a:lnTo>
                  <a:lnTo>
                    <a:pt x="15511" y="30325"/>
                  </a:lnTo>
                  <a:lnTo>
                    <a:pt x="16320" y="31291"/>
                  </a:lnTo>
                  <a:lnTo>
                    <a:pt x="17107" y="32258"/>
                  </a:lnTo>
                  <a:lnTo>
                    <a:pt x="17893" y="33247"/>
                  </a:lnTo>
                  <a:lnTo>
                    <a:pt x="18658" y="34236"/>
                  </a:lnTo>
                  <a:lnTo>
                    <a:pt x="19085" y="34865"/>
                  </a:lnTo>
                  <a:lnTo>
                    <a:pt x="19624" y="35697"/>
                  </a:lnTo>
                  <a:lnTo>
                    <a:pt x="20254" y="36709"/>
                  </a:lnTo>
                  <a:lnTo>
                    <a:pt x="20973" y="37855"/>
                  </a:lnTo>
                  <a:lnTo>
                    <a:pt x="22524" y="40463"/>
                  </a:lnTo>
                  <a:lnTo>
                    <a:pt x="24120" y="43205"/>
                  </a:lnTo>
                  <a:lnTo>
                    <a:pt x="26907" y="48038"/>
                  </a:lnTo>
                  <a:lnTo>
                    <a:pt x="28121" y="50151"/>
                  </a:lnTo>
                  <a:lnTo>
                    <a:pt x="28975" y="50398"/>
                  </a:lnTo>
                  <a:lnTo>
                    <a:pt x="29830" y="50578"/>
                  </a:lnTo>
                  <a:lnTo>
                    <a:pt x="30661" y="50713"/>
                  </a:lnTo>
                  <a:lnTo>
                    <a:pt x="31493" y="50781"/>
                  </a:lnTo>
                  <a:lnTo>
                    <a:pt x="32302" y="50803"/>
                  </a:lnTo>
                  <a:lnTo>
                    <a:pt x="33112" y="50803"/>
                  </a:lnTo>
                  <a:lnTo>
                    <a:pt x="33898" y="50736"/>
                  </a:lnTo>
                  <a:lnTo>
                    <a:pt x="34708" y="50646"/>
                  </a:lnTo>
                  <a:lnTo>
                    <a:pt x="35494" y="50533"/>
                  </a:lnTo>
                  <a:lnTo>
                    <a:pt x="36304" y="50353"/>
                  </a:lnTo>
                  <a:lnTo>
                    <a:pt x="37113" y="50174"/>
                  </a:lnTo>
                  <a:lnTo>
                    <a:pt x="37945" y="49971"/>
                  </a:lnTo>
                  <a:lnTo>
                    <a:pt x="38776" y="49724"/>
                  </a:lnTo>
                  <a:lnTo>
                    <a:pt x="39630" y="49477"/>
                  </a:lnTo>
                  <a:lnTo>
                    <a:pt x="41384" y="48937"/>
                  </a:lnTo>
                  <a:lnTo>
                    <a:pt x="41968" y="48735"/>
                  </a:lnTo>
                  <a:lnTo>
                    <a:pt x="42216" y="48623"/>
                  </a:lnTo>
                  <a:lnTo>
                    <a:pt x="42463" y="48510"/>
                  </a:lnTo>
                  <a:lnTo>
                    <a:pt x="42688" y="48398"/>
                  </a:lnTo>
                  <a:lnTo>
                    <a:pt x="42890" y="48263"/>
                  </a:lnTo>
                  <a:lnTo>
                    <a:pt x="43070" y="48128"/>
                  </a:lnTo>
                  <a:lnTo>
                    <a:pt x="43227" y="47971"/>
                  </a:lnTo>
                  <a:lnTo>
                    <a:pt x="43384" y="47836"/>
                  </a:lnTo>
                  <a:lnTo>
                    <a:pt x="43519" y="47678"/>
                  </a:lnTo>
                  <a:lnTo>
                    <a:pt x="43632" y="47521"/>
                  </a:lnTo>
                  <a:lnTo>
                    <a:pt x="43722" y="47341"/>
                  </a:lnTo>
                  <a:lnTo>
                    <a:pt x="43812" y="47184"/>
                  </a:lnTo>
                  <a:lnTo>
                    <a:pt x="43879" y="47004"/>
                  </a:lnTo>
                  <a:lnTo>
                    <a:pt x="43924" y="46824"/>
                  </a:lnTo>
                  <a:lnTo>
                    <a:pt x="43969" y="46644"/>
                  </a:lnTo>
                  <a:lnTo>
                    <a:pt x="43991" y="46442"/>
                  </a:lnTo>
                  <a:lnTo>
                    <a:pt x="44014" y="46240"/>
                  </a:lnTo>
                  <a:lnTo>
                    <a:pt x="44014" y="45835"/>
                  </a:lnTo>
                  <a:lnTo>
                    <a:pt x="43946" y="45408"/>
                  </a:lnTo>
                  <a:lnTo>
                    <a:pt x="43857" y="44958"/>
                  </a:lnTo>
                  <a:lnTo>
                    <a:pt x="43722" y="44509"/>
                  </a:lnTo>
                  <a:lnTo>
                    <a:pt x="43542" y="44037"/>
                  </a:lnTo>
                  <a:lnTo>
                    <a:pt x="43362" y="43542"/>
                  </a:lnTo>
                  <a:lnTo>
                    <a:pt x="43115" y="43025"/>
                  </a:lnTo>
                  <a:lnTo>
                    <a:pt x="42216" y="41137"/>
                  </a:lnTo>
                  <a:lnTo>
                    <a:pt x="41294" y="39271"/>
                  </a:lnTo>
                  <a:lnTo>
                    <a:pt x="40327" y="37428"/>
                  </a:lnTo>
                  <a:lnTo>
                    <a:pt x="39316" y="35585"/>
                  </a:lnTo>
                  <a:lnTo>
                    <a:pt x="38282" y="33764"/>
                  </a:lnTo>
                  <a:lnTo>
                    <a:pt x="37225" y="31966"/>
                  </a:lnTo>
                  <a:lnTo>
                    <a:pt x="36146" y="30167"/>
                  </a:lnTo>
                  <a:lnTo>
                    <a:pt x="35022" y="28391"/>
                  </a:lnTo>
                  <a:lnTo>
                    <a:pt x="33876" y="26638"/>
                  </a:lnTo>
                  <a:lnTo>
                    <a:pt x="32729" y="24907"/>
                  </a:lnTo>
                  <a:lnTo>
                    <a:pt x="31538" y="23176"/>
                  </a:lnTo>
                  <a:lnTo>
                    <a:pt x="30324" y="21468"/>
                  </a:lnTo>
                  <a:lnTo>
                    <a:pt x="29110" y="19782"/>
                  </a:lnTo>
                  <a:lnTo>
                    <a:pt x="27851" y="18096"/>
                  </a:lnTo>
                  <a:lnTo>
                    <a:pt x="26593" y="16433"/>
                  </a:lnTo>
                  <a:lnTo>
                    <a:pt x="25311" y="14769"/>
                  </a:lnTo>
                  <a:lnTo>
                    <a:pt x="24659" y="13960"/>
                  </a:lnTo>
                  <a:lnTo>
                    <a:pt x="24008" y="13173"/>
                  </a:lnTo>
                  <a:lnTo>
                    <a:pt x="23333" y="12386"/>
                  </a:lnTo>
                  <a:lnTo>
                    <a:pt x="22659" y="11600"/>
                  </a:lnTo>
                  <a:lnTo>
                    <a:pt x="21962" y="10835"/>
                  </a:lnTo>
                  <a:lnTo>
                    <a:pt x="21265" y="10071"/>
                  </a:lnTo>
                  <a:lnTo>
                    <a:pt x="20546" y="9329"/>
                  </a:lnTo>
                  <a:lnTo>
                    <a:pt x="19826" y="8587"/>
                  </a:lnTo>
                  <a:lnTo>
                    <a:pt x="18343" y="7126"/>
                  </a:lnTo>
                  <a:lnTo>
                    <a:pt x="16837" y="5710"/>
                  </a:lnTo>
                  <a:lnTo>
                    <a:pt x="15286" y="4339"/>
                  </a:lnTo>
                  <a:lnTo>
                    <a:pt x="13735" y="2990"/>
                  </a:lnTo>
                  <a:lnTo>
                    <a:pt x="13173" y="2540"/>
                  </a:lnTo>
                  <a:lnTo>
                    <a:pt x="12611" y="2113"/>
                  </a:lnTo>
                  <a:lnTo>
                    <a:pt x="12026" y="1709"/>
                  </a:lnTo>
                  <a:lnTo>
                    <a:pt x="11419" y="1327"/>
                  </a:lnTo>
                  <a:lnTo>
                    <a:pt x="10812" y="989"/>
                  </a:lnTo>
                  <a:lnTo>
                    <a:pt x="10183" y="697"/>
                  </a:lnTo>
                  <a:lnTo>
                    <a:pt x="9531" y="450"/>
                  </a:lnTo>
                  <a:lnTo>
                    <a:pt x="8879" y="248"/>
                  </a:lnTo>
                  <a:lnTo>
                    <a:pt x="8565" y="158"/>
                  </a:lnTo>
                  <a:lnTo>
                    <a:pt x="8227" y="113"/>
                  </a:lnTo>
                  <a:lnTo>
                    <a:pt x="7913" y="45"/>
                  </a:lnTo>
                  <a:lnTo>
                    <a:pt x="7575" y="23"/>
                  </a:lnTo>
                  <a:lnTo>
                    <a:pt x="7238" y="0"/>
                  </a:lnTo>
                  <a:close/>
                </a:path>
              </a:pathLst>
            </a:custGeom>
            <a:solidFill>
              <a:srgbClr val="759B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5"/>
            <p:cNvSpPr/>
            <p:nvPr/>
          </p:nvSpPr>
          <p:spPr>
            <a:xfrm>
              <a:off x="1137775" y="1790850"/>
              <a:ext cx="891875" cy="1226825"/>
            </a:xfrm>
            <a:custGeom>
              <a:avLst/>
              <a:gdLst/>
              <a:ahLst/>
              <a:cxnLst/>
              <a:rect l="l" t="t" r="r" b="b"/>
              <a:pathLst>
                <a:path w="35675" h="49073" extrusionOk="0">
                  <a:moveTo>
                    <a:pt x="1012" y="1"/>
                  </a:moveTo>
                  <a:lnTo>
                    <a:pt x="473" y="405"/>
                  </a:lnTo>
                  <a:lnTo>
                    <a:pt x="1" y="810"/>
                  </a:lnTo>
                  <a:lnTo>
                    <a:pt x="495" y="1327"/>
                  </a:lnTo>
                  <a:lnTo>
                    <a:pt x="967" y="1822"/>
                  </a:lnTo>
                  <a:lnTo>
                    <a:pt x="1484" y="2316"/>
                  </a:lnTo>
                  <a:lnTo>
                    <a:pt x="2001" y="2811"/>
                  </a:lnTo>
                  <a:lnTo>
                    <a:pt x="3035" y="3777"/>
                  </a:lnTo>
                  <a:lnTo>
                    <a:pt x="4114" y="4721"/>
                  </a:lnTo>
                  <a:lnTo>
                    <a:pt x="5171" y="5688"/>
                  </a:lnTo>
                  <a:lnTo>
                    <a:pt x="6205" y="6655"/>
                  </a:lnTo>
                  <a:lnTo>
                    <a:pt x="6722" y="7149"/>
                  </a:lnTo>
                  <a:lnTo>
                    <a:pt x="7217" y="7644"/>
                  </a:lnTo>
                  <a:lnTo>
                    <a:pt x="7689" y="8161"/>
                  </a:lnTo>
                  <a:lnTo>
                    <a:pt x="8161" y="8678"/>
                  </a:lnTo>
                  <a:lnTo>
                    <a:pt x="9847" y="10678"/>
                  </a:lnTo>
                  <a:lnTo>
                    <a:pt x="11533" y="12701"/>
                  </a:lnTo>
                  <a:lnTo>
                    <a:pt x="13174" y="14747"/>
                  </a:lnTo>
                  <a:lnTo>
                    <a:pt x="14814" y="16815"/>
                  </a:lnTo>
                  <a:lnTo>
                    <a:pt x="16388" y="18883"/>
                  </a:lnTo>
                  <a:lnTo>
                    <a:pt x="17939" y="20996"/>
                  </a:lnTo>
                  <a:lnTo>
                    <a:pt x="18703" y="22075"/>
                  </a:lnTo>
                  <a:lnTo>
                    <a:pt x="19468" y="23154"/>
                  </a:lnTo>
                  <a:lnTo>
                    <a:pt x="20187" y="24233"/>
                  </a:lnTo>
                  <a:lnTo>
                    <a:pt x="20929" y="25335"/>
                  </a:lnTo>
                  <a:lnTo>
                    <a:pt x="22233" y="27358"/>
                  </a:lnTo>
                  <a:lnTo>
                    <a:pt x="23491" y="29426"/>
                  </a:lnTo>
                  <a:lnTo>
                    <a:pt x="24728" y="31494"/>
                  </a:lnTo>
                  <a:lnTo>
                    <a:pt x="25919" y="33584"/>
                  </a:lnTo>
                  <a:lnTo>
                    <a:pt x="27111" y="35675"/>
                  </a:lnTo>
                  <a:lnTo>
                    <a:pt x="28279" y="37788"/>
                  </a:lnTo>
                  <a:lnTo>
                    <a:pt x="30595" y="42037"/>
                  </a:lnTo>
                  <a:lnTo>
                    <a:pt x="32528" y="45543"/>
                  </a:lnTo>
                  <a:lnTo>
                    <a:pt x="34439" y="49073"/>
                  </a:lnTo>
                  <a:lnTo>
                    <a:pt x="35675" y="48758"/>
                  </a:lnTo>
                  <a:lnTo>
                    <a:pt x="33832" y="45319"/>
                  </a:lnTo>
                  <a:lnTo>
                    <a:pt x="31943" y="41902"/>
                  </a:lnTo>
                  <a:lnTo>
                    <a:pt x="29561" y="37541"/>
                  </a:lnTo>
                  <a:lnTo>
                    <a:pt x="28347" y="35383"/>
                  </a:lnTo>
                  <a:lnTo>
                    <a:pt x="27133" y="33202"/>
                  </a:lnTo>
                  <a:lnTo>
                    <a:pt x="25897" y="31044"/>
                  </a:lnTo>
                  <a:lnTo>
                    <a:pt x="24638" y="28909"/>
                  </a:lnTo>
                  <a:lnTo>
                    <a:pt x="23334" y="26796"/>
                  </a:lnTo>
                  <a:lnTo>
                    <a:pt x="21985" y="24705"/>
                  </a:lnTo>
                  <a:lnTo>
                    <a:pt x="20704" y="22794"/>
                  </a:lnTo>
                  <a:lnTo>
                    <a:pt x="19378" y="20906"/>
                  </a:lnTo>
                  <a:lnTo>
                    <a:pt x="18029" y="19040"/>
                  </a:lnTo>
                  <a:lnTo>
                    <a:pt x="16658" y="17197"/>
                  </a:lnTo>
                  <a:lnTo>
                    <a:pt x="15242" y="15354"/>
                  </a:lnTo>
                  <a:lnTo>
                    <a:pt x="13803" y="13556"/>
                  </a:lnTo>
                  <a:lnTo>
                    <a:pt x="12342" y="11757"/>
                  </a:lnTo>
                  <a:lnTo>
                    <a:pt x="10881" y="10004"/>
                  </a:lnTo>
                  <a:lnTo>
                    <a:pt x="9487" y="8340"/>
                  </a:lnTo>
                  <a:lnTo>
                    <a:pt x="8790" y="7531"/>
                  </a:lnTo>
                  <a:lnTo>
                    <a:pt x="8071" y="6722"/>
                  </a:lnTo>
                  <a:lnTo>
                    <a:pt x="7351" y="5913"/>
                  </a:lnTo>
                  <a:lnTo>
                    <a:pt x="6610" y="5148"/>
                  </a:lnTo>
                  <a:lnTo>
                    <a:pt x="5845" y="4384"/>
                  </a:lnTo>
                  <a:lnTo>
                    <a:pt x="5036" y="3665"/>
                  </a:lnTo>
                  <a:lnTo>
                    <a:pt x="2968" y="1866"/>
                  </a:lnTo>
                  <a:lnTo>
                    <a:pt x="1979" y="967"/>
                  </a:lnTo>
                  <a:lnTo>
                    <a:pt x="1484" y="495"/>
                  </a:lnTo>
                  <a:lnTo>
                    <a:pt x="1012" y="1"/>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1952075" y="2584375"/>
              <a:ext cx="93325" cy="135450"/>
            </a:xfrm>
            <a:custGeom>
              <a:avLst/>
              <a:gdLst/>
              <a:ahLst/>
              <a:cxnLst/>
              <a:rect l="l" t="t" r="r" b="b"/>
              <a:pathLst>
                <a:path w="3733" h="5418" extrusionOk="0">
                  <a:moveTo>
                    <a:pt x="540" y="0"/>
                  </a:moveTo>
                  <a:lnTo>
                    <a:pt x="428" y="23"/>
                  </a:lnTo>
                  <a:lnTo>
                    <a:pt x="338" y="90"/>
                  </a:lnTo>
                  <a:lnTo>
                    <a:pt x="226" y="158"/>
                  </a:lnTo>
                  <a:lnTo>
                    <a:pt x="158" y="225"/>
                  </a:lnTo>
                  <a:lnTo>
                    <a:pt x="91" y="315"/>
                  </a:lnTo>
                  <a:lnTo>
                    <a:pt x="46" y="427"/>
                  </a:lnTo>
                  <a:lnTo>
                    <a:pt x="23" y="540"/>
                  </a:lnTo>
                  <a:lnTo>
                    <a:pt x="1" y="652"/>
                  </a:lnTo>
                  <a:lnTo>
                    <a:pt x="46" y="787"/>
                  </a:lnTo>
                  <a:lnTo>
                    <a:pt x="91" y="922"/>
                  </a:lnTo>
                  <a:lnTo>
                    <a:pt x="1305" y="3057"/>
                  </a:lnTo>
                  <a:lnTo>
                    <a:pt x="1912" y="4114"/>
                  </a:lnTo>
                  <a:lnTo>
                    <a:pt x="2249" y="4631"/>
                  </a:lnTo>
                  <a:lnTo>
                    <a:pt x="2564" y="5148"/>
                  </a:lnTo>
                  <a:lnTo>
                    <a:pt x="2653" y="5260"/>
                  </a:lnTo>
                  <a:lnTo>
                    <a:pt x="2766" y="5328"/>
                  </a:lnTo>
                  <a:lnTo>
                    <a:pt x="2878" y="5395"/>
                  </a:lnTo>
                  <a:lnTo>
                    <a:pt x="2991" y="5418"/>
                  </a:lnTo>
                  <a:lnTo>
                    <a:pt x="3215" y="5418"/>
                  </a:lnTo>
                  <a:lnTo>
                    <a:pt x="3328" y="5373"/>
                  </a:lnTo>
                  <a:lnTo>
                    <a:pt x="3440" y="5328"/>
                  </a:lnTo>
                  <a:lnTo>
                    <a:pt x="3530" y="5260"/>
                  </a:lnTo>
                  <a:lnTo>
                    <a:pt x="3620" y="5193"/>
                  </a:lnTo>
                  <a:lnTo>
                    <a:pt x="3687" y="5103"/>
                  </a:lnTo>
                  <a:lnTo>
                    <a:pt x="3732" y="4991"/>
                  </a:lnTo>
                  <a:lnTo>
                    <a:pt x="3732" y="4878"/>
                  </a:lnTo>
                  <a:lnTo>
                    <a:pt x="3732" y="4766"/>
                  </a:lnTo>
                  <a:lnTo>
                    <a:pt x="3710" y="4653"/>
                  </a:lnTo>
                  <a:lnTo>
                    <a:pt x="3643" y="4518"/>
                  </a:lnTo>
                  <a:lnTo>
                    <a:pt x="3305" y="4001"/>
                  </a:lnTo>
                  <a:lnTo>
                    <a:pt x="2991" y="3484"/>
                  </a:lnTo>
                  <a:lnTo>
                    <a:pt x="2361" y="2428"/>
                  </a:lnTo>
                  <a:lnTo>
                    <a:pt x="1170" y="292"/>
                  </a:lnTo>
                  <a:lnTo>
                    <a:pt x="1080" y="180"/>
                  </a:lnTo>
                  <a:lnTo>
                    <a:pt x="990" y="90"/>
                  </a:lnTo>
                  <a:lnTo>
                    <a:pt x="878" y="23"/>
                  </a:lnTo>
                  <a:lnTo>
                    <a:pt x="765"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15"/>
            <p:cNvSpPr/>
            <p:nvPr/>
          </p:nvSpPr>
          <p:spPr>
            <a:xfrm>
              <a:off x="1825650" y="2406225"/>
              <a:ext cx="49475" cy="58475"/>
            </a:xfrm>
            <a:custGeom>
              <a:avLst/>
              <a:gdLst/>
              <a:ahLst/>
              <a:cxnLst/>
              <a:rect l="l" t="t" r="r" b="b"/>
              <a:pathLst>
                <a:path w="1979" h="2339" extrusionOk="0">
                  <a:moveTo>
                    <a:pt x="652" y="0"/>
                  </a:moveTo>
                  <a:lnTo>
                    <a:pt x="517" y="23"/>
                  </a:lnTo>
                  <a:lnTo>
                    <a:pt x="405" y="45"/>
                  </a:lnTo>
                  <a:lnTo>
                    <a:pt x="315" y="113"/>
                  </a:lnTo>
                  <a:lnTo>
                    <a:pt x="225" y="180"/>
                  </a:lnTo>
                  <a:lnTo>
                    <a:pt x="135" y="248"/>
                  </a:lnTo>
                  <a:lnTo>
                    <a:pt x="68" y="337"/>
                  </a:lnTo>
                  <a:lnTo>
                    <a:pt x="23" y="450"/>
                  </a:lnTo>
                  <a:lnTo>
                    <a:pt x="0" y="562"/>
                  </a:lnTo>
                  <a:lnTo>
                    <a:pt x="0" y="675"/>
                  </a:lnTo>
                  <a:lnTo>
                    <a:pt x="23" y="787"/>
                  </a:lnTo>
                  <a:lnTo>
                    <a:pt x="90" y="922"/>
                  </a:lnTo>
                  <a:lnTo>
                    <a:pt x="809" y="2046"/>
                  </a:lnTo>
                  <a:lnTo>
                    <a:pt x="899" y="2158"/>
                  </a:lnTo>
                  <a:lnTo>
                    <a:pt x="1012" y="2248"/>
                  </a:lnTo>
                  <a:lnTo>
                    <a:pt x="1124" y="2316"/>
                  </a:lnTo>
                  <a:lnTo>
                    <a:pt x="1236" y="2338"/>
                  </a:lnTo>
                  <a:lnTo>
                    <a:pt x="1461" y="2338"/>
                  </a:lnTo>
                  <a:lnTo>
                    <a:pt x="1574" y="2293"/>
                  </a:lnTo>
                  <a:lnTo>
                    <a:pt x="1664" y="2248"/>
                  </a:lnTo>
                  <a:lnTo>
                    <a:pt x="1776" y="2181"/>
                  </a:lnTo>
                  <a:lnTo>
                    <a:pt x="1843" y="2113"/>
                  </a:lnTo>
                  <a:lnTo>
                    <a:pt x="1911" y="2001"/>
                  </a:lnTo>
                  <a:lnTo>
                    <a:pt x="1956" y="1911"/>
                  </a:lnTo>
                  <a:lnTo>
                    <a:pt x="1978" y="1799"/>
                  </a:lnTo>
                  <a:lnTo>
                    <a:pt x="1978" y="1686"/>
                  </a:lnTo>
                  <a:lnTo>
                    <a:pt x="1956" y="1551"/>
                  </a:lnTo>
                  <a:lnTo>
                    <a:pt x="1888" y="1439"/>
                  </a:lnTo>
                  <a:lnTo>
                    <a:pt x="1169" y="293"/>
                  </a:lnTo>
                  <a:lnTo>
                    <a:pt x="1079" y="180"/>
                  </a:lnTo>
                  <a:lnTo>
                    <a:pt x="989" y="113"/>
                  </a:lnTo>
                  <a:lnTo>
                    <a:pt x="877" y="45"/>
                  </a:lnTo>
                  <a:lnTo>
                    <a:pt x="764" y="23"/>
                  </a:lnTo>
                  <a:lnTo>
                    <a:pt x="652"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15"/>
            <p:cNvSpPr/>
            <p:nvPr/>
          </p:nvSpPr>
          <p:spPr>
            <a:xfrm>
              <a:off x="1738525" y="2640575"/>
              <a:ext cx="30375" cy="30925"/>
            </a:xfrm>
            <a:custGeom>
              <a:avLst/>
              <a:gdLst/>
              <a:ahLst/>
              <a:cxnLst/>
              <a:rect l="l" t="t" r="r" b="b"/>
              <a:pathLst>
                <a:path w="1215" h="1237" extrusionOk="0">
                  <a:moveTo>
                    <a:pt x="608" y="0"/>
                  </a:moveTo>
                  <a:lnTo>
                    <a:pt x="473" y="23"/>
                  </a:lnTo>
                  <a:lnTo>
                    <a:pt x="338" y="68"/>
                  </a:lnTo>
                  <a:lnTo>
                    <a:pt x="248" y="112"/>
                  </a:lnTo>
                  <a:lnTo>
                    <a:pt x="158" y="202"/>
                  </a:lnTo>
                  <a:lnTo>
                    <a:pt x="91" y="292"/>
                  </a:lnTo>
                  <a:lnTo>
                    <a:pt x="46" y="405"/>
                  </a:lnTo>
                  <a:lnTo>
                    <a:pt x="23" y="517"/>
                  </a:lnTo>
                  <a:lnTo>
                    <a:pt x="1" y="629"/>
                  </a:lnTo>
                  <a:lnTo>
                    <a:pt x="23" y="742"/>
                  </a:lnTo>
                  <a:lnTo>
                    <a:pt x="46" y="854"/>
                  </a:lnTo>
                  <a:lnTo>
                    <a:pt x="91" y="967"/>
                  </a:lnTo>
                  <a:lnTo>
                    <a:pt x="158" y="1057"/>
                  </a:lnTo>
                  <a:lnTo>
                    <a:pt x="248" y="1124"/>
                  </a:lnTo>
                  <a:lnTo>
                    <a:pt x="338" y="1191"/>
                  </a:lnTo>
                  <a:lnTo>
                    <a:pt x="473" y="1236"/>
                  </a:lnTo>
                  <a:lnTo>
                    <a:pt x="743" y="1236"/>
                  </a:lnTo>
                  <a:lnTo>
                    <a:pt x="878" y="1191"/>
                  </a:lnTo>
                  <a:lnTo>
                    <a:pt x="967" y="1124"/>
                  </a:lnTo>
                  <a:lnTo>
                    <a:pt x="1057" y="1057"/>
                  </a:lnTo>
                  <a:lnTo>
                    <a:pt x="1125" y="967"/>
                  </a:lnTo>
                  <a:lnTo>
                    <a:pt x="1170" y="854"/>
                  </a:lnTo>
                  <a:lnTo>
                    <a:pt x="1192" y="742"/>
                  </a:lnTo>
                  <a:lnTo>
                    <a:pt x="1215" y="629"/>
                  </a:lnTo>
                  <a:lnTo>
                    <a:pt x="1192" y="517"/>
                  </a:lnTo>
                  <a:lnTo>
                    <a:pt x="1170" y="405"/>
                  </a:lnTo>
                  <a:lnTo>
                    <a:pt x="1125" y="292"/>
                  </a:lnTo>
                  <a:lnTo>
                    <a:pt x="1057" y="202"/>
                  </a:lnTo>
                  <a:lnTo>
                    <a:pt x="967" y="112"/>
                  </a:lnTo>
                  <a:lnTo>
                    <a:pt x="878" y="68"/>
                  </a:lnTo>
                  <a:lnTo>
                    <a:pt x="743" y="23"/>
                  </a:lnTo>
                  <a:lnTo>
                    <a:pt x="608"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5"/>
            <p:cNvSpPr/>
            <p:nvPr/>
          </p:nvSpPr>
          <p:spPr>
            <a:xfrm>
              <a:off x="1453625" y="2257300"/>
              <a:ext cx="86550" cy="103975"/>
            </a:xfrm>
            <a:custGeom>
              <a:avLst/>
              <a:gdLst/>
              <a:ahLst/>
              <a:cxnLst/>
              <a:rect l="l" t="t" r="r" b="b"/>
              <a:pathLst>
                <a:path w="3462" h="4159" extrusionOk="0">
                  <a:moveTo>
                    <a:pt x="652" y="0"/>
                  </a:moveTo>
                  <a:lnTo>
                    <a:pt x="517" y="23"/>
                  </a:lnTo>
                  <a:lnTo>
                    <a:pt x="405" y="45"/>
                  </a:lnTo>
                  <a:lnTo>
                    <a:pt x="315" y="90"/>
                  </a:lnTo>
                  <a:lnTo>
                    <a:pt x="202" y="158"/>
                  </a:lnTo>
                  <a:lnTo>
                    <a:pt x="135" y="248"/>
                  </a:lnTo>
                  <a:lnTo>
                    <a:pt x="67" y="338"/>
                  </a:lnTo>
                  <a:lnTo>
                    <a:pt x="23" y="427"/>
                  </a:lnTo>
                  <a:lnTo>
                    <a:pt x="0" y="540"/>
                  </a:lnTo>
                  <a:lnTo>
                    <a:pt x="23" y="652"/>
                  </a:lnTo>
                  <a:lnTo>
                    <a:pt x="45" y="765"/>
                  </a:lnTo>
                  <a:lnTo>
                    <a:pt x="112" y="900"/>
                  </a:lnTo>
                  <a:lnTo>
                    <a:pt x="2293" y="3889"/>
                  </a:lnTo>
                  <a:lnTo>
                    <a:pt x="2383" y="4002"/>
                  </a:lnTo>
                  <a:lnTo>
                    <a:pt x="2495" y="4069"/>
                  </a:lnTo>
                  <a:lnTo>
                    <a:pt x="2585" y="4114"/>
                  </a:lnTo>
                  <a:lnTo>
                    <a:pt x="2720" y="4159"/>
                  </a:lnTo>
                  <a:lnTo>
                    <a:pt x="2832" y="4159"/>
                  </a:lnTo>
                  <a:lnTo>
                    <a:pt x="2945" y="4136"/>
                  </a:lnTo>
                  <a:lnTo>
                    <a:pt x="3057" y="4114"/>
                  </a:lnTo>
                  <a:lnTo>
                    <a:pt x="3170" y="4069"/>
                  </a:lnTo>
                  <a:lnTo>
                    <a:pt x="3259" y="4002"/>
                  </a:lnTo>
                  <a:lnTo>
                    <a:pt x="3349" y="3912"/>
                  </a:lnTo>
                  <a:lnTo>
                    <a:pt x="3417" y="3822"/>
                  </a:lnTo>
                  <a:lnTo>
                    <a:pt x="3439" y="3732"/>
                  </a:lnTo>
                  <a:lnTo>
                    <a:pt x="3462" y="3619"/>
                  </a:lnTo>
                  <a:lnTo>
                    <a:pt x="3462" y="3507"/>
                  </a:lnTo>
                  <a:lnTo>
                    <a:pt x="3417" y="3372"/>
                  </a:lnTo>
                  <a:lnTo>
                    <a:pt x="3349" y="3260"/>
                  </a:lnTo>
                  <a:lnTo>
                    <a:pt x="1191" y="270"/>
                  </a:lnTo>
                  <a:lnTo>
                    <a:pt x="1101" y="158"/>
                  </a:lnTo>
                  <a:lnTo>
                    <a:pt x="989" y="90"/>
                  </a:lnTo>
                  <a:lnTo>
                    <a:pt x="877" y="45"/>
                  </a:lnTo>
                  <a:lnTo>
                    <a:pt x="764"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5"/>
            <p:cNvSpPr/>
            <p:nvPr/>
          </p:nvSpPr>
          <p:spPr>
            <a:xfrm>
              <a:off x="1545225" y="2539975"/>
              <a:ext cx="61275" cy="69700"/>
            </a:xfrm>
            <a:custGeom>
              <a:avLst/>
              <a:gdLst/>
              <a:ahLst/>
              <a:cxnLst/>
              <a:rect l="l" t="t" r="r" b="b"/>
              <a:pathLst>
                <a:path w="2451" h="2788" extrusionOk="0">
                  <a:moveTo>
                    <a:pt x="607" y="0"/>
                  </a:moveTo>
                  <a:lnTo>
                    <a:pt x="472" y="23"/>
                  </a:lnTo>
                  <a:lnTo>
                    <a:pt x="360" y="68"/>
                  </a:lnTo>
                  <a:lnTo>
                    <a:pt x="247" y="113"/>
                  </a:lnTo>
                  <a:lnTo>
                    <a:pt x="157" y="180"/>
                  </a:lnTo>
                  <a:lnTo>
                    <a:pt x="90" y="293"/>
                  </a:lnTo>
                  <a:lnTo>
                    <a:pt x="23" y="405"/>
                  </a:lnTo>
                  <a:lnTo>
                    <a:pt x="0" y="517"/>
                  </a:lnTo>
                  <a:lnTo>
                    <a:pt x="0" y="630"/>
                  </a:lnTo>
                  <a:lnTo>
                    <a:pt x="0" y="742"/>
                  </a:lnTo>
                  <a:lnTo>
                    <a:pt x="45" y="855"/>
                  </a:lnTo>
                  <a:lnTo>
                    <a:pt x="90" y="967"/>
                  </a:lnTo>
                  <a:lnTo>
                    <a:pt x="157" y="1057"/>
                  </a:lnTo>
                  <a:lnTo>
                    <a:pt x="1394" y="2608"/>
                  </a:lnTo>
                  <a:lnTo>
                    <a:pt x="1484" y="2698"/>
                  </a:lnTo>
                  <a:lnTo>
                    <a:pt x="1596" y="2743"/>
                  </a:lnTo>
                  <a:lnTo>
                    <a:pt x="1709" y="2788"/>
                  </a:lnTo>
                  <a:lnTo>
                    <a:pt x="1843" y="2788"/>
                  </a:lnTo>
                  <a:lnTo>
                    <a:pt x="1956" y="2765"/>
                  </a:lnTo>
                  <a:lnTo>
                    <a:pt x="2068" y="2743"/>
                  </a:lnTo>
                  <a:lnTo>
                    <a:pt x="2181" y="2675"/>
                  </a:lnTo>
                  <a:lnTo>
                    <a:pt x="2270" y="2608"/>
                  </a:lnTo>
                  <a:lnTo>
                    <a:pt x="2360" y="2518"/>
                  </a:lnTo>
                  <a:lnTo>
                    <a:pt x="2405" y="2406"/>
                  </a:lnTo>
                  <a:lnTo>
                    <a:pt x="2450" y="2293"/>
                  </a:lnTo>
                  <a:lnTo>
                    <a:pt x="2450" y="2181"/>
                  </a:lnTo>
                  <a:lnTo>
                    <a:pt x="2428" y="2068"/>
                  </a:lnTo>
                  <a:lnTo>
                    <a:pt x="2405" y="1956"/>
                  </a:lnTo>
                  <a:lnTo>
                    <a:pt x="2338" y="1844"/>
                  </a:lnTo>
                  <a:lnTo>
                    <a:pt x="2270" y="1731"/>
                  </a:lnTo>
                  <a:lnTo>
                    <a:pt x="1034" y="180"/>
                  </a:lnTo>
                  <a:lnTo>
                    <a:pt x="944" y="113"/>
                  </a:lnTo>
                  <a:lnTo>
                    <a:pt x="854" y="45"/>
                  </a:lnTo>
                  <a:lnTo>
                    <a:pt x="719" y="23"/>
                  </a:lnTo>
                  <a:lnTo>
                    <a:pt x="607"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5"/>
            <p:cNvSpPr/>
            <p:nvPr/>
          </p:nvSpPr>
          <p:spPr>
            <a:xfrm>
              <a:off x="1756525" y="2828825"/>
              <a:ext cx="61825" cy="77025"/>
            </a:xfrm>
            <a:custGeom>
              <a:avLst/>
              <a:gdLst/>
              <a:ahLst/>
              <a:cxnLst/>
              <a:rect l="l" t="t" r="r" b="b"/>
              <a:pathLst>
                <a:path w="2473" h="3081" extrusionOk="0">
                  <a:moveTo>
                    <a:pt x="652" y="1"/>
                  </a:moveTo>
                  <a:lnTo>
                    <a:pt x="540" y="23"/>
                  </a:lnTo>
                  <a:lnTo>
                    <a:pt x="405" y="46"/>
                  </a:lnTo>
                  <a:lnTo>
                    <a:pt x="292" y="90"/>
                  </a:lnTo>
                  <a:lnTo>
                    <a:pt x="203" y="158"/>
                  </a:lnTo>
                  <a:lnTo>
                    <a:pt x="113" y="248"/>
                  </a:lnTo>
                  <a:lnTo>
                    <a:pt x="68" y="360"/>
                  </a:lnTo>
                  <a:lnTo>
                    <a:pt x="23" y="473"/>
                  </a:lnTo>
                  <a:lnTo>
                    <a:pt x="0" y="585"/>
                  </a:lnTo>
                  <a:lnTo>
                    <a:pt x="0" y="720"/>
                  </a:lnTo>
                  <a:lnTo>
                    <a:pt x="23" y="832"/>
                  </a:lnTo>
                  <a:lnTo>
                    <a:pt x="68" y="945"/>
                  </a:lnTo>
                  <a:lnTo>
                    <a:pt x="405" y="1394"/>
                  </a:lnTo>
                  <a:lnTo>
                    <a:pt x="720" y="1866"/>
                  </a:lnTo>
                  <a:lnTo>
                    <a:pt x="1304" y="2788"/>
                  </a:lnTo>
                  <a:lnTo>
                    <a:pt x="1394" y="2900"/>
                  </a:lnTo>
                  <a:lnTo>
                    <a:pt x="1506" y="2990"/>
                  </a:lnTo>
                  <a:lnTo>
                    <a:pt x="1619" y="3035"/>
                  </a:lnTo>
                  <a:lnTo>
                    <a:pt x="1731" y="3080"/>
                  </a:lnTo>
                  <a:lnTo>
                    <a:pt x="1956" y="3080"/>
                  </a:lnTo>
                  <a:lnTo>
                    <a:pt x="2068" y="3035"/>
                  </a:lnTo>
                  <a:lnTo>
                    <a:pt x="2181" y="2990"/>
                  </a:lnTo>
                  <a:lnTo>
                    <a:pt x="2271" y="2923"/>
                  </a:lnTo>
                  <a:lnTo>
                    <a:pt x="2338" y="2833"/>
                  </a:lnTo>
                  <a:lnTo>
                    <a:pt x="2405" y="2743"/>
                  </a:lnTo>
                  <a:lnTo>
                    <a:pt x="2450" y="2653"/>
                  </a:lnTo>
                  <a:lnTo>
                    <a:pt x="2473" y="2541"/>
                  </a:lnTo>
                  <a:lnTo>
                    <a:pt x="2473" y="2428"/>
                  </a:lnTo>
                  <a:lnTo>
                    <a:pt x="2450" y="2293"/>
                  </a:lnTo>
                  <a:lnTo>
                    <a:pt x="2383" y="2181"/>
                  </a:lnTo>
                  <a:lnTo>
                    <a:pt x="1776" y="1237"/>
                  </a:lnTo>
                  <a:lnTo>
                    <a:pt x="1461" y="765"/>
                  </a:lnTo>
                  <a:lnTo>
                    <a:pt x="1147" y="315"/>
                  </a:lnTo>
                  <a:lnTo>
                    <a:pt x="1057" y="225"/>
                  </a:lnTo>
                  <a:lnTo>
                    <a:pt x="967" y="135"/>
                  </a:lnTo>
                  <a:lnTo>
                    <a:pt x="877" y="68"/>
                  </a:lnTo>
                  <a:lnTo>
                    <a:pt x="764" y="23"/>
                  </a:lnTo>
                  <a:lnTo>
                    <a:pt x="652"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15"/>
            <p:cNvSpPr/>
            <p:nvPr/>
          </p:nvSpPr>
          <p:spPr>
            <a:xfrm>
              <a:off x="1576675" y="2114550"/>
              <a:ext cx="123675" cy="139400"/>
            </a:xfrm>
            <a:custGeom>
              <a:avLst/>
              <a:gdLst/>
              <a:ahLst/>
              <a:cxnLst/>
              <a:rect l="l" t="t" r="r" b="b"/>
              <a:pathLst>
                <a:path w="4947" h="5576" extrusionOk="0">
                  <a:moveTo>
                    <a:pt x="608" y="1"/>
                  </a:moveTo>
                  <a:lnTo>
                    <a:pt x="495" y="23"/>
                  </a:lnTo>
                  <a:lnTo>
                    <a:pt x="383" y="68"/>
                  </a:lnTo>
                  <a:lnTo>
                    <a:pt x="293" y="136"/>
                  </a:lnTo>
                  <a:lnTo>
                    <a:pt x="203" y="203"/>
                  </a:lnTo>
                  <a:lnTo>
                    <a:pt x="136" y="293"/>
                  </a:lnTo>
                  <a:lnTo>
                    <a:pt x="68" y="383"/>
                  </a:lnTo>
                  <a:lnTo>
                    <a:pt x="23" y="495"/>
                  </a:lnTo>
                  <a:lnTo>
                    <a:pt x="1" y="608"/>
                  </a:lnTo>
                  <a:lnTo>
                    <a:pt x="23" y="720"/>
                  </a:lnTo>
                  <a:lnTo>
                    <a:pt x="46" y="832"/>
                  </a:lnTo>
                  <a:lnTo>
                    <a:pt x="113" y="945"/>
                  </a:lnTo>
                  <a:lnTo>
                    <a:pt x="203" y="1057"/>
                  </a:lnTo>
                  <a:lnTo>
                    <a:pt x="698" y="1574"/>
                  </a:lnTo>
                  <a:lnTo>
                    <a:pt x="1170" y="2091"/>
                  </a:lnTo>
                  <a:lnTo>
                    <a:pt x="1642" y="2631"/>
                  </a:lnTo>
                  <a:lnTo>
                    <a:pt x="2091" y="3193"/>
                  </a:lnTo>
                  <a:lnTo>
                    <a:pt x="2991" y="4294"/>
                  </a:lnTo>
                  <a:lnTo>
                    <a:pt x="3440" y="4856"/>
                  </a:lnTo>
                  <a:lnTo>
                    <a:pt x="3912" y="5396"/>
                  </a:lnTo>
                  <a:lnTo>
                    <a:pt x="4025" y="5486"/>
                  </a:lnTo>
                  <a:lnTo>
                    <a:pt x="4115" y="5553"/>
                  </a:lnTo>
                  <a:lnTo>
                    <a:pt x="4227" y="5575"/>
                  </a:lnTo>
                  <a:lnTo>
                    <a:pt x="4452" y="5575"/>
                  </a:lnTo>
                  <a:lnTo>
                    <a:pt x="4564" y="5531"/>
                  </a:lnTo>
                  <a:lnTo>
                    <a:pt x="4654" y="5463"/>
                  </a:lnTo>
                  <a:lnTo>
                    <a:pt x="4744" y="5396"/>
                  </a:lnTo>
                  <a:lnTo>
                    <a:pt x="4834" y="5306"/>
                  </a:lnTo>
                  <a:lnTo>
                    <a:pt x="4879" y="5216"/>
                  </a:lnTo>
                  <a:lnTo>
                    <a:pt x="4924" y="5103"/>
                  </a:lnTo>
                  <a:lnTo>
                    <a:pt x="4946" y="4991"/>
                  </a:lnTo>
                  <a:lnTo>
                    <a:pt x="4946" y="4856"/>
                  </a:lnTo>
                  <a:lnTo>
                    <a:pt x="4924" y="4744"/>
                  </a:lnTo>
                  <a:lnTo>
                    <a:pt x="4879" y="4631"/>
                  </a:lnTo>
                  <a:lnTo>
                    <a:pt x="4789" y="4519"/>
                  </a:lnTo>
                  <a:lnTo>
                    <a:pt x="4317" y="3979"/>
                  </a:lnTo>
                  <a:lnTo>
                    <a:pt x="3867" y="3417"/>
                  </a:lnTo>
                  <a:lnTo>
                    <a:pt x="2968" y="2316"/>
                  </a:lnTo>
                  <a:lnTo>
                    <a:pt x="2519" y="1754"/>
                  </a:lnTo>
                  <a:lnTo>
                    <a:pt x="2047" y="1215"/>
                  </a:lnTo>
                  <a:lnTo>
                    <a:pt x="1574" y="698"/>
                  </a:lnTo>
                  <a:lnTo>
                    <a:pt x="1080" y="180"/>
                  </a:lnTo>
                  <a:lnTo>
                    <a:pt x="968" y="91"/>
                  </a:lnTo>
                  <a:lnTo>
                    <a:pt x="855" y="46"/>
                  </a:lnTo>
                  <a:lnTo>
                    <a:pt x="720"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15"/>
            <p:cNvSpPr/>
            <p:nvPr/>
          </p:nvSpPr>
          <p:spPr>
            <a:xfrm>
              <a:off x="1635125" y="2273025"/>
              <a:ext cx="112425" cy="115800"/>
            </a:xfrm>
            <a:custGeom>
              <a:avLst/>
              <a:gdLst/>
              <a:ahLst/>
              <a:cxnLst/>
              <a:rect l="l" t="t" r="r" b="b"/>
              <a:pathLst>
                <a:path w="4497" h="4632" extrusionOk="0">
                  <a:moveTo>
                    <a:pt x="585" y="1"/>
                  </a:moveTo>
                  <a:lnTo>
                    <a:pt x="473" y="23"/>
                  </a:lnTo>
                  <a:lnTo>
                    <a:pt x="383" y="68"/>
                  </a:lnTo>
                  <a:lnTo>
                    <a:pt x="270" y="136"/>
                  </a:lnTo>
                  <a:lnTo>
                    <a:pt x="181" y="203"/>
                  </a:lnTo>
                  <a:lnTo>
                    <a:pt x="113" y="293"/>
                  </a:lnTo>
                  <a:lnTo>
                    <a:pt x="46" y="405"/>
                  </a:lnTo>
                  <a:lnTo>
                    <a:pt x="1" y="495"/>
                  </a:lnTo>
                  <a:lnTo>
                    <a:pt x="1" y="608"/>
                  </a:lnTo>
                  <a:lnTo>
                    <a:pt x="1" y="720"/>
                  </a:lnTo>
                  <a:lnTo>
                    <a:pt x="23" y="832"/>
                  </a:lnTo>
                  <a:lnTo>
                    <a:pt x="91" y="945"/>
                  </a:lnTo>
                  <a:lnTo>
                    <a:pt x="181" y="1057"/>
                  </a:lnTo>
                  <a:lnTo>
                    <a:pt x="608" y="1484"/>
                  </a:lnTo>
                  <a:lnTo>
                    <a:pt x="1012" y="1889"/>
                  </a:lnTo>
                  <a:lnTo>
                    <a:pt x="1799" y="2766"/>
                  </a:lnTo>
                  <a:lnTo>
                    <a:pt x="2608" y="3620"/>
                  </a:lnTo>
                  <a:lnTo>
                    <a:pt x="3013" y="4047"/>
                  </a:lnTo>
                  <a:lnTo>
                    <a:pt x="3440" y="4474"/>
                  </a:lnTo>
                  <a:lnTo>
                    <a:pt x="3530" y="4564"/>
                  </a:lnTo>
                  <a:lnTo>
                    <a:pt x="3665" y="4609"/>
                  </a:lnTo>
                  <a:lnTo>
                    <a:pt x="3777" y="4631"/>
                  </a:lnTo>
                  <a:lnTo>
                    <a:pt x="4002" y="4631"/>
                  </a:lnTo>
                  <a:lnTo>
                    <a:pt x="4114" y="4586"/>
                  </a:lnTo>
                  <a:lnTo>
                    <a:pt x="4204" y="4519"/>
                  </a:lnTo>
                  <a:lnTo>
                    <a:pt x="4294" y="4452"/>
                  </a:lnTo>
                  <a:lnTo>
                    <a:pt x="4362" y="4362"/>
                  </a:lnTo>
                  <a:lnTo>
                    <a:pt x="4429" y="4249"/>
                  </a:lnTo>
                  <a:lnTo>
                    <a:pt x="4474" y="4159"/>
                  </a:lnTo>
                  <a:lnTo>
                    <a:pt x="4497" y="4047"/>
                  </a:lnTo>
                  <a:lnTo>
                    <a:pt x="4497" y="3935"/>
                  </a:lnTo>
                  <a:lnTo>
                    <a:pt x="4452" y="3822"/>
                  </a:lnTo>
                  <a:lnTo>
                    <a:pt x="4407" y="3710"/>
                  </a:lnTo>
                  <a:lnTo>
                    <a:pt x="4294" y="3597"/>
                  </a:lnTo>
                  <a:lnTo>
                    <a:pt x="3890" y="3170"/>
                  </a:lnTo>
                  <a:lnTo>
                    <a:pt x="3485" y="2743"/>
                  </a:lnTo>
                  <a:lnTo>
                    <a:pt x="2676" y="1889"/>
                  </a:lnTo>
                  <a:lnTo>
                    <a:pt x="1889" y="1012"/>
                  </a:lnTo>
                  <a:lnTo>
                    <a:pt x="1484" y="608"/>
                  </a:lnTo>
                  <a:lnTo>
                    <a:pt x="1057" y="181"/>
                  </a:lnTo>
                  <a:lnTo>
                    <a:pt x="945" y="91"/>
                  </a:lnTo>
                  <a:lnTo>
                    <a:pt x="832" y="46"/>
                  </a:lnTo>
                  <a:lnTo>
                    <a:pt x="720" y="23"/>
                  </a:lnTo>
                  <a:lnTo>
                    <a:pt x="585"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5"/>
            <p:cNvSpPr/>
            <p:nvPr/>
          </p:nvSpPr>
          <p:spPr>
            <a:xfrm>
              <a:off x="1210275" y="2106125"/>
              <a:ext cx="146150" cy="132100"/>
            </a:xfrm>
            <a:custGeom>
              <a:avLst/>
              <a:gdLst/>
              <a:ahLst/>
              <a:cxnLst/>
              <a:rect l="l" t="t" r="r" b="b"/>
              <a:pathLst>
                <a:path w="5846" h="5284" extrusionOk="0">
                  <a:moveTo>
                    <a:pt x="540" y="0"/>
                  </a:moveTo>
                  <a:lnTo>
                    <a:pt x="450" y="23"/>
                  </a:lnTo>
                  <a:lnTo>
                    <a:pt x="338" y="45"/>
                  </a:lnTo>
                  <a:lnTo>
                    <a:pt x="248" y="113"/>
                  </a:lnTo>
                  <a:lnTo>
                    <a:pt x="180" y="203"/>
                  </a:lnTo>
                  <a:lnTo>
                    <a:pt x="113" y="293"/>
                  </a:lnTo>
                  <a:lnTo>
                    <a:pt x="68" y="405"/>
                  </a:lnTo>
                  <a:lnTo>
                    <a:pt x="23" y="517"/>
                  </a:lnTo>
                  <a:lnTo>
                    <a:pt x="1" y="630"/>
                  </a:lnTo>
                  <a:lnTo>
                    <a:pt x="23" y="742"/>
                  </a:lnTo>
                  <a:lnTo>
                    <a:pt x="46" y="877"/>
                  </a:lnTo>
                  <a:lnTo>
                    <a:pt x="91" y="990"/>
                  </a:lnTo>
                  <a:lnTo>
                    <a:pt x="180" y="1079"/>
                  </a:lnTo>
                  <a:lnTo>
                    <a:pt x="270" y="1169"/>
                  </a:lnTo>
                  <a:lnTo>
                    <a:pt x="877" y="1641"/>
                  </a:lnTo>
                  <a:lnTo>
                    <a:pt x="1462" y="2091"/>
                  </a:lnTo>
                  <a:lnTo>
                    <a:pt x="2046" y="2563"/>
                  </a:lnTo>
                  <a:lnTo>
                    <a:pt x="2608" y="3058"/>
                  </a:lnTo>
                  <a:lnTo>
                    <a:pt x="3170" y="3552"/>
                  </a:lnTo>
                  <a:lnTo>
                    <a:pt x="3710" y="4069"/>
                  </a:lnTo>
                  <a:lnTo>
                    <a:pt x="4789" y="5103"/>
                  </a:lnTo>
                  <a:lnTo>
                    <a:pt x="4901" y="5193"/>
                  </a:lnTo>
                  <a:lnTo>
                    <a:pt x="5013" y="5261"/>
                  </a:lnTo>
                  <a:lnTo>
                    <a:pt x="5126" y="5283"/>
                  </a:lnTo>
                  <a:lnTo>
                    <a:pt x="5238" y="5283"/>
                  </a:lnTo>
                  <a:lnTo>
                    <a:pt x="5351" y="5261"/>
                  </a:lnTo>
                  <a:lnTo>
                    <a:pt x="5463" y="5238"/>
                  </a:lnTo>
                  <a:lnTo>
                    <a:pt x="5553" y="5171"/>
                  </a:lnTo>
                  <a:lnTo>
                    <a:pt x="5643" y="5103"/>
                  </a:lnTo>
                  <a:lnTo>
                    <a:pt x="5733" y="5013"/>
                  </a:lnTo>
                  <a:lnTo>
                    <a:pt x="5778" y="4901"/>
                  </a:lnTo>
                  <a:lnTo>
                    <a:pt x="5823" y="4789"/>
                  </a:lnTo>
                  <a:lnTo>
                    <a:pt x="5845" y="4676"/>
                  </a:lnTo>
                  <a:lnTo>
                    <a:pt x="5845" y="4564"/>
                  </a:lnTo>
                  <a:lnTo>
                    <a:pt x="5823" y="4451"/>
                  </a:lnTo>
                  <a:lnTo>
                    <a:pt x="5755" y="4339"/>
                  </a:lnTo>
                  <a:lnTo>
                    <a:pt x="5665" y="4227"/>
                  </a:lnTo>
                  <a:lnTo>
                    <a:pt x="5103" y="3687"/>
                  </a:lnTo>
                  <a:lnTo>
                    <a:pt x="4541" y="3125"/>
                  </a:lnTo>
                  <a:lnTo>
                    <a:pt x="3957" y="2608"/>
                  </a:lnTo>
                  <a:lnTo>
                    <a:pt x="3372" y="2069"/>
                  </a:lnTo>
                  <a:lnTo>
                    <a:pt x="2766" y="1574"/>
                  </a:lnTo>
                  <a:lnTo>
                    <a:pt x="2159" y="1079"/>
                  </a:lnTo>
                  <a:lnTo>
                    <a:pt x="1529" y="585"/>
                  </a:lnTo>
                  <a:lnTo>
                    <a:pt x="900" y="113"/>
                  </a:lnTo>
                  <a:lnTo>
                    <a:pt x="787" y="45"/>
                  </a:lnTo>
                  <a:lnTo>
                    <a:pt x="653"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5"/>
            <p:cNvSpPr/>
            <p:nvPr/>
          </p:nvSpPr>
          <p:spPr>
            <a:xfrm>
              <a:off x="1383375" y="2323600"/>
              <a:ext cx="101175" cy="104000"/>
            </a:xfrm>
            <a:custGeom>
              <a:avLst/>
              <a:gdLst/>
              <a:ahLst/>
              <a:cxnLst/>
              <a:rect l="l" t="t" r="r" b="b"/>
              <a:pathLst>
                <a:path w="4047" h="4160" extrusionOk="0">
                  <a:moveTo>
                    <a:pt x="607" y="1"/>
                  </a:moveTo>
                  <a:lnTo>
                    <a:pt x="495" y="23"/>
                  </a:lnTo>
                  <a:lnTo>
                    <a:pt x="382" y="68"/>
                  </a:lnTo>
                  <a:lnTo>
                    <a:pt x="292" y="113"/>
                  </a:lnTo>
                  <a:lnTo>
                    <a:pt x="202" y="203"/>
                  </a:lnTo>
                  <a:lnTo>
                    <a:pt x="113" y="293"/>
                  </a:lnTo>
                  <a:lnTo>
                    <a:pt x="68" y="383"/>
                  </a:lnTo>
                  <a:lnTo>
                    <a:pt x="23" y="495"/>
                  </a:lnTo>
                  <a:lnTo>
                    <a:pt x="0" y="608"/>
                  </a:lnTo>
                  <a:lnTo>
                    <a:pt x="0" y="720"/>
                  </a:lnTo>
                  <a:lnTo>
                    <a:pt x="45" y="833"/>
                  </a:lnTo>
                  <a:lnTo>
                    <a:pt x="90" y="945"/>
                  </a:lnTo>
                  <a:lnTo>
                    <a:pt x="180" y="1057"/>
                  </a:lnTo>
                  <a:lnTo>
                    <a:pt x="540" y="1417"/>
                  </a:lnTo>
                  <a:lnTo>
                    <a:pt x="899" y="1777"/>
                  </a:lnTo>
                  <a:lnTo>
                    <a:pt x="1574" y="2519"/>
                  </a:lnTo>
                  <a:lnTo>
                    <a:pt x="2271" y="3260"/>
                  </a:lnTo>
                  <a:lnTo>
                    <a:pt x="2608" y="3642"/>
                  </a:lnTo>
                  <a:lnTo>
                    <a:pt x="2967" y="3980"/>
                  </a:lnTo>
                  <a:lnTo>
                    <a:pt x="3080" y="4070"/>
                  </a:lnTo>
                  <a:lnTo>
                    <a:pt x="3192" y="4137"/>
                  </a:lnTo>
                  <a:lnTo>
                    <a:pt x="3327" y="4160"/>
                  </a:lnTo>
                  <a:lnTo>
                    <a:pt x="3439" y="4160"/>
                  </a:lnTo>
                  <a:lnTo>
                    <a:pt x="3552" y="4137"/>
                  </a:lnTo>
                  <a:lnTo>
                    <a:pt x="3664" y="4092"/>
                  </a:lnTo>
                  <a:lnTo>
                    <a:pt x="3754" y="4047"/>
                  </a:lnTo>
                  <a:lnTo>
                    <a:pt x="3844" y="3957"/>
                  </a:lnTo>
                  <a:lnTo>
                    <a:pt x="3911" y="3890"/>
                  </a:lnTo>
                  <a:lnTo>
                    <a:pt x="3979" y="3777"/>
                  </a:lnTo>
                  <a:lnTo>
                    <a:pt x="4024" y="3665"/>
                  </a:lnTo>
                  <a:lnTo>
                    <a:pt x="4046" y="3553"/>
                  </a:lnTo>
                  <a:lnTo>
                    <a:pt x="4024" y="3440"/>
                  </a:lnTo>
                  <a:lnTo>
                    <a:pt x="4001" y="3328"/>
                  </a:lnTo>
                  <a:lnTo>
                    <a:pt x="3934" y="3215"/>
                  </a:lnTo>
                  <a:lnTo>
                    <a:pt x="3844" y="3125"/>
                  </a:lnTo>
                  <a:lnTo>
                    <a:pt x="3484" y="2766"/>
                  </a:lnTo>
                  <a:lnTo>
                    <a:pt x="3147" y="2384"/>
                  </a:lnTo>
                  <a:lnTo>
                    <a:pt x="2450" y="1642"/>
                  </a:lnTo>
                  <a:lnTo>
                    <a:pt x="1776" y="900"/>
                  </a:lnTo>
                  <a:lnTo>
                    <a:pt x="1416" y="540"/>
                  </a:lnTo>
                  <a:lnTo>
                    <a:pt x="1057" y="181"/>
                  </a:lnTo>
                  <a:lnTo>
                    <a:pt x="944" y="91"/>
                  </a:lnTo>
                  <a:lnTo>
                    <a:pt x="832" y="23"/>
                  </a:lnTo>
                  <a:lnTo>
                    <a:pt x="719"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5"/>
            <p:cNvSpPr/>
            <p:nvPr/>
          </p:nvSpPr>
          <p:spPr>
            <a:xfrm>
              <a:off x="1642425" y="1304750"/>
              <a:ext cx="872775" cy="1755075"/>
            </a:xfrm>
            <a:custGeom>
              <a:avLst/>
              <a:gdLst/>
              <a:ahLst/>
              <a:cxnLst/>
              <a:rect l="l" t="t" r="r" b="b"/>
              <a:pathLst>
                <a:path w="34911" h="70203" extrusionOk="0">
                  <a:moveTo>
                    <a:pt x="5171" y="0"/>
                  </a:moveTo>
                  <a:lnTo>
                    <a:pt x="4699" y="45"/>
                  </a:lnTo>
                  <a:lnTo>
                    <a:pt x="4205" y="113"/>
                  </a:lnTo>
                  <a:lnTo>
                    <a:pt x="3710" y="225"/>
                  </a:lnTo>
                  <a:lnTo>
                    <a:pt x="3260" y="360"/>
                  </a:lnTo>
                  <a:lnTo>
                    <a:pt x="2856" y="540"/>
                  </a:lnTo>
                  <a:lnTo>
                    <a:pt x="2451" y="765"/>
                  </a:lnTo>
                  <a:lnTo>
                    <a:pt x="2114" y="1034"/>
                  </a:lnTo>
                  <a:lnTo>
                    <a:pt x="1777" y="1327"/>
                  </a:lnTo>
                  <a:lnTo>
                    <a:pt x="1485" y="1686"/>
                  </a:lnTo>
                  <a:lnTo>
                    <a:pt x="1215" y="2068"/>
                  </a:lnTo>
                  <a:lnTo>
                    <a:pt x="990" y="2473"/>
                  </a:lnTo>
                  <a:lnTo>
                    <a:pt x="765" y="2923"/>
                  </a:lnTo>
                  <a:lnTo>
                    <a:pt x="585" y="3417"/>
                  </a:lnTo>
                  <a:lnTo>
                    <a:pt x="428" y="3912"/>
                  </a:lnTo>
                  <a:lnTo>
                    <a:pt x="316" y="4474"/>
                  </a:lnTo>
                  <a:lnTo>
                    <a:pt x="203" y="5036"/>
                  </a:lnTo>
                  <a:lnTo>
                    <a:pt x="113" y="5643"/>
                  </a:lnTo>
                  <a:lnTo>
                    <a:pt x="68" y="6272"/>
                  </a:lnTo>
                  <a:lnTo>
                    <a:pt x="23" y="6946"/>
                  </a:lnTo>
                  <a:lnTo>
                    <a:pt x="1" y="7621"/>
                  </a:lnTo>
                  <a:lnTo>
                    <a:pt x="23" y="8318"/>
                  </a:lnTo>
                  <a:lnTo>
                    <a:pt x="46" y="9059"/>
                  </a:lnTo>
                  <a:lnTo>
                    <a:pt x="91" y="9801"/>
                  </a:lnTo>
                  <a:lnTo>
                    <a:pt x="158" y="10565"/>
                  </a:lnTo>
                  <a:lnTo>
                    <a:pt x="226" y="11352"/>
                  </a:lnTo>
                  <a:lnTo>
                    <a:pt x="316" y="12161"/>
                  </a:lnTo>
                  <a:lnTo>
                    <a:pt x="428" y="12993"/>
                  </a:lnTo>
                  <a:lnTo>
                    <a:pt x="720" y="14679"/>
                  </a:lnTo>
                  <a:lnTo>
                    <a:pt x="1035" y="16410"/>
                  </a:lnTo>
                  <a:lnTo>
                    <a:pt x="1417" y="18186"/>
                  </a:lnTo>
                  <a:lnTo>
                    <a:pt x="1844" y="19984"/>
                  </a:lnTo>
                  <a:lnTo>
                    <a:pt x="2294" y="21805"/>
                  </a:lnTo>
                  <a:lnTo>
                    <a:pt x="2766" y="23648"/>
                  </a:lnTo>
                  <a:lnTo>
                    <a:pt x="3283" y="25469"/>
                  </a:lnTo>
                  <a:lnTo>
                    <a:pt x="3800" y="27290"/>
                  </a:lnTo>
                  <a:lnTo>
                    <a:pt x="4339" y="29088"/>
                  </a:lnTo>
                  <a:lnTo>
                    <a:pt x="4879" y="30864"/>
                  </a:lnTo>
                  <a:lnTo>
                    <a:pt x="5958" y="34258"/>
                  </a:lnTo>
                  <a:lnTo>
                    <a:pt x="7914" y="40283"/>
                  </a:lnTo>
                  <a:lnTo>
                    <a:pt x="8678" y="42711"/>
                  </a:lnTo>
                  <a:lnTo>
                    <a:pt x="8993" y="43767"/>
                  </a:lnTo>
                  <a:lnTo>
                    <a:pt x="9240" y="44689"/>
                  </a:lnTo>
                  <a:lnTo>
                    <a:pt x="9712" y="46442"/>
                  </a:lnTo>
                  <a:lnTo>
                    <a:pt x="10206" y="48173"/>
                  </a:lnTo>
                  <a:lnTo>
                    <a:pt x="10723" y="49904"/>
                  </a:lnTo>
                  <a:lnTo>
                    <a:pt x="11285" y="51612"/>
                  </a:lnTo>
                  <a:lnTo>
                    <a:pt x="11847" y="53321"/>
                  </a:lnTo>
                  <a:lnTo>
                    <a:pt x="12432" y="55029"/>
                  </a:lnTo>
                  <a:lnTo>
                    <a:pt x="13016" y="56738"/>
                  </a:lnTo>
                  <a:lnTo>
                    <a:pt x="13646" y="58446"/>
                  </a:lnTo>
                  <a:lnTo>
                    <a:pt x="13960" y="59413"/>
                  </a:lnTo>
                  <a:lnTo>
                    <a:pt x="14388" y="60739"/>
                  </a:lnTo>
                  <a:lnTo>
                    <a:pt x="14860" y="62290"/>
                  </a:lnTo>
                  <a:lnTo>
                    <a:pt x="15377" y="63931"/>
                  </a:lnTo>
                  <a:lnTo>
                    <a:pt x="15894" y="65527"/>
                  </a:lnTo>
                  <a:lnTo>
                    <a:pt x="16163" y="66246"/>
                  </a:lnTo>
                  <a:lnTo>
                    <a:pt x="16411" y="66943"/>
                  </a:lnTo>
                  <a:lnTo>
                    <a:pt x="16658" y="67550"/>
                  </a:lnTo>
                  <a:lnTo>
                    <a:pt x="16905" y="68044"/>
                  </a:lnTo>
                  <a:lnTo>
                    <a:pt x="17130" y="68449"/>
                  </a:lnTo>
                  <a:lnTo>
                    <a:pt x="17242" y="68606"/>
                  </a:lnTo>
                  <a:lnTo>
                    <a:pt x="17332" y="68741"/>
                  </a:lnTo>
                  <a:lnTo>
                    <a:pt x="17669" y="69056"/>
                  </a:lnTo>
                  <a:lnTo>
                    <a:pt x="18007" y="69326"/>
                  </a:lnTo>
                  <a:lnTo>
                    <a:pt x="18366" y="69551"/>
                  </a:lnTo>
                  <a:lnTo>
                    <a:pt x="18748" y="69753"/>
                  </a:lnTo>
                  <a:lnTo>
                    <a:pt x="19153" y="69888"/>
                  </a:lnTo>
                  <a:lnTo>
                    <a:pt x="19558" y="70023"/>
                  </a:lnTo>
                  <a:lnTo>
                    <a:pt x="19962" y="70113"/>
                  </a:lnTo>
                  <a:lnTo>
                    <a:pt x="20389" y="70158"/>
                  </a:lnTo>
                  <a:lnTo>
                    <a:pt x="20817" y="70202"/>
                  </a:lnTo>
                  <a:lnTo>
                    <a:pt x="21671" y="70202"/>
                  </a:lnTo>
                  <a:lnTo>
                    <a:pt x="22120" y="70180"/>
                  </a:lnTo>
                  <a:lnTo>
                    <a:pt x="22997" y="70068"/>
                  </a:lnTo>
                  <a:lnTo>
                    <a:pt x="23851" y="69933"/>
                  </a:lnTo>
                  <a:lnTo>
                    <a:pt x="24571" y="69798"/>
                  </a:lnTo>
                  <a:lnTo>
                    <a:pt x="25380" y="69640"/>
                  </a:lnTo>
                  <a:lnTo>
                    <a:pt x="26234" y="69438"/>
                  </a:lnTo>
                  <a:lnTo>
                    <a:pt x="27111" y="69236"/>
                  </a:lnTo>
                  <a:lnTo>
                    <a:pt x="28954" y="68741"/>
                  </a:lnTo>
                  <a:lnTo>
                    <a:pt x="30752" y="68202"/>
                  </a:lnTo>
                  <a:lnTo>
                    <a:pt x="31584" y="67932"/>
                  </a:lnTo>
                  <a:lnTo>
                    <a:pt x="32371" y="67662"/>
                  </a:lnTo>
                  <a:lnTo>
                    <a:pt x="33068" y="67415"/>
                  </a:lnTo>
                  <a:lnTo>
                    <a:pt x="33697" y="67168"/>
                  </a:lnTo>
                  <a:lnTo>
                    <a:pt x="34192" y="66921"/>
                  </a:lnTo>
                  <a:lnTo>
                    <a:pt x="34574" y="66718"/>
                  </a:lnTo>
                  <a:lnTo>
                    <a:pt x="34709" y="66628"/>
                  </a:lnTo>
                  <a:lnTo>
                    <a:pt x="34821" y="66516"/>
                  </a:lnTo>
                  <a:lnTo>
                    <a:pt x="34888" y="66448"/>
                  </a:lnTo>
                  <a:lnTo>
                    <a:pt x="34911" y="66359"/>
                  </a:lnTo>
                  <a:lnTo>
                    <a:pt x="34888" y="65797"/>
                  </a:lnTo>
                  <a:lnTo>
                    <a:pt x="34843" y="65212"/>
                  </a:lnTo>
                  <a:lnTo>
                    <a:pt x="34776" y="64605"/>
                  </a:lnTo>
                  <a:lnTo>
                    <a:pt x="34709" y="63998"/>
                  </a:lnTo>
                  <a:lnTo>
                    <a:pt x="34596" y="63391"/>
                  </a:lnTo>
                  <a:lnTo>
                    <a:pt x="34484" y="62762"/>
                  </a:lnTo>
                  <a:lnTo>
                    <a:pt x="34192" y="61503"/>
                  </a:lnTo>
                  <a:lnTo>
                    <a:pt x="33877" y="60267"/>
                  </a:lnTo>
                  <a:lnTo>
                    <a:pt x="33517" y="59053"/>
                  </a:lnTo>
                  <a:lnTo>
                    <a:pt x="32865" y="56782"/>
                  </a:lnTo>
                  <a:lnTo>
                    <a:pt x="31179" y="50781"/>
                  </a:lnTo>
                  <a:lnTo>
                    <a:pt x="29876" y="46150"/>
                  </a:lnTo>
                  <a:lnTo>
                    <a:pt x="28392" y="40980"/>
                  </a:lnTo>
                  <a:lnTo>
                    <a:pt x="26863" y="35675"/>
                  </a:lnTo>
                  <a:lnTo>
                    <a:pt x="25357" y="30617"/>
                  </a:lnTo>
                  <a:lnTo>
                    <a:pt x="24660" y="28301"/>
                  </a:lnTo>
                  <a:lnTo>
                    <a:pt x="24009" y="26211"/>
                  </a:lnTo>
                  <a:lnTo>
                    <a:pt x="23424" y="24390"/>
                  </a:lnTo>
                  <a:lnTo>
                    <a:pt x="22930" y="22884"/>
                  </a:lnTo>
                  <a:lnTo>
                    <a:pt x="22480" y="21625"/>
                  </a:lnTo>
                  <a:lnTo>
                    <a:pt x="21940" y="20097"/>
                  </a:lnTo>
                  <a:lnTo>
                    <a:pt x="21289" y="18366"/>
                  </a:lnTo>
                  <a:lnTo>
                    <a:pt x="20524" y="16477"/>
                  </a:lnTo>
                  <a:lnTo>
                    <a:pt x="20120" y="15488"/>
                  </a:lnTo>
                  <a:lnTo>
                    <a:pt x="19670" y="14499"/>
                  </a:lnTo>
                  <a:lnTo>
                    <a:pt x="19198" y="13465"/>
                  </a:lnTo>
                  <a:lnTo>
                    <a:pt x="18704" y="12431"/>
                  </a:lnTo>
                  <a:lnTo>
                    <a:pt x="18186" y="11397"/>
                  </a:lnTo>
                  <a:lnTo>
                    <a:pt x="17647" y="10386"/>
                  </a:lnTo>
                  <a:lnTo>
                    <a:pt x="17085" y="9374"/>
                  </a:lnTo>
                  <a:lnTo>
                    <a:pt x="16501" y="8363"/>
                  </a:lnTo>
                  <a:lnTo>
                    <a:pt x="15871" y="7396"/>
                  </a:lnTo>
                  <a:lnTo>
                    <a:pt x="15242" y="6452"/>
                  </a:lnTo>
                  <a:lnTo>
                    <a:pt x="14567" y="5553"/>
                  </a:lnTo>
                  <a:lnTo>
                    <a:pt x="13871" y="4698"/>
                  </a:lnTo>
                  <a:lnTo>
                    <a:pt x="13511" y="4294"/>
                  </a:lnTo>
                  <a:lnTo>
                    <a:pt x="13151" y="3889"/>
                  </a:lnTo>
                  <a:lnTo>
                    <a:pt x="12792" y="3507"/>
                  </a:lnTo>
                  <a:lnTo>
                    <a:pt x="12409" y="3147"/>
                  </a:lnTo>
                  <a:lnTo>
                    <a:pt x="12050" y="2788"/>
                  </a:lnTo>
                  <a:lnTo>
                    <a:pt x="11668" y="2451"/>
                  </a:lnTo>
                  <a:lnTo>
                    <a:pt x="11263" y="2136"/>
                  </a:lnTo>
                  <a:lnTo>
                    <a:pt x="10858" y="1844"/>
                  </a:lnTo>
                  <a:lnTo>
                    <a:pt x="10476" y="1574"/>
                  </a:lnTo>
                  <a:lnTo>
                    <a:pt x="10049" y="1304"/>
                  </a:lnTo>
                  <a:lnTo>
                    <a:pt x="9644" y="1079"/>
                  </a:lnTo>
                  <a:lnTo>
                    <a:pt x="9217" y="855"/>
                  </a:lnTo>
                  <a:lnTo>
                    <a:pt x="8790" y="652"/>
                  </a:lnTo>
                  <a:lnTo>
                    <a:pt x="8363" y="495"/>
                  </a:lnTo>
                  <a:lnTo>
                    <a:pt x="7936" y="337"/>
                  </a:lnTo>
                  <a:lnTo>
                    <a:pt x="7486" y="225"/>
                  </a:lnTo>
                  <a:lnTo>
                    <a:pt x="7037" y="113"/>
                  </a:lnTo>
                  <a:lnTo>
                    <a:pt x="6587" y="45"/>
                  </a:lnTo>
                  <a:lnTo>
                    <a:pt x="6115" y="0"/>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5"/>
            <p:cNvSpPr/>
            <p:nvPr/>
          </p:nvSpPr>
          <p:spPr>
            <a:xfrm>
              <a:off x="1730100" y="1305875"/>
              <a:ext cx="571550" cy="1741025"/>
            </a:xfrm>
            <a:custGeom>
              <a:avLst/>
              <a:gdLst/>
              <a:ahLst/>
              <a:cxnLst/>
              <a:rect l="l" t="t" r="r" b="b"/>
              <a:pathLst>
                <a:path w="22862" h="69641" extrusionOk="0">
                  <a:moveTo>
                    <a:pt x="1237" y="0"/>
                  </a:moveTo>
                  <a:lnTo>
                    <a:pt x="720" y="68"/>
                  </a:lnTo>
                  <a:lnTo>
                    <a:pt x="203" y="180"/>
                  </a:lnTo>
                  <a:lnTo>
                    <a:pt x="1" y="248"/>
                  </a:lnTo>
                  <a:lnTo>
                    <a:pt x="698" y="2338"/>
                  </a:lnTo>
                  <a:lnTo>
                    <a:pt x="1439" y="4429"/>
                  </a:lnTo>
                  <a:lnTo>
                    <a:pt x="2204" y="6519"/>
                  </a:lnTo>
                  <a:lnTo>
                    <a:pt x="2990" y="8587"/>
                  </a:lnTo>
                  <a:lnTo>
                    <a:pt x="4586" y="12746"/>
                  </a:lnTo>
                  <a:lnTo>
                    <a:pt x="5373" y="14814"/>
                  </a:lnTo>
                  <a:lnTo>
                    <a:pt x="6115" y="16882"/>
                  </a:lnTo>
                  <a:lnTo>
                    <a:pt x="7868" y="21940"/>
                  </a:lnTo>
                  <a:lnTo>
                    <a:pt x="9577" y="26975"/>
                  </a:lnTo>
                  <a:lnTo>
                    <a:pt x="10408" y="29515"/>
                  </a:lnTo>
                  <a:lnTo>
                    <a:pt x="11240" y="32033"/>
                  </a:lnTo>
                  <a:lnTo>
                    <a:pt x="12049" y="34573"/>
                  </a:lnTo>
                  <a:lnTo>
                    <a:pt x="12836" y="37113"/>
                  </a:lnTo>
                  <a:lnTo>
                    <a:pt x="14320" y="41991"/>
                  </a:lnTo>
                  <a:lnTo>
                    <a:pt x="15039" y="44419"/>
                  </a:lnTo>
                  <a:lnTo>
                    <a:pt x="15758" y="46869"/>
                  </a:lnTo>
                  <a:lnTo>
                    <a:pt x="16455" y="49297"/>
                  </a:lnTo>
                  <a:lnTo>
                    <a:pt x="17130" y="51747"/>
                  </a:lnTo>
                  <a:lnTo>
                    <a:pt x="17759" y="54220"/>
                  </a:lnTo>
                  <a:lnTo>
                    <a:pt x="18366" y="56670"/>
                  </a:lnTo>
                  <a:lnTo>
                    <a:pt x="19153" y="59929"/>
                  </a:lnTo>
                  <a:lnTo>
                    <a:pt x="19940" y="63189"/>
                  </a:lnTo>
                  <a:lnTo>
                    <a:pt x="20344" y="64807"/>
                  </a:lnTo>
                  <a:lnTo>
                    <a:pt x="20771" y="66426"/>
                  </a:lnTo>
                  <a:lnTo>
                    <a:pt x="21198" y="68044"/>
                  </a:lnTo>
                  <a:lnTo>
                    <a:pt x="21670" y="69640"/>
                  </a:lnTo>
                  <a:lnTo>
                    <a:pt x="22862" y="69371"/>
                  </a:lnTo>
                  <a:lnTo>
                    <a:pt x="22435" y="67820"/>
                  </a:lnTo>
                  <a:lnTo>
                    <a:pt x="22008" y="66269"/>
                  </a:lnTo>
                  <a:lnTo>
                    <a:pt x="21603" y="64718"/>
                  </a:lnTo>
                  <a:lnTo>
                    <a:pt x="21198" y="63144"/>
                  </a:lnTo>
                  <a:lnTo>
                    <a:pt x="20434" y="60019"/>
                  </a:lnTo>
                  <a:lnTo>
                    <a:pt x="19692" y="56895"/>
                  </a:lnTo>
                  <a:lnTo>
                    <a:pt x="19063" y="54355"/>
                  </a:lnTo>
                  <a:lnTo>
                    <a:pt x="18411" y="51837"/>
                  </a:lnTo>
                  <a:lnTo>
                    <a:pt x="17714" y="49319"/>
                  </a:lnTo>
                  <a:lnTo>
                    <a:pt x="17017" y="46802"/>
                  </a:lnTo>
                  <a:lnTo>
                    <a:pt x="16298" y="44307"/>
                  </a:lnTo>
                  <a:lnTo>
                    <a:pt x="15534" y="41789"/>
                  </a:lnTo>
                  <a:lnTo>
                    <a:pt x="14028" y="36799"/>
                  </a:lnTo>
                  <a:lnTo>
                    <a:pt x="13263" y="34326"/>
                  </a:lnTo>
                  <a:lnTo>
                    <a:pt x="12477" y="31853"/>
                  </a:lnTo>
                  <a:lnTo>
                    <a:pt x="11667" y="29380"/>
                  </a:lnTo>
                  <a:lnTo>
                    <a:pt x="10858" y="26930"/>
                  </a:lnTo>
                  <a:lnTo>
                    <a:pt x="9195" y="22007"/>
                  </a:lnTo>
                  <a:lnTo>
                    <a:pt x="7486" y="17107"/>
                  </a:lnTo>
                  <a:lnTo>
                    <a:pt x="6722" y="14971"/>
                  </a:lnTo>
                  <a:lnTo>
                    <a:pt x="5935" y="12836"/>
                  </a:lnTo>
                  <a:lnTo>
                    <a:pt x="4294" y="8587"/>
                  </a:lnTo>
                  <a:lnTo>
                    <a:pt x="3485" y="6452"/>
                  </a:lnTo>
                  <a:lnTo>
                    <a:pt x="2698" y="4294"/>
                  </a:lnTo>
                  <a:lnTo>
                    <a:pt x="1956" y="2158"/>
                  </a:lnTo>
                  <a:lnTo>
                    <a:pt x="1237"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15"/>
            <p:cNvSpPr/>
            <p:nvPr/>
          </p:nvSpPr>
          <p:spPr>
            <a:xfrm>
              <a:off x="2308375" y="2650125"/>
              <a:ext cx="78150" cy="196700"/>
            </a:xfrm>
            <a:custGeom>
              <a:avLst/>
              <a:gdLst/>
              <a:ahLst/>
              <a:cxnLst/>
              <a:rect l="l" t="t" r="r" b="b"/>
              <a:pathLst>
                <a:path w="3126" h="7868" extrusionOk="0">
                  <a:moveTo>
                    <a:pt x="585" y="0"/>
                  </a:moveTo>
                  <a:lnTo>
                    <a:pt x="473" y="23"/>
                  </a:lnTo>
                  <a:lnTo>
                    <a:pt x="360" y="68"/>
                  </a:lnTo>
                  <a:lnTo>
                    <a:pt x="270" y="113"/>
                  </a:lnTo>
                  <a:lnTo>
                    <a:pt x="180" y="180"/>
                  </a:lnTo>
                  <a:lnTo>
                    <a:pt x="113" y="270"/>
                  </a:lnTo>
                  <a:lnTo>
                    <a:pt x="46" y="382"/>
                  </a:lnTo>
                  <a:lnTo>
                    <a:pt x="23" y="495"/>
                  </a:lnTo>
                  <a:lnTo>
                    <a:pt x="1" y="607"/>
                  </a:lnTo>
                  <a:lnTo>
                    <a:pt x="23" y="742"/>
                  </a:lnTo>
                  <a:lnTo>
                    <a:pt x="473" y="2428"/>
                  </a:lnTo>
                  <a:lnTo>
                    <a:pt x="900" y="4114"/>
                  </a:lnTo>
                  <a:lnTo>
                    <a:pt x="1125" y="4946"/>
                  </a:lnTo>
                  <a:lnTo>
                    <a:pt x="1349" y="5800"/>
                  </a:lnTo>
                  <a:lnTo>
                    <a:pt x="1619" y="6632"/>
                  </a:lnTo>
                  <a:lnTo>
                    <a:pt x="1889" y="7441"/>
                  </a:lnTo>
                  <a:lnTo>
                    <a:pt x="1956" y="7576"/>
                  </a:lnTo>
                  <a:lnTo>
                    <a:pt x="2024" y="7666"/>
                  </a:lnTo>
                  <a:lnTo>
                    <a:pt x="2114" y="7756"/>
                  </a:lnTo>
                  <a:lnTo>
                    <a:pt x="2226" y="7800"/>
                  </a:lnTo>
                  <a:lnTo>
                    <a:pt x="2338" y="7845"/>
                  </a:lnTo>
                  <a:lnTo>
                    <a:pt x="2451" y="7868"/>
                  </a:lnTo>
                  <a:lnTo>
                    <a:pt x="2563" y="7845"/>
                  </a:lnTo>
                  <a:lnTo>
                    <a:pt x="2698" y="7845"/>
                  </a:lnTo>
                  <a:lnTo>
                    <a:pt x="2788" y="7800"/>
                  </a:lnTo>
                  <a:lnTo>
                    <a:pt x="2900" y="7733"/>
                  </a:lnTo>
                  <a:lnTo>
                    <a:pt x="2990" y="7666"/>
                  </a:lnTo>
                  <a:lnTo>
                    <a:pt x="3058" y="7576"/>
                  </a:lnTo>
                  <a:lnTo>
                    <a:pt x="3103" y="7486"/>
                  </a:lnTo>
                  <a:lnTo>
                    <a:pt x="3125" y="7373"/>
                  </a:lnTo>
                  <a:lnTo>
                    <a:pt x="3125" y="7261"/>
                  </a:lnTo>
                  <a:lnTo>
                    <a:pt x="3080" y="7126"/>
                  </a:lnTo>
                  <a:lnTo>
                    <a:pt x="2810" y="6294"/>
                  </a:lnTo>
                  <a:lnTo>
                    <a:pt x="2541" y="5463"/>
                  </a:lnTo>
                  <a:lnTo>
                    <a:pt x="2316" y="4631"/>
                  </a:lnTo>
                  <a:lnTo>
                    <a:pt x="2091" y="3799"/>
                  </a:lnTo>
                  <a:lnTo>
                    <a:pt x="1664" y="2113"/>
                  </a:lnTo>
                  <a:lnTo>
                    <a:pt x="1237" y="427"/>
                  </a:lnTo>
                  <a:lnTo>
                    <a:pt x="1170" y="292"/>
                  </a:lnTo>
                  <a:lnTo>
                    <a:pt x="1102" y="203"/>
                  </a:lnTo>
                  <a:lnTo>
                    <a:pt x="1035" y="113"/>
                  </a:lnTo>
                  <a:lnTo>
                    <a:pt x="922" y="45"/>
                  </a:lnTo>
                  <a:lnTo>
                    <a:pt x="810" y="23"/>
                  </a:lnTo>
                  <a:lnTo>
                    <a:pt x="697"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5"/>
            <p:cNvSpPr/>
            <p:nvPr/>
          </p:nvSpPr>
          <p:spPr>
            <a:xfrm>
              <a:off x="2072350" y="2863675"/>
              <a:ext cx="66325" cy="135450"/>
            </a:xfrm>
            <a:custGeom>
              <a:avLst/>
              <a:gdLst/>
              <a:ahLst/>
              <a:cxnLst/>
              <a:rect l="l" t="t" r="r" b="b"/>
              <a:pathLst>
                <a:path w="2653" h="5418" extrusionOk="0">
                  <a:moveTo>
                    <a:pt x="540" y="0"/>
                  </a:moveTo>
                  <a:lnTo>
                    <a:pt x="428" y="23"/>
                  </a:lnTo>
                  <a:lnTo>
                    <a:pt x="315" y="45"/>
                  </a:lnTo>
                  <a:lnTo>
                    <a:pt x="225" y="113"/>
                  </a:lnTo>
                  <a:lnTo>
                    <a:pt x="135" y="180"/>
                  </a:lnTo>
                  <a:lnTo>
                    <a:pt x="68" y="270"/>
                  </a:lnTo>
                  <a:lnTo>
                    <a:pt x="23" y="360"/>
                  </a:lnTo>
                  <a:lnTo>
                    <a:pt x="0" y="472"/>
                  </a:lnTo>
                  <a:lnTo>
                    <a:pt x="0" y="585"/>
                  </a:lnTo>
                  <a:lnTo>
                    <a:pt x="45" y="720"/>
                  </a:lnTo>
                  <a:lnTo>
                    <a:pt x="428" y="1776"/>
                  </a:lnTo>
                  <a:lnTo>
                    <a:pt x="787" y="2833"/>
                  </a:lnTo>
                  <a:lnTo>
                    <a:pt x="1124" y="3912"/>
                  </a:lnTo>
                  <a:lnTo>
                    <a:pt x="1417" y="4991"/>
                  </a:lnTo>
                  <a:lnTo>
                    <a:pt x="1484" y="5126"/>
                  </a:lnTo>
                  <a:lnTo>
                    <a:pt x="1551" y="5215"/>
                  </a:lnTo>
                  <a:lnTo>
                    <a:pt x="1619" y="5305"/>
                  </a:lnTo>
                  <a:lnTo>
                    <a:pt x="1731" y="5373"/>
                  </a:lnTo>
                  <a:lnTo>
                    <a:pt x="1844" y="5395"/>
                  </a:lnTo>
                  <a:lnTo>
                    <a:pt x="1956" y="5418"/>
                  </a:lnTo>
                  <a:lnTo>
                    <a:pt x="2068" y="5418"/>
                  </a:lnTo>
                  <a:lnTo>
                    <a:pt x="2181" y="5395"/>
                  </a:lnTo>
                  <a:lnTo>
                    <a:pt x="2293" y="5350"/>
                  </a:lnTo>
                  <a:lnTo>
                    <a:pt x="2383" y="5305"/>
                  </a:lnTo>
                  <a:lnTo>
                    <a:pt x="2473" y="5238"/>
                  </a:lnTo>
                  <a:lnTo>
                    <a:pt x="2541" y="5148"/>
                  </a:lnTo>
                  <a:lnTo>
                    <a:pt x="2608" y="5036"/>
                  </a:lnTo>
                  <a:lnTo>
                    <a:pt x="2630" y="4923"/>
                  </a:lnTo>
                  <a:lnTo>
                    <a:pt x="2653" y="4811"/>
                  </a:lnTo>
                  <a:lnTo>
                    <a:pt x="2630" y="4653"/>
                  </a:lnTo>
                  <a:lnTo>
                    <a:pt x="2316" y="3574"/>
                  </a:lnTo>
                  <a:lnTo>
                    <a:pt x="1979" y="2518"/>
                  </a:lnTo>
                  <a:lnTo>
                    <a:pt x="1619" y="1461"/>
                  </a:lnTo>
                  <a:lnTo>
                    <a:pt x="1237" y="405"/>
                  </a:lnTo>
                  <a:lnTo>
                    <a:pt x="1169" y="270"/>
                  </a:lnTo>
                  <a:lnTo>
                    <a:pt x="1079" y="180"/>
                  </a:lnTo>
                  <a:lnTo>
                    <a:pt x="989" y="90"/>
                  </a:lnTo>
                  <a:lnTo>
                    <a:pt x="900" y="45"/>
                  </a:lnTo>
                  <a:lnTo>
                    <a:pt x="787"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5"/>
            <p:cNvSpPr/>
            <p:nvPr/>
          </p:nvSpPr>
          <p:spPr>
            <a:xfrm>
              <a:off x="2045925" y="2676525"/>
              <a:ext cx="38250" cy="64100"/>
            </a:xfrm>
            <a:custGeom>
              <a:avLst/>
              <a:gdLst/>
              <a:ahLst/>
              <a:cxnLst/>
              <a:rect l="l" t="t" r="r" b="b"/>
              <a:pathLst>
                <a:path w="1530" h="2564" extrusionOk="0">
                  <a:moveTo>
                    <a:pt x="585" y="1"/>
                  </a:moveTo>
                  <a:lnTo>
                    <a:pt x="473" y="23"/>
                  </a:lnTo>
                  <a:lnTo>
                    <a:pt x="361" y="68"/>
                  </a:lnTo>
                  <a:lnTo>
                    <a:pt x="271" y="113"/>
                  </a:lnTo>
                  <a:lnTo>
                    <a:pt x="181" y="203"/>
                  </a:lnTo>
                  <a:lnTo>
                    <a:pt x="91" y="270"/>
                  </a:lnTo>
                  <a:lnTo>
                    <a:pt x="46" y="383"/>
                  </a:lnTo>
                  <a:lnTo>
                    <a:pt x="1" y="495"/>
                  </a:lnTo>
                  <a:lnTo>
                    <a:pt x="1" y="630"/>
                  </a:lnTo>
                  <a:lnTo>
                    <a:pt x="1" y="765"/>
                  </a:lnTo>
                  <a:lnTo>
                    <a:pt x="316" y="2136"/>
                  </a:lnTo>
                  <a:lnTo>
                    <a:pt x="361" y="2249"/>
                  </a:lnTo>
                  <a:lnTo>
                    <a:pt x="428" y="2361"/>
                  </a:lnTo>
                  <a:lnTo>
                    <a:pt x="518" y="2451"/>
                  </a:lnTo>
                  <a:lnTo>
                    <a:pt x="608" y="2518"/>
                  </a:lnTo>
                  <a:lnTo>
                    <a:pt x="698" y="2541"/>
                  </a:lnTo>
                  <a:lnTo>
                    <a:pt x="810" y="2563"/>
                  </a:lnTo>
                  <a:lnTo>
                    <a:pt x="923" y="2563"/>
                  </a:lnTo>
                  <a:lnTo>
                    <a:pt x="1035" y="2541"/>
                  </a:lnTo>
                  <a:lnTo>
                    <a:pt x="1147" y="2496"/>
                  </a:lnTo>
                  <a:lnTo>
                    <a:pt x="1260" y="2451"/>
                  </a:lnTo>
                  <a:lnTo>
                    <a:pt x="1350" y="2384"/>
                  </a:lnTo>
                  <a:lnTo>
                    <a:pt x="1417" y="2294"/>
                  </a:lnTo>
                  <a:lnTo>
                    <a:pt x="1485" y="2181"/>
                  </a:lnTo>
                  <a:lnTo>
                    <a:pt x="1507" y="2069"/>
                  </a:lnTo>
                  <a:lnTo>
                    <a:pt x="1529" y="1934"/>
                  </a:lnTo>
                  <a:lnTo>
                    <a:pt x="1507" y="1799"/>
                  </a:lnTo>
                  <a:lnTo>
                    <a:pt x="1192" y="428"/>
                  </a:lnTo>
                  <a:lnTo>
                    <a:pt x="1147" y="315"/>
                  </a:lnTo>
                  <a:lnTo>
                    <a:pt x="1102" y="203"/>
                  </a:lnTo>
                  <a:lnTo>
                    <a:pt x="1012" y="113"/>
                  </a:lnTo>
                  <a:lnTo>
                    <a:pt x="923" y="68"/>
                  </a:lnTo>
                  <a:lnTo>
                    <a:pt x="810" y="23"/>
                  </a:lnTo>
                  <a:lnTo>
                    <a:pt x="698"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5"/>
            <p:cNvSpPr/>
            <p:nvPr/>
          </p:nvSpPr>
          <p:spPr>
            <a:xfrm>
              <a:off x="2107200" y="2794550"/>
              <a:ext cx="69700" cy="155125"/>
            </a:xfrm>
            <a:custGeom>
              <a:avLst/>
              <a:gdLst/>
              <a:ahLst/>
              <a:cxnLst/>
              <a:rect l="l" t="t" r="r" b="b"/>
              <a:pathLst>
                <a:path w="2788" h="6205" extrusionOk="0">
                  <a:moveTo>
                    <a:pt x="562" y="0"/>
                  </a:moveTo>
                  <a:lnTo>
                    <a:pt x="450" y="23"/>
                  </a:lnTo>
                  <a:lnTo>
                    <a:pt x="360" y="68"/>
                  </a:lnTo>
                  <a:lnTo>
                    <a:pt x="247" y="113"/>
                  </a:lnTo>
                  <a:lnTo>
                    <a:pt x="157" y="203"/>
                  </a:lnTo>
                  <a:lnTo>
                    <a:pt x="90" y="270"/>
                  </a:lnTo>
                  <a:lnTo>
                    <a:pt x="45" y="382"/>
                  </a:lnTo>
                  <a:lnTo>
                    <a:pt x="0" y="495"/>
                  </a:lnTo>
                  <a:lnTo>
                    <a:pt x="0" y="607"/>
                  </a:lnTo>
                  <a:lnTo>
                    <a:pt x="23" y="765"/>
                  </a:lnTo>
                  <a:lnTo>
                    <a:pt x="427" y="2001"/>
                  </a:lnTo>
                  <a:lnTo>
                    <a:pt x="832" y="3260"/>
                  </a:lnTo>
                  <a:lnTo>
                    <a:pt x="1236" y="4519"/>
                  </a:lnTo>
                  <a:lnTo>
                    <a:pt x="1416" y="5148"/>
                  </a:lnTo>
                  <a:lnTo>
                    <a:pt x="1574" y="5777"/>
                  </a:lnTo>
                  <a:lnTo>
                    <a:pt x="1619" y="5912"/>
                  </a:lnTo>
                  <a:lnTo>
                    <a:pt x="1686" y="6002"/>
                  </a:lnTo>
                  <a:lnTo>
                    <a:pt x="1776" y="6092"/>
                  </a:lnTo>
                  <a:lnTo>
                    <a:pt x="1866" y="6160"/>
                  </a:lnTo>
                  <a:lnTo>
                    <a:pt x="1978" y="6182"/>
                  </a:lnTo>
                  <a:lnTo>
                    <a:pt x="2091" y="6205"/>
                  </a:lnTo>
                  <a:lnTo>
                    <a:pt x="2203" y="6205"/>
                  </a:lnTo>
                  <a:lnTo>
                    <a:pt x="2315" y="6182"/>
                  </a:lnTo>
                  <a:lnTo>
                    <a:pt x="2428" y="6137"/>
                  </a:lnTo>
                  <a:lnTo>
                    <a:pt x="2540" y="6092"/>
                  </a:lnTo>
                  <a:lnTo>
                    <a:pt x="2630" y="6025"/>
                  </a:lnTo>
                  <a:lnTo>
                    <a:pt x="2698" y="5935"/>
                  </a:lnTo>
                  <a:lnTo>
                    <a:pt x="2743" y="5822"/>
                  </a:lnTo>
                  <a:lnTo>
                    <a:pt x="2788" y="5710"/>
                  </a:lnTo>
                  <a:lnTo>
                    <a:pt x="2788" y="5598"/>
                  </a:lnTo>
                  <a:lnTo>
                    <a:pt x="2765" y="5440"/>
                  </a:lnTo>
                  <a:lnTo>
                    <a:pt x="2608" y="4811"/>
                  </a:lnTo>
                  <a:lnTo>
                    <a:pt x="2428" y="4181"/>
                  </a:lnTo>
                  <a:lnTo>
                    <a:pt x="2023" y="2923"/>
                  </a:lnTo>
                  <a:lnTo>
                    <a:pt x="1619" y="1686"/>
                  </a:lnTo>
                  <a:lnTo>
                    <a:pt x="1236" y="427"/>
                  </a:lnTo>
                  <a:lnTo>
                    <a:pt x="1169" y="293"/>
                  </a:lnTo>
                  <a:lnTo>
                    <a:pt x="1102" y="203"/>
                  </a:lnTo>
                  <a:lnTo>
                    <a:pt x="1012" y="113"/>
                  </a:lnTo>
                  <a:lnTo>
                    <a:pt x="922" y="68"/>
                  </a:lnTo>
                  <a:lnTo>
                    <a:pt x="809" y="23"/>
                  </a:lnTo>
                  <a:lnTo>
                    <a:pt x="697"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5"/>
            <p:cNvSpPr/>
            <p:nvPr/>
          </p:nvSpPr>
          <p:spPr>
            <a:xfrm>
              <a:off x="1998725" y="2388225"/>
              <a:ext cx="73075" cy="139975"/>
            </a:xfrm>
            <a:custGeom>
              <a:avLst/>
              <a:gdLst/>
              <a:ahLst/>
              <a:cxnLst/>
              <a:rect l="l" t="t" r="r" b="b"/>
              <a:pathLst>
                <a:path w="2923" h="5599" extrusionOk="0">
                  <a:moveTo>
                    <a:pt x="563" y="1"/>
                  </a:moveTo>
                  <a:lnTo>
                    <a:pt x="450" y="23"/>
                  </a:lnTo>
                  <a:lnTo>
                    <a:pt x="338" y="46"/>
                  </a:lnTo>
                  <a:lnTo>
                    <a:pt x="225" y="113"/>
                  </a:lnTo>
                  <a:lnTo>
                    <a:pt x="158" y="181"/>
                  </a:lnTo>
                  <a:lnTo>
                    <a:pt x="68" y="271"/>
                  </a:lnTo>
                  <a:lnTo>
                    <a:pt x="23" y="361"/>
                  </a:lnTo>
                  <a:lnTo>
                    <a:pt x="1" y="473"/>
                  </a:lnTo>
                  <a:lnTo>
                    <a:pt x="1" y="608"/>
                  </a:lnTo>
                  <a:lnTo>
                    <a:pt x="46" y="743"/>
                  </a:lnTo>
                  <a:lnTo>
                    <a:pt x="450" y="1889"/>
                  </a:lnTo>
                  <a:lnTo>
                    <a:pt x="877" y="3036"/>
                  </a:lnTo>
                  <a:lnTo>
                    <a:pt x="1327" y="4160"/>
                  </a:lnTo>
                  <a:lnTo>
                    <a:pt x="1799" y="5284"/>
                  </a:lnTo>
                  <a:lnTo>
                    <a:pt x="1866" y="5396"/>
                  </a:lnTo>
                  <a:lnTo>
                    <a:pt x="1956" y="5486"/>
                  </a:lnTo>
                  <a:lnTo>
                    <a:pt x="2046" y="5553"/>
                  </a:lnTo>
                  <a:lnTo>
                    <a:pt x="2159" y="5598"/>
                  </a:lnTo>
                  <a:lnTo>
                    <a:pt x="2361" y="5598"/>
                  </a:lnTo>
                  <a:lnTo>
                    <a:pt x="2473" y="5553"/>
                  </a:lnTo>
                  <a:lnTo>
                    <a:pt x="2586" y="5508"/>
                  </a:lnTo>
                  <a:lnTo>
                    <a:pt x="2676" y="5441"/>
                  </a:lnTo>
                  <a:lnTo>
                    <a:pt x="2766" y="5373"/>
                  </a:lnTo>
                  <a:lnTo>
                    <a:pt x="2833" y="5284"/>
                  </a:lnTo>
                  <a:lnTo>
                    <a:pt x="2878" y="5171"/>
                  </a:lnTo>
                  <a:lnTo>
                    <a:pt x="2923" y="5059"/>
                  </a:lnTo>
                  <a:lnTo>
                    <a:pt x="2923" y="4924"/>
                  </a:lnTo>
                  <a:lnTo>
                    <a:pt x="2923" y="4811"/>
                  </a:lnTo>
                  <a:lnTo>
                    <a:pt x="2878" y="4677"/>
                  </a:lnTo>
                  <a:lnTo>
                    <a:pt x="2428" y="3620"/>
                  </a:lnTo>
                  <a:lnTo>
                    <a:pt x="2001" y="2564"/>
                  </a:lnTo>
                  <a:lnTo>
                    <a:pt x="1619" y="1485"/>
                  </a:lnTo>
                  <a:lnTo>
                    <a:pt x="1237" y="406"/>
                  </a:lnTo>
                  <a:lnTo>
                    <a:pt x="1170" y="293"/>
                  </a:lnTo>
                  <a:lnTo>
                    <a:pt x="1102" y="181"/>
                  </a:lnTo>
                  <a:lnTo>
                    <a:pt x="1012" y="91"/>
                  </a:lnTo>
                  <a:lnTo>
                    <a:pt x="900" y="46"/>
                  </a:lnTo>
                  <a:lnTo>
                    <a:pt x="787"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5"/>
            <p:cNvSpPr/>
            <p:nvPr/>
          </p:nvSpPr>
          <p:spPr>
            <a:xfrm>
              <a:off x="2093150" y="1949900"/>
              <a:ext cx="72500" cy="132650"/>
            </a:xfrm>
            <a:custGeom>
              <a:avLst/>
              <a:gdLst/>
              <a:ahLst/>
              <a:cxnLst/>
              <a:rect l="l" t="t" r="r" b="b"/>
              <a:pathLst>
                <a:path w="2900" h="5306" extrusionOk="0">
                  <a:moveTo>
                    <a:pt x="630" y="0"/>
                  </a:moveTo>
                  <a:lnTo>
                    <a:pt x="517" y="23"/>
                  </a:lnTo>
                  <a:lnTo>
                    <a:pt x="405" y="45"/>
                  </a:lnTo>
                  <a:lnTo>
                    <a:pt x="292" y="113"/>
                  </a:lnTo>
                  <a:lnTo>
                    <a:pt x="202" y="158"/>
                  </a:lnTo>
                  <a:lnTo>
                    <a:pt x="135" y="248"/>
                  </a:lnTo>
                  <a:lnTo>
                    <a:pt x="68" y="337"/>
                  </a:lnTo>
                  <a:lnTo>
                    <a:pt x="23" y="427"/>
                  </a:lnTo>
                  <a:lnTo>
                    <a:pt x="0" y="540"/>
                  </a:lnTo>
                  <a:lnTo>
                    <a:pt x="0" y="652"/>
                  </a:lnTo>
                  <a:lnTo>
                    <a:pt x="23" y="787"/>
                  </a:lnTo>
                  <a:lnTo>
                    <a:pt x="90" y="899"/>
                  </a:lnTo>
                  <a:lnTo>
                    <a:pt x="337" y="1372"/>
                  </a:lnTo>
                  <a:lnTo>
                    <a:pt x="585" y="1866"/>
                  </a:lnTo>
                  <a:lnTo>
                    <a:pt x="787" y="2361"/>
                  </a:lnTo>
                  <a:lnTo>
                    <a:pt x="989" y="2855"/>
                  </a:lnTo>
                  <a:lnTo>
                    <a:pt x="1326" y="3867"/>
                  </a:lnTo>
                  <a:lnTo>
                    <a:pt x="1686" y="4878"/>
                  </a:lnTo>
                  <a:lnTo>
                    <a:pt x="1731" y="5013"/>
                  </a:lnTo>
                  <a:lnTo>
                    <a:pt x="1821" y="5103"/>
                  </a:lnTo>
                  <a:lnTo>
                    <a:pt x="1911" y="5193"/>
                  </a:lnTo>
                  <a:lnTo>
                    <a:pt x="2023" y="5238"/>
                  </a:lnTo>
                  <a:lnTo>
                    <a:pt x="2136" y="5283"/>
                  </a:lnTo>
                  <a:lnTo>
                    <a:pt x="2248" y="5305"/>
                  </a:lnTo>
                  <a:lnTo>
                    <a:pt x="2360" y="5283"/>
                  </a:lnTo>
                  <a:lnTo>
                    <a:pt x="2473" y="5260"/>
                  </a:lnTo>
                  <a:lnTo>
                    <a:pt x="2585" y="5238"/>
                  </a:lnTo>
                  <a:lnTo>
                    <a:pt x="2675" y="5170"/>
                  </a:lnTo>
                  <a:lnTo>
                    <a:pt x="2765" y="5103"/>
                  </a:lnTo>
                  <a:lnTo>
                    <a:pt x="2832" y="5013"/>
                  </a:lnTo>
                  <a:lnTo>
                    <a:pt x="2877" y="4923"/>
                  </a:lnTo>
                  <a:lnTo>
                    <a:pt x="2900" y="4811"/>
                  </a:lnTo>
                  <a:lnTo>
                    <a:pt x="2900" y="4698"/>
                  </a:lnTo>
                  <a:lnTo>
                    <a:pt x="2877" y="4564"/>
                  </a:lnTo>
                  <a:lnTo>
                    <a:pt x="2248" y="2720"/>
                  </a:lnTo>
                  <a:lnTo>
                    <a:pt x="1911" y="1821"/>
                  </a:lnTo>
                  <a:lnTo>
                    <a:pt x="1709" y="1372"/>
                  </a:lnTo>
                  <a:lnTo>
                    <a:pt x="1506" y="944"/>
                  </a:lnTo>
                  <a:lnTo>
                    <a:pt x="1506" y="832"/>
                  </a:lnTo>
                  <a:lnTo>
                    <a:pt x="1484" y="720"/>
                  </a:lnTo>
                  <a:lnTo>
                    <a:pt x="1416" y="585"/>
                  </a:lnTo>
                  <a:lnTo>
                    <a:pt x="1326" y="495"/>
                  </a:lnTo>
                  <a:lnTo>
                    <a:pt x="1147" y="293"/>
                  </a:lnTo>
                  <a:lnTo>
                    <a:pt x="1057" y="180"/>
                  </a:lnTo>
                  <a:lnTo>
                    <a:pt x="967" y="113"/>
                  </a:lnTo>
                  <a:lnTo>
                    <a:pt x="854" y="45"/>
                  </a:lnTo>
                  <a:lnTo>
                    <a:pt x="742" y="23"/>
                  </a:lnTo>
                  <a:lnTo>
                    <a:pt x="630"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5"/>
            <p:cNvSpPr/>
            <p:nvPr/>
          </p:nvSpPr>
          <p:spPr>
            <a:xfrm>
              <a:off x="2247675" y="2439950"/>
              <a:ext cx="61300" cy="110150"/>
            </a:xfrm>
            <a:custGeom>
              <a:avLst/>
              <a:gdLst/>
              <a:ahLst/>
              <a:cxnLst/>
              <a:rect l="l" t="t" r="r" b="b"/>
              <a:pathLst>
                <a:path w="2452" h="4406" extrusionOk="0">
                  <a:moveTo>
                    <a:pt x="675" y="0"/>
                  </a:moveTo>
                  <a:lnTo>
                    <a:pt x="563" y="23"/>
                  </a:lnTo>
                  <a:lnTo>
                    <a:pt x="450" y="45"/>
                  </a:lnTo>
                  <a:lnTo>
                    <a:pt x="338" y="90"/>
                  </a:lnTo>
                  <a:lnTo>
                    <a:pt x="248" y="157"/>
                  </a:lnTo>
                  <a:lnTo>
                    <a:pt x="158" y="247"/>
                  </a:lnTo>
                  <a:lnTo>
                    <a:pt x="91" y="337"/>
                  </a:lnTo>
                  <a:lnTo>
                    <a:pt x="46" y="450"/>
                  </a:lnTo>
                  <a:lnTo>
                    <a:pt x="1" y="562"/>
                  </a:lnTo>
                  <a:lnTo>
                    <a:pt x="1" y="674"/>
                  </a:lnTo>
                  <a:lnTo>
                    <a:pt x="1" y="809"/>
                  </a:lnTo>
                  <a:lnTo>
                    <a:pt x="46" y="944"/>
                  </a:lnTo>
                  <a:lnTo>
                    <a:pt x="361" y="1686"/>
                  </a:lnTo>
                  <a:lnTo>
                    <a:pt x="653" y="2450"/>
                  </a:lnTo>
                  <a:lnTo>
                    <a:pt x="1215" y="3979"/>
                  </a:lnTo>
                  <a:lnTo>
                    <a:pt x="1282" y="4114"/>
                  </a:lnTo>
                  <a:lnTo>
                    <a:pt x="1372" y="4204"/>
                  </a:lnTo>
                  <a:lnTo>
                    <a:pt x="1462" y="4294"/>
                  </a:lnTo>
                  <a:lnTo>
                    <a:pt x="1574" y="4339"/>
                  </a:lnTo>
                  <a:lnTo>
                    <a:pt x="1687" y="4383"/>
                  </a:lnTo>
                  <a:lnTo>
                    <a:pt x="1799" y="4406"/>
                  </a:lnTo>
                  <a:lnTo>
                    <a:pt x="1912" y="4406"/>
                  </a:lnTo>
                  <a:lnTo>
                    <a:pt x="2024" y="4383"/>
                  </a:lnTo>
                  <a:lnTo>
                    <a:pt x="2136" y="4339"/>
                  </a:lnTo>
                  <a:lnTo>
                    <a:pt x="2226" y="4271"/>
                  </a:lnTo>
                  <a:lnTo>
                    <a:pt x="2316" y="4204"/>
                  </a:lnTo>
                  <a:lnTo>
                    <a:pt x="2384" y="4136"/>
                  </a:lnTo>
                  <a:lnTo>
                    <a:pt x="2429" y="4024"/>
                  </a:lnTo>
                  <a:lnTo>
                    <a:pt x="2451" y="3911"/>
                  </a:lnTo>
                  <a:lnTo>
                    <a:pt x="2451" y="3799"/>
                  </a:lnTo>
                  <a:lnTo>
                    <a:pt x="2429" y="3664"/>
                  </a:lnTo>
                  <a:lnTo>
                    <a:pt x="1799" y="1978"/>
                  </a:lnTo>
                  <a:lnTo>
                    <a:pt x="1462" y="1146"/>
                  </a:lnTo>
                  <a:lnTo>
                    <a:pt x="1125" y="315"/>
                  </a:lnTo>
                  <a:lnTo>
                    <a:pt x="1057" y="202"/>
                  </a:lnTo>
                  <a:lnTo>
                    <a:pt x="967" y="112"/>
                  </a:lnTo>
                  <a:lnTo>
                    <a:pt x="878" y="45"/>
                  </a:lnTo>
                  <a:lnTo>
                    <a:pt x="765" y="23"/>
                  </a:lnTo>
                  <a:lnTo>
                    <a:pt x="675"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5"/>
            <p:cNvSpPr/>
            <p:nvPr/>
          </p:nvSpPr>
          <p:spPr>
            <a:xfrm>
              <a:off x="1976800" y="1572800"/>
              <a:ext cx="92200" cy="186600"/>
            </a:xfrm>
            <a:custGeom>
              <a:avLst/>
              <a:gdLst/>
              <a:ahLst/>
              <a:cxnLst/>
              <a:rect l="l" t="t" r="r" b="b"/>
              <a:pathLst>
                <a:path w="3688" h="7464" extrusionOk="0">
                  <a:moveTo>
                    <a:pt x="675" y="1"/>
                  </a:moveTo>
                  <a:lnTo>
                    <a:pt x="563" y="23"/>
                  </a:lnTo>
                  <a:lnTo>
                    <a:pt x="451" y="46"/>
                  </a:lnTo>
                  <a:lnTo>
                    <a:pt x="361" y="91"/>
                  </a:lnTo>
                  <a:lnTo>
                    <a:pt x="248" y="158"/>
                  </a:lnTo>
                  <a:lnTo>
                    <a:pt x="181" y="248"/>
                  </a:lnTo>
                  <a:lnTo>
                    <a:pt x="91" y="338"/>
                  </a:lnTo>
                  <a:lnTo>
                    <a:pt x="46" y="450"/>
                  </a:lnTo>
                  <a:lnTo>
                    <a:pt x="1" y="563"/>
                  </a:lnTo>
                  <a:lnTo>
                    <a:pt x="1" y="675"/>
                  </a:lnTo>
                  <a:lnTo>
                    <a:pt x="1" y="810"/>
                  </a:lnTo>
                  <a:lnTo>
                    <a:pt x="46" y="945"/>
                  </a:lnTo>
                  <a:lnTo>
                    <a:pt x="698" y="2451"/>
                  </a:lnTo>
                  <a:lnTo>
                    <a:pt x="1350" y="3957"/>
                  </a:lnTo>
                  <a:lnTo>
                    <a:pt x="1642" y="4721"/>
                  </a:lnTo>
                  <a:lnTo>
                    <a:pt x="1934" y="5486"/>
                  </a:lnTo>
                  <a:lnTo>
                    <a:pt x="2204" y="6250"/>
                  </a:lnTo>
                  <a:lnTo>
                    <a:pt x="2474" y="7037"/>
                  </a:lnTo>
                  <a:lnTo>
                    <a:pt x="2519" y="7172"/>
                  </a:lnTo>
                  <a:lnTo>
                    <a:pt x="2586" y="7262"/>
                  </a:lnTo>
                  <a:lnTo>
                    <a:pt x="2676" y="7351"/>
                  </a:lnTo>
                  <a:lnTo>
                    <a:pt x="2788" y="7396"/>
                  </a:lnTo>
                  <a:lnTo>
                    <a:pt x="2878" y="7441"/>
                  </a:lnTo>
                  <a:lnTo>
                    <a:pt x="2991" y="7464"/>
                  </a:lnTo>
                  <a:lnTo>
                    <a:pt x="3126" y="7464"/>
                  </a:lnTo>
                  <a:lnTo>
                    <a:pt x="3238" y="7441"/>
                  </a:lnTo>
                  <a:lnTo>
                    <a:pt x="3350" y="7396"/>
                  </a:lnTo>
                  <a:lnTo>
                    <a:pt x="3440" y="7351"/>
                  </a:lnTo>
                  <a:lnTo>
                    <a:pt x="3530" y="7262"/>
                  </a:lnTo>
                  <a:lnTo>
                    <a:pt x="3598" y="7194"/>
                  </a:lnTo>
                  <a:lnTo>
                    <a:pt x="3643" y="7082"/>
                  </a:lnTo>
                  <a:lnTo>
                    <a:pt x="3688" y="6969"/>
                  </a:lnTo>
                  <a:lnTo>
                    <a:pt x="3688" y="6857"/>
                  </a:lnTo>
                  <a:lnTo>
                    <a:pt x="3665" y="6700"/>
                  </a:lnTo>
                  <a:lnTo>
                    <a:pt x="3395" y="5890"/>
                  </a:lnTo>
                  <a:lnTo>
                    <a:pt x="3103" y="5081"/>
                  </a:lnTo>
                  <a:lnTo>
                    <a:pt x="2811" y="4272"/>
                  </a:lnTo>
                  <a:lnTo>
                    <a:pt x="2474" y="3485"/>
                  </a:lnTo>
                  <a:lnTo>
                    <a:pt x="1799" y="1912"/>
                  </a:lnTo>
                  <a:lnTo>
                    <a:pt x="1125" y="338"/>
                  </a:lnTo>
                  <a:lnTo>
                    <a:pt x="1057" y="203"/>
                  </a:lnTo>
                  <a:lnTo>
                    <a:pt x="968" y="113"/>
                  </a:lnTo>
                  <a:lnTo>
                    <a:pt x="878" y="68"/>
                  </a:lnTo>
                  <a:lnTo>
                    <a:pt x="788" y="23"/>
                  </a:lnTo>
                  <a:lnTo>
                    <a:pt x="675"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5"/>
            <p:cNvSpPr/>
            <p:nvPr/>
          </p:nvSpPr>
          <p:spPr>
            <a:xfrm>
              <a:off x="1786300" y="1759950"/>
              <a:ext cx="66350" cy="155125"/>
            </a:xfrm>
            <a:custGeom>
              <a:avLst/>
              <a:gdLst/>
              <a:ahLst/>
              <a:cxnLst/>
              <a:rect l="l" t="t" r="r" b="b"/>
              <a:pathLst>
                <a:path w="2654" h="6205" extrusionOk="0">
                  <a:moveTo>
                    <a:pt x="585" y="0"/>
                  </a:moveTo>
                  <a:lnTo>
                    <a:pt x="473" y="23"/>
                  </a:lnTo>
                  <a:lnTo>
                    <a:pt x="383" y="68"/>
                  </a:lnTo>
                  <a:lnTo>
                    <a:pt x="270" y="135"/>
                  </a:lnTo>
                  <a:lnTo>
                    <a:pt x="180" y="203"/>
                  </a:lnTo>
                  <a:lnTo>
                    <a:pt x="113" y="293"/>
                  </a:lnTo>
                  <a:lnTo>
                    <a:pt x="46" y="383"/>
                  </a:lnTo>
                  <a:lnTo>
                    <a:pt x="23" y="495"/>
                  </a:lnTo>
                  <a:lnTo>
                    <a:pt x="1" y="630"/>
                  </a:lnTo>
                  <a:lnTo>
                    <a:pt x="23" y="765"/>
                  </a:lnTo>
                  <a:lnTo>
                    <a:pt x="338" y="2023"/>
                  </a:lnTo>
                  <a:lnTo>
                    <a:pt x="652" y="3305"/>
                  </a:lnTo>
                  <a:lnTo>
                    <a:pt x="810" y="3912"/>
                  </a:lnTo>
                  <a:lnTo>
                    <a:pt x="1012" y="4541"/>
                  </a:lnTo>
                  <a:lnTo>
                    <a:pt x="1192" y="5171"/>
                  </a:lnTo>
                  <a:lnTo>
                    <a:pt x="1417" y="5777"/>
                  </a:lnTo>
                  <a:lnTo>
                    <a:pt x="1484" y="5912"/>
                  </a:lnTo>
                  <a:lnTo>
                    <a:pt x="1552" y="6002"/>
                  </a:lnTo>
                  <a:lnTo>
                    <a:pt x="1642" y="6092"/>
                  </a:lnTo>
                  <a:lnTo>
                    <a:pt x="1754" y="6137"/>
                  </a:lnTo>
                  <a:lnTo>
                    <a:pt x="1866" y="6182"/>
                  </a:lnTo>
                  <a:lnTo>
                    <a:pt x="1979" y="6205"/>
                  </a:lnTo>
                  <a:lnTo>
                    <a:pt x="2114" y="6205"/>
                  </a:lnTo>
                  <a:lnTo>
                    <a:pt x="2226" y="6182"/>
                  </a:lnTo>
                  <a:lnTo>
                    <a:pt x="2316" y="6137"/>
                  </a:lnTo>
                  <a:lnTo>
                    <a:pt x="2428" y="6070"/>
                  </a:lnTo>
                  <a:lnTo>
                    <a:pt x="2518" y="6002"/>
                  </a:lnTo>
                  <a:lnTo>
                    <a:pt x="2586" y="5935"/>
                  </a:lnTo>
                  <a:lnTo>
                    <a:pt x="2631" y="5822"/>
                  </a:lnTo>
                  <a:lnTo>
                    <a:pt x="2653" y="5710"/>
                  </a:lnTo>
                  <a:lnTo>
                    <a:pt x="2653" y="5598"/>
                  </a:lnTo>
                  <a:lnTo>
                    <a:pt x="2608" y="5463"/>
                  </a:lnTo>
                  <a:lnTo>
                    <a:pt x="2383" y="4856"/>
                  </a:lnTo>
                  <a:lnTo>
                    <a:pt x="2204" y="4226"/>
                  </a:lnTo>
                  <a:lnTo>
                    <a:pt x="2024" y="3597"/>
                  </a:lnTo>
                  <a:lnTo>
                    <a:pt x="1844" y="2968"/>
                  </a:lnTo>
                  <a:lnTo>
                    <a:pt x="1529" y="1709"/>
                  </a:lnTo>
                  <a:lnTo>
                    <a:pt x="1214" y="450"/>
                  </a:lnTo>
                  <a:lnTo>
                    <a:pt x="1170" y="315"/>
                  </a:lnTo>
                  <a:lnTo>
                    <a:pt x="1102" y="203"/>
                  </a:lnTo>
                  <a:lnTo>
                    <a:pt x="1012" y="113"/>
                  </a:lnTo>
                  <a:lnTo>
                    <a:pt x="922" y="68"/>
                  </a:lnTo>
                  <a:lnTo>
                    <a:pt x="832" y="23"/>
                  </a:lnTo>
                  <a:lnTo>
                    <a:pt x="720"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p:nvPr/>
          </p:nvSpPr>
          <p:spPr>
            <a:xfrm>
              <a:off x="1848125" y="2117925"/>
              <a:ext cx="46675" cy="82625"/>
            </a:xfrm>
            <a:custGeom>
              <a:avLst/>
              <a:gdLst/>
              <a:ahLst/>
              <a:cxnLst/>
              <a:rect l="l" t="t" r="r" b="b"/>
              <a:pathLst>
                <a:path w="1867" h="3305" extrusionOk="0">
                  <a:moveTo>
                    <a:pt x="585" y="1"/>
                  </a:moveTo>
                  <a:lnTo>
                    <a:pt x="450" y="23"/>
                  </a:lnTo>
                  <a:lnTo>
                    <a:pt x="360" y="45"/>
                  </a:lnTo>
                  <a:lnTo>
                    <a:pt x="248" y="113"/>
                  </a:lnTo>
                  <a:lnTo>
                    <a:pt x="158" y="180"/>
                  </a:lnTo>
                  <a:lnTo>
                    <a:pt x="90" y="270"/>
                  </a:lnTo>
                  <a:lnTo>
                    <a:pt x="45" y="360"/>
                  </a:lnTo>
                  <a:lnTo>
                    <a:pt x="0" y="473"/>
                  </a:lnTo>
                  <a:lnTo>
                    <a:pt x="0" y="607"/>
                  </a:lnTo>
                  <a:lnTo>
                    <a:pt x="23" y="742"/>
                  </a:lnTo>
                  <a:lnTo>
                    <a:pt x="652" y="2878"/>
                  </a:lnTo>
                  <a:lnTo>
                    <a:pt x="697" y="3013"/>
                  </a:lnTo>
                  <a:lnTo>
                    <a:pt x="765" y="3103"/>
                  </a:lnTo>
                  <a:lnTo>
                    <a:pt x="854" y="3193"/>
                  </a:lnTo>
                  <a:lnTo>
                    <a:pt x="967" y="3238"/>
                  </a:lnTo>
                  <a:lnTo>
                    <a:pt x="1057" y="3282"/>
                  </a:lnTo>
                  <a:lnTo>
                    <a:pt x="1169" y="3305"/>
                  </a:lnTo>
                  <a:lnTo>
                    <a:pt x="1304" y="3305"/>
                  </a:lnTo>
                  <a:lnTo>
                    <a:pt x="1416" y="3282"/>
                  </a:lnTo>
                  <a:lnTo>
                    <a:pt x="1506" y="3238"/>
                  </a:lnTo>
                  <a:lnTo>
                    <a:pt x="1619" y="3193"/>
                  </a:lnTo>
                  <a:lnTo>
                    <a:pt x="1709" y="3103"/>
                  </a:lnTo>
                  <a:lnTo>
                    <a:pt x="1776" y="3035"/>
                  </a:lnTo>
                  <a:lnTo>
                    <a:pt x="1821" y="2923"/>
                  </a:lnTo>
                  <a:lnTo>
                    <a:pt x="1866" y="2810"/>
                  </a:lnTo>
                  <a:lnTo>
                    <a:pt x="1866" y="2676"/>
                  </a:lnTo>
                  <a:lnTo>
                    <a:pt x="1844" y="2541"/>
                  </a:lnTo>
                  <a:lnTo>
                    <a:pt x="1214" y="428"/>
                  </a:lnTo>
                  <a:lnTo>
                    <a:pt x="1169" y="293"/>
                  </a:lnTo>
                  <a:lnTo>
                    <a:pt x="1102" y="180"/>
                  </a:lnTo>
                  <a:lnTo>
                    <a:pt x="1012" y="113"/>
                  </a:lnTo>
                  <a:lnTo>
                    <a:pt x="922" y="45"/>
                  </a:lnTo>
                  <a:lnTo>
                    <a:pt x="810"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5"/>
            <p:cNvSpPr/>
            <p:nvPr/>
          </p:nvSpPr>
          <p:spPr>
            <a:xfrm>
              <a:off x="2242625" y="2311800"/>
              <a:ext cx="62975" cy="104550"/>
            </a:xfrm>
            <a:custGeom>
              <a:avLst/>
              <a:gdLst/>
              <a:ahLst/>
              <a:cxnLst/>
              <a:rect l="l" t="t" r="r" b="b"/>
              <a:pathLst>
                <a:path w="2519" h="4182" extrusionOk="0">
                  <a:moveTo>
                    <a:pt x="563" y="1"/>
                  </a:moveTo>
                  <a:lnTo>
                    <a:pt x="450" y="23"/>
                  </a:lnTo>
                  <a:lnTo>
                    <a:pt x="338" y="68"/>
                  </a:lnTo>
                  <a:lnTo>
                    <a:pt x="225" y="113"/>
                  </a:lnTo>
                  <a:lnTo>
                    <a:pt x="158" y="181"/>
                  </a:lnTo>
                  <a:lnTo>
                    <a:pt x="90" y="271"/>
                  </a:lnTo>
                  <a:lnTo>
                    <a:pt x="23" y="383"/>
                  </a:lnTo>
                  <a:lnTo>
                    <a:pt x="1" y="495"/>
                  </a:lnTo>
                  <a:lnTo>
                    <a:pt x="1" y="608"/>
                  </a:lnTo>
                  <a:lnTo>
                    <a:pt x="23" y="743"/>
                  </a:lnTo>
                  <a:lnTo>
                    <a:pt x="315" y="1507"/>
                  </a:lnTo>
                  <a:lnTo>
                    <a:pt x="630" y="2271"/>
                  </a:lnTo>
                  <a:lnTo>
                    <a:pt x="1282" y="3800"/>
                  </a:lnTo>
                  <a:lnTo>
                    <a:pt x="1327" y="3912"/>
                  </a:lnTo>
                  <a:lnTo>
                    <a:pt x="1417" y="4002"/>
                  </a:lnTo>
                  <a:lnTo>
                    <a:pt x="1529" y="4092"/>
                  </a:lnTo>
                  <a:lnTo>
                    <a:pt x="1619" y="4137"/>
                  </a:lnTo>
                  <a:lnTo>
                    <a:pt x="1731" y="4182"/>
                  </a:lnTo>
                  <a:lnTo>
                    <a:pt x="1979" y="4182"/>
                  </a:lnTo>
                  <a:lnTo>
                    <a:pt x="2091" y="4159"/>
                  </a:lnTo>
                  <a:lnTo>
                    <a:pt x="2203" y="4137"/>
                  </a:lnTo>
                  <a:lnTo>
                    <a:pt x="2293" y="4070"/>
                  </a:lnTo>
                  <a:lnTo>
                    <a:pt x="2383" y="4002"/>
                  </a:lnTo>
                  <a:lnTo>
                    <a:pt x="2451" y="3912"/>
                  </a:lnTo>
                  <a:lnTo>
                    <a:pt x="2496" y="3822"/>
                  </a:lnTo>
                  <a:lnTo>
                    <a:pt x="2518" y="3710"/>
                  </a:lnTo>
                  <a:lnTo>
                    <a:pt x="2496" y="3597"/>
                  </a:lnTo>
                  <a:lnTo>
                    <a:pt x="2473" y="3463"/>
                  </a:lnTo>
                  <a:lnTo>
                    <a:pt x="1821" y="1956"/>
                  </a:lnTo>
                  <a:lnTo>
                    <a:pt x="1507" y="1192"/>
                  </a:lnTo>
                  <a:lnTo>
                    <a:pt x="1237" y="428"/>
                  </a:lnTo>
                  <a:lnTo>
                    <a:pt x="1169" y="293"/>
                  </a:lnTo>
                  <a:lnTo>
                    <a:pt x="1102" y="203"/>
                  </a:lnTo>
                  <a:lnTo>
                    <a:pt x="1012" y="113"/>
                  </a:lnTo>
                  <a:lnTo>
                    <a:pt x="900" y="46"/>
                  </a:lnTo>
                  <a:lnTo>
                    <a:pt x="787" y="23"/>
                  </a:lnTo>
                  <a:lnTo>
                    <a:pt x="675"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5"/>
            <p:cNvSpPr/>
            <p:nvPr/>
          </p:nvSpPr>
          <p:spPr>
            <a:xfrm>
              <a:off x="3990375" y="1153575"/>
              <a:ext cx="807575" cy="1801725"/>
            </a:xfrm>
            <a:custGeom>
              <a:avLst/>
              <a:gdLst/>
              <a:ahLst/>
              <a:cxnLst/>
              <a:rect l="l" t="t" r="r" b="b"/>
              <a:pathLst>
                <a:path w="32303" h="72069" extrusionOk="0">
                  <a:moveTo>
                    <a:pt x="5530" y="0"/>
                  </a:moveTo>
                  <a:lnTo>
                    <a:pt x="5058" y="23"/>
                  </a:lnTo>
                  <a:lnTo>
                    <a:pt x="4564" y="68"/>
                  </a:lnTo>
                  <a:lnTo>
                    <a:pt x="4069" y="158"/>
                  </a:lnTo>
                  <a:lnTo>
                    <a:pt x="3619" y="270"/>
                  </a:lnTo>
                  <a:lnTo>
                    <a:pt x="3192" y="450"/>
                  </a:lnTo>
                  <a:lnTo>
                    <a:pt x="2788" y="652"/>
                  </a:lnTo>
                  <a:lnTo>
                    <a:pt x="2428" y="900"/>
                  </a:lnTo>
                  <a:lnTo>
                    <a:pt x="2091" y="1192"/>
                  </a:lnTo>
                  <a:lnTo>
                    <a:pt x="1776" y="1529"/>
                  </a:lnTo>
                  <a:lnTo>
                    <a:pt x="1484" y="1911"/>
                  </a:lnTo>
                  <a:lnTo>
                    <a:pt x="1237" y="2316"/>
                  </a:lnTo>
                  <a:lnTo>
                    <a:pt x="1012" y="2765"/>
                  </a:lnTo>
                  <a:lnTo>
                    <a:pt x="810" y="3260"/>
                  </a:lnTo>
                  <a:lnTo>
                    <a:pt x="630" y="3777"/>
                  </a:lnTo>
                  <a:lnTo>
                    <a:pt x="472" y="4316"/>
                  </a:lnTo>
                  <a:lnTo>
                    <a:pt x="337" y="4901"/>
                  </a:lnTo>
                  <a:lnTo>
                    <a:pt x="225" y="5508"/>
                  </a:lnTo>
                  <a:lnTo>
                    <a:pt x="135" y="6160"/>
                  </a:lnTo>
                  <a:lnTo>
                    <a:pt x="90" y="6812"/>
                  </a:lnTo>
                  <a:lnTo>
                    <a:pt x="23" y="7508"/>
                  </a:lnTo>
                  <a:lnTo>
                    <a:pt x="0" y="8228"/>
                  </a:lnTo>
                  <a:lnTo>
                    <a:pt x="0" y="8970"/>
                  </a:lnTo>
                  <a:lnTo>
                    <a:pt x="23" y="9734"/>
                  </a:lnTo>
                  <a:lnTo>
                    <a:pt x="45" y="10521"/>
                  </a:lnTo>
                  <a:lnTo>
                    <a:pt x="90" y="11330"/>
                  </a:lnTo>
                  <a:lnTo>
                    <a:pt x="158" y="12139"/>
                  </a:lnTo>
                  <a:lnTo>
                    <a:pt x="225" y="12993"/>
                  </a:lnTo>
                  <a:lnTo>
                    <a:pt x="427" y="14702"/>
                  </a:lnTo>
                  <a:lnTo>
                    <a:pt x="675" y="16500"/>
                  </a:lnTo>
                  <a:lnTo>
                    <a:pt x="967" y="18298"/>
                  </a:lnTo>
                  <a:lnTo>
                    <a:pt x="1304" y="20164"/>
                  </a:lnTo>
                  <a:lnTo>
                    <a:pt x="1686" y="22030"/>
                  </a:lnTo>
                  <a:lnTo>
                    <a:pt x="2091" y="23918"/>
                  </a:lnTo>
                  <a:lnTo>
                    <a:pt x="2518" y="25806"/>
                  </a:lnTo>
                  <a:lnTo>
                    <a:pt x="2967" y="27672"/>
                  </a:lnTo>
                  <a:lnTo>
                    <a:pt x="3417" y="29515"/>
                  </a:lnTo>
                  <a:lnTo>
                    <a:pt x="3889" y="31336"/>
                  </a:lnTo>
                  <a:lnTo>
                    <a:pt x="4811" y="34865"/>
                  </a:lnTo>
                  <a:lnTo>
                    <a:pt x="6474" y="41047"/>
                  </a:lnTo>
                  <a:lnTo>
                    <a:pt x="7149" y="43565"/>
                  </a:lnTo>
                  <a:lnTo>
                    <a:pt x="7396" y="44644"/>
                  </a:lnTo>
                  <a:lnTo>
                    <a:pt x="7621" y="45588"/>
                  </a:lnTo>
                  <a:lnTo>
                    <a:pt x="8003" y="47386"/>
                  </a:lnTo>
                  <a:lnTo>
                    <a:pt x="8430" y="49162"/>
                  </a:lnTo>
                  <a:lnTo>
                    <a:pt x="8879" y="50938"/>
                  </a:lnTo>
                  <a:lnTo>
                    <a:pt x="9352" y="52714"/>
                  </a:lnTo>
                  <a:lnTo>
                    <a:pt x="9846" y="54490"/>
                  </a:lnTo>
                  <a:lnTo>
                    <a:pt x="10341" y="56243"/>
                  </a:lnTo>
                  <a:lnTo>
                    <a:pt x="10858" y="57996"/>
                  </a:lnTo>
                  <a:lnTo>
                    <a:pt x="11397" y="59750"/>
                  </a:lnTo>
                  <a:lnTo>
                    <a:pt x="11689" y="60761"/>
                  </a:lnTo>
                  <a:lnTo>
                    <a:pt x="12049" y="62133"/>
                  </a:lnTo>
                  <a:lnTo>
                    <a:pt x="12454" y="63729"/>
                  </a:lnTo>
                  <a:lnTo>
                    <a:pt x="12881" y="65415"/>
                  </a:lnTo>
                  <a:lnTo>
                    <a:pt x="13353" y="67056"/>
                  </a:lnTo>
                  <a:lnTo>
                    <a:pt x="13578" y="67820"/>
                  </a:lnTo>
                  <a:lnTo>
                    <a:pt x="13802" y="68517"/>
                  </a:lnTo>
                  <a:lnTo>
                    <a:pt x="14027" y="69146"/>
                  </a:lnTo>
                  <a:lnTo>
                    <a:pt x="14252" y="69663"/>
                  </a:lnTo>
                  <a:lnTo>
                    <a:pt x="14454" y="70090"/>
                  </a:lnTo>
                  <a:lnTo>
                    <a:pt x="14544" y="70248"/>
                  </a:lnTo>
                  <a:lnTo>
                    <a:pt x="14634" y="70382"/>
                  </a:lnTo>
                  <a:lnTo>
                    <a:pt x="14949" y="70720"/>
                  </a:lnTo>
                  <a:lnTo>
                    <a:pt x="15286" y="71012"/>
                  </a:lnTo>
                  <a:lnTo>
                    <a:pt x="15646" y="71259"/>
                  </a:lnTo>
                  <a:lnTo>
                    <a:pt x="16028" y="71484"/>
                  </a:lnTo>
                  <a:lnTo>
                    <a:pt x="16410" y="71641"/>
                  </a:lnTo>
                  <a:lnTo>
                    <a:pt x="16792" y="71776"/>
                  </a:lnTo>
                  <a:lnTo>
                    <a:pt x="17197" y="71889"/>
                  </a:lnTo>
                  <a:lnTo>
                    <a:pt x="17624" y="71978"/>
                  </a:lnTo>
                  <a:lnTo>
                    <a:pt x="18051" y="72023"/>
                  </a:lnTo>
                  <a:lnTo>
                    <a:pt x="18478" y="72046"/>
                  </a:lnTo>
                  <a:lnTo>
                    <a:pt x="18905" y="72068"/>
                  </a:lnTo>
                  <a:lnTo>
                    <a:pt x="19355" y="72068"/>
                  </a:lnTo>
                  <a:lnTo>
                    <a:pt x="20231" y="72001"/>
                  </a:lnTo>
                  <a:lnTo>
                    <a:pt x="21108" y="71889"/>
                  </a:lnTo>
                  <a:lnTo>
                    <a:pt x="21827" y="71799"/>
                  </a:lnTo>
                  <a:lnTo>
                    <a:pt x="22637" y="71664"/>
                  </a:lnTo>
                  <a:lnTo>
                    <a:pt x="23491" y="71506"/>
                  </a:lnTo>
                  <a:lnTo>
                    <a:pt x="24390" y="71304"/>
                  </a:lnTo>
                  <a:lnTo>
                    <a:pt x="26256" y="70899"/>
                  </a:lnTo>
                  <a:lnTo>
                    <a:pt x="27177" y="70675"/>
                  </a:lnTo>
                  <a:lnTo>
                    <a:pt x="28077" y="70427"/>
                  </a:lnTo>
                  <a:lnTo>
                    <a:pt x="28908" y="70203"/>
                  </a:lnTo>
                  <a:lnTo>
                    <a:pt x="29718" y="69955"/>
                  </a:lnTo>
                  <a:lnTo>
                    <a:pt x="30437" y="69731"/>
                  </a:lnTo>
                  <a:lnTo>
                    <a:pt x="31044" y="69506"/>
                  </a:lnTo>
                  <a:lnTo>
                    <a:pt x="31561" y="69281"/>
                  </a:lnTo>
                  <a:lnTo>
                    <a:pt x="31965" y="69079"/>
                  </a:lnTo>
                  <a:lnTo>
                    <a:pt x="32100" y="68989"/>
                  </a:lnTo>
                  <a:lnTo>
                    <a:pt x="32213" y="68899"/>
                  </a:lnTo>
                  <a:lnTo>
                    <a:pt x="32280" y="68831"/>
                  </a:lnTo>
                  <a:lnTo>
                    <a:pt x="32303" y="68741"/>
                  </a:lnTo>
                  <a:lnTo>
                    <a:pt x="32303" y="68157"/>
                  </a:lnTo>
                  <a:lnTo>
                    <a:pt x="32303" y="67573"/>
                  </a:lnTo>
                  <a:lnTo>
                    <a:pt x="32258" y="66966"/>
                  </a:lnTo>
                  <a:lnTo>
                    <a:pt x="32213" y="66336"/>
                  </a:lnTo>
                  <a:lnTo>
                    <a:pt x="32123" y="65707"/>
                  </a:lnTo>
                  <a:lnTo>
                    <a:pt x="32033" y="65055"/>
                  </a:lnTo>
                  <a:lnTo>
                    <a:pt x="31808" y="63774"/>
                  </a:lnTo>
                  <a:lnTo>
                    <a:pt x="31538" y="62492"/>
                  </a:lnTo>
                  <a:lnTo>
                    <a:pt x="31246" y="61233"/>
                  </a:lnTo>
                  <a:lnTo>
                    <a:pt x="30684" y="58896"/>
                  </a:lnTo>
                  <a:lnTo>
                    <a:pt x="29268" y="52736"/>
                  </a:lnTo>
                  <a:lnTo>
                    <a:pt x="28166" y="47971"/>
                  </a:lnTo>
                  <a:lnTo>
                    <a:pt x="26930" y="42643"/>
                  </a:lnTo>
                  <a:lnTo>
                    <a:pt x="25626" y="37181"/>
                  </a:lnTo>
                  <a:lnTo>
                    <a:pt x="24345" y="31988"/>
                  </a:lnTo>
                  <a:lnTo>
                    <a:pt x="23761" y="29605"/>
                  </a:lnTo>
                  <a:lnTo>
                    <a:pt x="23199" y="27447"/>
                  </a:lnTo>
                  <a:lnTo>
                    <a:pt x="22704" y="25582"/>
                  </a:lnTo>
                  <a:lnTo>
                    <a:pt x="22254" y="24008"/>
                  </a:lnTo>
                  <a:lnTo>
                    <a:pt x="21872" y="22727"/>
                  </a:lnTo>
                  <a:lnTo>
                    <a:pt x="21378" y="21153"/>
                  </a:lnTo>
                  <a:lnTo>
                    <a:pt x="20816" y="19377"/>
                  </a:lnTo>
                  <a:lnTo>
                    <a:pt x="20141" y="17422"/>
                  </a:lnTo>
                  <a:lnTo>
                    <a:pt x="19782" y="16388"/>
                  </a:lnTo>
                  <a:lnTo>
                    <a:pt x="19377" y="15354"/>
                  </a:lnTo>
                  <a:lnTo>
                    <a:pt x="18950" y="14297"/>
                  </a:lnTo>
                  <a:lnTo>
                    <a:pt x="18500" y="13218"/>
                  </a:lnTo>
                  <a:lnTo>
                    <a:pt x="18028" y="12139"/>
                  </a:lnTo>
                  <a:lnTo>
                    <a:pt x="17534" y="11083"/>
                  </a:lnTo>
                  <a:lnTo>
                    <a:pt x="17017" y="10026"/>
                  </a:lnTo>
                  <a:lnTo>
                    <a:pt x="16477" y="8992"/>
                  </a:lnTo>
                  <a:lnTo>
                    <a:pt x="15893" y="7981"/>
                  </a:lnTo>
                  <a:lnTo>
                    <a:pt x="15286" y="6991"/>
                  </a:lnTo>
                  <a:lnTo>
                    <a:pt x="14679" y="6047"/>
                  </a:lnTo>
                  <a:lnTo>
                    <a:pt x="14027" y="5148"/>
                  </a:lnTo>
                  <a:lnTo>
                    <a:pt x="13690" y="4721"/>
                  </a:lnTo>
                  <a:lnTo>
                    <a:pt x="13330" y="4294"/>
                  </a:lnTo>
                  <a:lnTo>
                    <a:pt x="12993" y="3889"/>
                  </a:lnTo>
                  <a:lnTo>
                    <a:pt x="12633" y="3507"/>
                  </a:lnTo>
                  <a:lnTo>
                    <a:pt x="12274" y="3125"/>
                  </a:lnTo>
                  <a:lnTo>
                    <a:pt x="11892" y="2765"/>
                  </a:lnTo>
                  <a:lnTo>
                    <a:pt x="11532" y="2428"/>
                  </a:lnTo>
                  <a:lnTo>
                    <a:pt x="11150" y="2113"/>
                  </a:lnTo>
                  <a:lnTo>
                    <a:pt x="10745" y="1821"/>
                  </a:lnTo>
                  <a:lnTo>
                    <a:pt x="10363" y="1529"/>
                  </a:lnTo>
                  <a:lnTo>
                    <a:pt x="9958" y="1282"/>
                  </a:lnTo>
                  <a:lnTo>
                    <a:pt x="9531" y="1034"/>
                  </a:lnTo>
                  <a:lnTo>
                    <a:pt x="9127" y="810"/>
                  </a:lnTo>
                  <a:lnTo>
                    <a:pt x="8700" y="630"/>
                  </a:lnTo>
                  <a:lnTo>
                    <a:pt x="8273" y="450"/>
                  </a:lnTo>
                  <a:lnTo>
                    <a:pt x="7823" y="315"/>
                  </a:lnTo>
                  <a:lnTo>
                    <a:pt x="7373" y="203"/>
                  </a:lnTo>
                  <a:lnTo>
                    <a:pt x="6924" y="90"/>
                  </a:lnTo>
                  <a:lnTo>
                    <a:pt x="6474" y="45"/>
                  </a:lnTo>
                  <a:lnTo>
                    <a:pt x="6002" y="0"/>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5"/>
            <p:cNvSpPr/>
            <p:nvPr/>
          </p:nvSpPr>
          <p:spPr>
            <a:xfrm>
              <a:off x="4087025" y="1154125"/>
              <a:ext cx="494575" cy="1791625"/>
            </a:xfrm>
            <a:custGeom>
              <a:avLst/>
              <a:gdLst/>
              <a:ahLst/>
              <a:cxnLst/>
              <a:rect l="l" t="t" r="r" b="b"/>
              <a:pathLst>
                <a:path w="19783" h="71665" extrusionOk="0">
                  <a:moveTo>
                    <a:pt x="1215" y="1"/>
                  </a:moveTo>
                  <a:lnTo>
                    <a:pt x="720" y="46"/>
                  </a:lnTo>
                  <a:lnTo>
                    <a:pt x="203" y="136"/>
                  </a:lnTo>
                  <a:lnTo>
                    <a:pt x="1" y="181"/>
                  </a:lnTo>
                  <a:lnTo>
                    <a:pt x="585" y="2339"/>
                  </a:lnTo>
                  <a:lnTo>
                    <a:pt x="1237" y="4497"/>
                  </a:lnTo>
                  <a:lnTo>
                    <a:pt x="1911" y="6655"/>
                  </a:lnTo>
                  <a:lnTo>
                    <a:pt x="2608" y="8813"/>
                  </a:lnTo>
                  <a:lnTo>
                    <a:pt x="4024" y="13084"/>
                  </a:lnTo>
                  <a:lnTo>
                    <a:pt x="4699" y="15242"/>
                  </a:lnTo>
                  <a:lnTo>
                    <a:pt x="5351" y="17377"/>
                  </a:lnTo>
                  <a:lnTo>
                    <a:pt x="6879" y="22570"/>
                  </a:lnTo>
                  <a:lnTo>
                    <a:pt x="8363" y="27785"/>
                  </a:lnTo>
                  <a:lnTo>
                    <a:pt x="9105" y="30393"/>
                  </a:lnTo>
                  <a:lnTo>
                    <a:pt x="9802" y="33000"/>
                  </a:lnTo>
                  <a:lnTo>
                    <a:pt x="10498" y="35608"/>
                  </a:lnTo>
                  <a:lnTo>
                    <a:pt x="11173" y="38238"/>
                  </a:lnTo>
                  <a:lnTo>
                    <a:pt x="12454" y="43251"/>
                  </a:lnTo>
                  <a:lnTo>
                    <a:pt x="13061" y="45746"/>
                  </a:lnTo>
                  <a:lnTo>
                    <a:pt x="13668" y="48263"/>
                  </a:lnTo>
                  <a:lnTo>
                    <a:pt x="14252" y="50781"/>
                  </a:lnTo>
                  <a:lnTo>
                    <a:pt x="14814" y="53299"/>
                  </a:lnTo>
                  <a:lnTo>
                    <a:pt x="15354" y="55816"/>
                  </a:lnTo>
                  <a:lnTo>
                    <a:pt x="15848" y="58357"/>
                  </a:lnTo>
                  <a:lnTo>
                    <a:pt x="16478" y="61684"/>
                  </a:lnTo>
                  <a:lnTo>
                    <a:pt x="17130" y="65033"/>
                  </a:lnTo>
                  <a:lnTo>
                    <a:pt x="17467" y="66696"/>
                  </a:lnTo>
                  <a:lnTo>
                    <a:pt x="17804" y="68360"/>
                  </a:lnTo>
                  <a:lnTo>
                    <a:pt x="18186" y="70023"/>
                  </a:lnTo>
                  <a:lnTo>
                    <a:pt x="18568" y="71664"/>
                  </a:lnTo>
                  <a:lnTo>
                    <a:pt x="19782" y="71439"/>
                  </a:lnTo>
                  <a:lnTo>
                    <a:pt x="19400" y="69843"/>
                  </a:lnTo>
                  <a:lnTo>
                    <a:pt x="19063" y="68247"/>
                  </a:lnTo>
                  <a:lnTo>
                    <a:pt x="18726" y="66651"/>
                  </a:lnTo>
                  <a:lnTo>
                    <a:pt x="18388" y="65055"/>
                  </a:lnTo>
                  <a:lnTo>
                    <a:pt x="17759" y="61841"/>
                  </a:lnTo>
                  <a:lnTo>
                    <a:pt x="17152" y="58626"/>
                  </a:lnTo>
                  <a:lnTo>
                    <a:pt x="16635" y="56019"/>
                  </a:lnTo>
                  <a:lnTo>
                    <a:pt x="16096" y="53434"/>
                  </a:lnTo>
                  <a:lnTo>
                    <a:pt x="15534" y="50849"/>
                  </a:lnTo>
                  <a:lnTo>
                    <a:pt x="14927" y="48263"/>
                  </a:lnTo>
                  <a:lnTo>
                    <a:pt x="14320" y="45678"/>
                  </a:lnTo>
                  <a:lnTo>
                    <a:pt x="13690" y="43093"/>
                  </a:lnTo>
                  <a:lnTo>
                    <a:pt x="12387" y="37968"/>
                  </a:lnTo>
                  <a:lnTo>
                    <a:pt x="11735" y="35405"/>
                  </a:lnTo>
                  <a:lnTo>
                    <a:pt x="11060" y="32865"/>
                  </a:lnTo>
                  <a:lnTo>
                    <a:pt x="10363" y="30325"/>
                  </a:lnTo>
                  <a:lnTo>
                    <a:pt x="9667" y="27785"/>
                  </a:lnTo>
                  <a:lnTo>
                    <a:pt x="8228" y="22705"/>
                  </a:lnTo>
                  <a:lnTo>
                    <a:pt x="6722" y="17669"/>
                  </a:lnTo>
                  <a:lnTo>
                    <a:pt x="6048" y="15467"/>
                  </a:lnTo>
                  <a:lnTo>
                    <a:pt x="5351" y="13264"/>
                  </a:lnTo>
                  <a:lnTo>
                    <a:pt x="3912" y="8858"/>
                  </a:lnTo>
                  <a:lnTo>
                    <a:pt x="3193" y="6655"/>
                  </a:lnTo>
                  <a:lnTo>
                    <a:pt x="2518" y="4429"/>
                  </a:lnTo>
                  <a:lnTo>
                    <a:pt x="1844" y="2226"/>
                  </a:lnTo>
                  <a:lnTo>
                    <a:pt x="1215"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15"/>
            <p:cNvSpPr/>
            <p:nvPr/>
          </p:nvSpPr>
          <p:spPr>
            <a:xfrm>
              <a:off x="4605175" y="2545025"/>
              <a:ext cx="70275" cy="201775"/>
            </a:xfrm>
            <a:custGeom>
              <a:avLst/>
              <a:gdLst/>
              <a:ahLst/>
              <a:cxnLst/>
              <a:rect l="l" t="t" r="r" b="b"/>
              <a:pathLst>
                <a:path w="2811" h="8071" extrusionOk="0">
                  <a:moveTo>
                    <a:pt x="472" y="1"/>
                  </a:moveTo>
                  <a:lnTo>
                    <a:pt x="360" y="46"/>
                  </a:lnTo>
                  <a:lnTo>
                    <a:pt x="270" y="91"/>
                  </a:lnTo>
                  <a:lnTo>
                    <a:pt x="180" y="158"/>
                  </a:lnTo>
                  <a:lnTo>
                    <a:pt x="90" y="248"/>
                  </a:lnTo>
                  <a:lnTo>
                    <a:pt x="45" y="360"/>
                  </a:lnTo>
                  <a:lnTo>
                    <a:pt x="0" y="473"/>
                  </a:lnTo>
                  <a:lnTo>
                    <a:pt x="0" y="585"/>
                  </a:lnTo>
                  <a:lnTo>
                    <a:pt x="0" y="742"/>
                  </a:lnTo>
                  <a:lnTo>
                    <a:pt x="360" y="2451"/>
                  </a:lnTo>
                  <a:lnTo>
                    <a:pt x="720" y="4182"/>
                  </a:lnTo>
                  <a:lnTo>
                    <a:pt x="899" y="5058"/>
                  </a:lnTo>
                  <a:lnTo>
                    <a:pt x="1102" y="5913"/>
                  </a:lnTo>
                  <a:lnTo>
                    <a:pt x="1327" y="6767"/>
                  </a:lnTo>
                  <a:lnTo>
                    <a:pt x="1574" y="7621"/>
                  </a:lnTo>
                  <a:lnTo>
                    <a:pt x="1619" y="7756"/>
                  </a:lnTo>
                  <a:lnTo>
                    <a:pt x="1686" y="7846"/>
                  </a:lnTo>
                  <a:lnTo>
                    <a:pt x="1776" y="7936"/>
                  </a:lnTo>
                  <a:lnTo>
                    <a:pt x="1889" y="8003"/>
                  </a:lnTo>
                  <a:lnTo>
                    <a:pt x="2001" y="8048"/>
                  </a:lnTo>
                  <a:lnTo>
                    <a:pt x="2113" y="8071"/>
                  </a:lnTo>
                  <a:lnTo>
                    <a:pt x="2226" y="8071"/>
                  </a:lnTo>
                  <a:lnTo>
                    <a:pt x="2338" y="8048"/>
                  </a:lnTo>
                  <a:lnTo>
                    <a:pt x="2451" y="8003"/>
                  </a:lnTo>
                  <a:lnTo>
                    <a:pt x="2563" y="7958"/>
                  </a:lnTo>
                  <a:lnTo>
                    <a:pt x="2653" y="7891"/>
                  </a:lnTo>
                  <a:lnTo>
                    <a:pt x="2720" y="7801"/>
                  </a:lnTo>
                  <a:lnTo>
                    <a:pt x="2765" y="7711"/>
                  </a:lnTo>
                  <a:lnTo>
                    <a:pt x="2788" y="7599"/>
                  </a:lnTo>
                  <a:lnTo>
                    <a:pt x="2810" y="7486"/>
                  </a:lnTo>
                  <a:lnTo>
                    <a:pt x="2765" y="7329"/>
                  </a:lnTo>
                  <a:lnTo>
                    <a:pt x="2540" y="6497"/>
                  </a:lnTo>
                  <a:lnTo>
                    <a:pt x="2316" y="5643"/>
                  </a:lnTo>
                  <a:lnTo>
                    <a:pt x="2113" y="4766"/>
                  </a:lnTo>
                  <a:lnTo>
                    <a:pt x="1933" y="3912"/>
                  </a:lnTo>
                  <a:lnTo>
                    <a:pt x="1574" y="2181"/>
                  </a:lnTo>
                  <a:lnTo>
                    <a:pt x="1214" y="450"/>
                  </a:lnTo>
                  <a:lnTo>
                    <a:pt x="1169" y="315"/>
                  </a:lnTo>
                  <a:lnTo>
                    <a:pt x="1102" y="203"/>
                  </a:lnTo>
                  <a:lnTo>
                    <a:pt x="1034" y="136"/>
                  </a:lnTo>
                  <a:lnTo>
                    <a:pt x="922" y="68"/>
                  </a:lnTo>
                  <a:lnTo>
                    <a:pt x="832" y="23"/>
                  </a:lnTo>
                  <a:lnTo>
                    <a:pt x="720"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5"/>
            <p:cNvSpPr/>
            <p:nvPr/>
          </p:nvSpPr>
          <p:spPr>
            <a:xfrm>
              <a:off x="4359575" y="2751275"/>
              <a:ext cx="61300" cy="139400"/>
            </a:xfrm>
            <a:custGeom>
              <a:avLst/>
              <a:gdLst/>
              <a:ahLst/>
              <a:cxnLst/>
              <a:rect l="l" t="t" r="r" b="b"/>
              <a:pathLst>
                <a:path w="2452" h="5576" extrusionOk="0">
                  <a:moveTo>
                    <a:pt x="563" y="0"/>
                  </a:moveTo>
                  <a:lnTo>
                    <a:pt x="451" y="23"/>
                  </a:lnTo>
                  <a:lnTo>
                    <a:pt x="338" y="68"/>
                  </a:lnTo>
                  <a:lnTo>
                    <a:pt x="248" y="113"/>
                  </a:lnTo>
                  <a:lnTo>
                    <a:pt x="158" y="180"/>
                  </a:lnTo>
                  <a:lnTo>
                    <a:pt x="68" y="270"/>
                  </a:lnTo>
                  <a:lnTo>
                    <a:pt x="23" y="360"/>
                  </a:lnTo>
                  <a:lnTo>
                    <a:pt x="1" y="473"/>
                  </a:lnTo>
                  <a:lnTo>
                    <a:pt x="1" y="585"/>
                  </a:lnTo>
                  <a:lnTo>
                    <a:pt x="23" y="720"/>
                  </a:lnTo>
                  <a:lnTo>
                    <a:pt x="361" y="1821"/>
                  </a:lnTo>
                  <a:lnTo>
                    <a:pt x="675" y="2923"/>
                  </a:lnTo>
                  <a:lnTo>
                    <a:pt x="968" y="4002"/>
                  </a:lnTo>
                  <a:lnTo>
                    <a:pt x="1237" y="5126"/>
                  </a:lnTo>
                  <a:lnTo>
                    <a:pt x="1260" y="5261"/>
                  </a:lnTo>
                  <a:lnTo>
                    <a:pt x="1327" y="5373"/>
                  </a:lnTo>
                  <a:lnTo>
                    <a:pt x="1417" y="5440"/>
                  </a:lnTo>
                  <a:lnTo>
                    <a:pt x="1507" y="5508"/>
                  </a:lnTo>
                  <a:lnTo>
                    <a:pt x="1619" y="5553"/>
                  </a:lnTo>
                  <a:lnTo>
                    <a:pt x="1732" y="5575"/>
                  </a:lnTo>
                  <a:lnTo>
                    <a:pt x="1957" y="5575"/>
                  </a:lnTo>
                  <a:lnTo>
                    <a:pt x="2069" y="5530"/>
                  </a:lnTo>
                  <a:lnTo>
                    <a:pt x="2159" y="5485"/>
                  </a:lnTo>
                  <a:lnTo>
                    <a:pt x="2249" y="5418"/>
                  </a:lnTo>
                  <a:lnTo>
                    <a:pt x="2339" y="5328"/>
                  </a:lnTo>
                  <a:lnTo>
                    <a:pt x="2406" y="5216"/>
                  </a:lnTo>
                  <a:lnTo>
                    <a:pt x="2429" y="5103"/>
                  </a:lnTo>
                  <a:lnTo>
                    <a:pt x="2451" y="4991"/>
                  </a:lnTo>
                  <a:lnTo>
                    <a:pt x="2429" y="4833"/>
                  </a:lnTo>
                  <a:lnTo>
                    <a:pt x="2181" y="3732"/>
                  </a:lnTo>
                  <a:lnTo>
                    <a:pt x="1889" y="2631"/>
                  </a:lnTo>
                  <a:lnTo>
                    <a:pt x="1575" y="1552"/>
                  </a:lnTo>
                  <a:lnTo>
                    <a:pt x="1237" y="450"/>
                  </a:lnTo>
                  <a:lnTo>
                    <a:pt x="1170" y="315"/>
                  </a:lnTo>
                  <a:lnTo>
                    <a:pt x="1102" y="225"/>
                  </a:lnTo>
                  <a:lnTo>
                    <a:pt x="1013" y="135"/>
                  </a:lnTo>
                  <a:lnTo>
                    <a:pt x="900" y="68"/>
                  </a:lnTo>
                  <a:lnTo>
                    <a:pt x="788" y="23"/>
                  </a:lnTo>
                  <a:lnTo>
                    <a:pt x="675"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5"/>
            <p:cNvSpPr/>
            <p:nvPr/>
          </p:nvSpPr>
          <p:spPr>
            <a:xfrm>
              <a:off x="4341050" y="2560200"/>
              <a:ext cx="37100" cy="65775"/>
            </a:xfrm>
            <a:custGeom>
              <a:avLst/>
              <a:gdLst/>
              <a:ahLst/>
              <a:cxnLst/>
              <a:rect l="l" t="t" r="r" b="b"/>
              <a:pathLst>
                <a:path w="1484" h="2631" extrusionOk="0">
                  <a:moveTo>
                    <a:pt x="630" y="1"/>
                  </a:moveTo>
                  <a:lnTo>
                    <a:pt x="517" y="23"/>
                  </a:lnTo>
                  <a:lnTo>
                    <a:pt x="405" y="68"/>
                  </a:lnTo>
                  <a:lnTo>
                    <a:pt x="292" y="113"/>
                  </a:lnTo>
                  <a:lnTo>
                    <a:pt x="202" y="180"/>
                  </a:lnTo>
                  <a:lnTo>
                    <a:pt x="113" y="270"/>
                  </a:lnTo>
                  <a:lnTo>
                    <a:pt x="68" y="360"/>
                  </a:lnTo>
                  <a:lnTo>
                    <a:pt x="23" y="473"/>
                  </a:lnTo>
                  <a:lnTo>
                    <a:pt x="0" y="608"/>
                  </a:lnTo>
                  <a:lnTo>
                    <a:pt x="0" y="742"/>
                  </a:lnTo>
                  <a:lnTo>
                    <a:pt x="270" y="2159"/>
                  </a:lnTo>
                  <a:lnTo>
                    <a:pt x="292" y="2293"/>
                  </a:lnTo>
                  <a:lnTo>
                    <a:pt x="360" y="2406"/>
                  </a:lnTo>
                  <a:lnTo>
                    <a:pt x="427" y="2496"/>
                  </a:lnTo>
                  <a:lnTo>
                    <a:pt x="517" y="2563"/>
                  </a:lnTo>
                  <a:lnTo>
                    <a:pt x="630" y="2586"/>
                  </a:lnTo>
                  <a:lnTo>
                    <a:pt x="742" y="2631"/>
                  </a:lnTo>
                  <a:lnTo>
                    <a:pt x="854" y="2631"/>
                  </a:lnTo>
                  <a:lnTo>
                    <a:pt x="967" y="2608"/>
                  </a:lnTo>
                  <a:lnTo>
                    <a:pt x="1079" y="2563"/>
                  </a:lnTo>
                  <a:lnTo>
                    <a:pt x="1192" y="2518"/>
                  </a:lnTo>
                  <a:lnTo>
                    <a:pt x="1281" y="2451"/>
                  </a:lnTo>
                  <a:lnTo>
                    <a:pt x="1349" y="2361"/>
                  </a:lnTo>
                  <a:lnTo>
                    <a:pt x="1416" y="2271"/>
                  </a:lnTo>
                  <a:lnTo>
                    <a:pt x="1461" y="2159"/>
                  </a:lnTo>
                  <a:lnTo>
                    <a:pt x="1484" y="2024"/>
                  </a:lnTo>
                  <a:lnTo>
                    <a:pt x="1461" y="1889"/>
                  </a:lnTo>
                  <a:lnTo>
                    <a:pt x="1214" y="473"/>
                  </a:lnTo>
                  <a:lnTo>
                    <a:pt x="1169" y="338"/>
                  </a:lnTo>
                  <a:lnTo>
                    <a:pt x="1124" y="225"/>
                  </a:lnTo>
                  <a:lnTo>
                    <a:pt x="1034" y="135"/>
                  </a:lnTo>
                  <a:lnTo>
                    <a:pt x="944" y="68"/>
                  </a:lnTo>
                  <a:lnTo>
                    <a:pt x="854" y="23"/>
                  </a:lnTo>
                  <a:lnTo>
                    <a:pt x="742"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5"/>
            <p:cNvSpPr/>
            <p:nvPr/>
          </p:nvSpPr>
          <p:spPr>
            <a:xfrm>
              <a:off x="4397250" y="2683275"/>
              <a:ext cx="64650" cy="159075"/>
            </a:xfrm>
            <a:custGeom>
              <a:avLst/>
              <a:gdLst/>
              <a:ahLst/>
              <a:cxnLst/>
              <a:rect l="l" t="t" r="r" b="b"/>
              <a:pathLst>
                <a:path w="2586" h="6363" extrusionOk="0">
                  <a:moveTo>
                    <a:pt x="495" y="0"/>
                  </a:moveTo>
                  <a:lnTo>
                    <a:pt x="382" y="45"/>
                  </a:lnTo>
                  <a:lnTo>
                    <a:pt x="270" y="90"/>
                  </a:lnTo>
                  <a:lnTo>
                    <a:pt x="180" y="158"/>
                  </a:lnTo>
                  <a:lnTo>
                    <a:pt x="112" y="248"/>
                  </a:lnTo>
                  <a:lnTo>
                    <a:pt x="45" y="338"/>
                  </a:lnTo>
                  <a:lnTo>
                    <a:pt x="23" y="473"/>
                  </a:lnTo>
                  <a:lnTo>
                    <a:pt x="0" y="585"/>
                  </a:lnTo>
                  <a:lnTo>
                    <a:pt x="23" y="720"/>
                  </a:lnTo>
                  <a:lnTo>
                    <a:pt x="382" y="2024"/>
                  </a:lnTo>
                  <a:lnTo>
                    <a:pt x="719" y="3305"/>
                  </a:lnTo>
                  <a:lnTo>
                    <a:pt x="1057" y="4586"/>
                  </a:lnTo>
                  <a:lnTo>
                    <a:pt x="1214" y="5238"/>
                  </a:lnTo>
                  <a:lnTo>
                    <a:pt x="1349" y="5890"/>
                  </a:lnTo>
                  <a:lnTo>
                    <a:pt x="1394" y="6025"/>
                  </a:lnTo>
                  <a:lnTo>
                    <a:pt x="1461" y="6137"/>
                  </a:lnTo>
                  <a:lnTo>
                    <a:pt x="1529" y="6227"/>
                  </a:lnTo>
                  <a:lnTo>
                    <a:pt x="1619" y="6295"/>
                  </a:lnTo>
                  <a:lnTo>
                    <a:pt x="1731" y="6340"/>
                  </a:lnTo>
                  <a:lnTo>
                    <a:pt x="1843" y="6362"/>
                  </a:lnTo>
                  <a:lnTo>
                    <a:pt x="1956" y="6362"/>
                  </a:lnTo>
                  <a:lnTo>
                    <a:pt x="2068" y="6340"/>
                  </a:lnTo>
                  <a:lnTo>
                    <a:pt x="2181" y="6317"/>
                  </a:lnTo>
                  <a:lnTo>
                    <a:pt x="2293" y="6250"/>
                  </a:lnTo>
                  <a:lnTo>
                    <a:pt x="2383" y="6182"/>
                  </a:lnTo>
                  <a:lnTo>
                    <a:pt x="2450" y="6115"/>
                  </a:lnTo>
                  <a:lnTo>
                    <a:pt x="2518" y="6002"/>
                  </a:lnTo>
                  <a:lnTo>
                    <a:pt x="2563" y="5890"/>
                  </a:lnTo>
                  <a:lnTo>
                    <a:pt x="2585" y="5755"/>
                  </a:lnTo>
                  <a:lnTo>
                    <a:pt x="2563" y="5620"/>
                  </a:lnTo>
                  <a:lnTo>
                    <a:pt x="2428" y="4968"/>
                  </a:lnTo>
                  <a:lnTo>
                    <a:pt x="2270" y="4316"/>
                  </a:lnTo>
                  <a:lnTo>
                    <a:pt x="1933" y="3035"/>
                  </a:lnTo>
                  <a:lnTo>
                    <a:pt x="1574" y="1731"/>
                  </a:lnTo>
                  <a:lnTo>
                    <a:pt x="1236" y="450"/>
                  </a:lnTo>
                  <a:lnTo>
                    <a:pt x="1191" y="315"/>
                  </a:lnTo>
                  <a:lnTo>
                    <a:pt x="1124" y="203"/>
                  </a:lnTo>
                  <a:lnTo>
                    <a:pt x="1034" y="135"/>
                  </a:lnTo>
                  <a:lnTo>
                    <a:pt x="944" y="68"/>
                  </a:lnTo>
                  <a:lnTo>
                    <a:pt x="832" y="23"/>
                  </a:lnTo>
                  <a:lnTo>
                    <a:pt x="719"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5"/>
            <p:cNvSpPr/>
            <p:nvPr/>
          </p:nvSpPr>
          <p:spPr>
            <a:xfrm>
              <a:off x="4306750" y="2265175"/>
              <a:ext cx="68600" cy="144450"/>
            </a:xfrm>
            <a:custGeom>
              <a:avLst/>
              <a:gdLst/>
              <a:ahLst/>
              <a:cxnLst/>
              <a:rect l="l" t="t" r="r" b="b"/>
              <a:pathLst>
                <a:path w="2744" h="5778" extrusionOk="0">
                  <a:moveTo>
                    <a:pt x="473" y="0"/>
                  </a:moveTo>
                  <a:lnTo>
                    <a:pt x="361" y="45"/>
                  </a:lnTo>
                  <a:lnTo>
                    <a:pt x="248" y="90"/>
                  </a:lnTo>
                  <a:lnTo>
                    <a:pt x="181" y="157"/>
                  </a:lnTo>
                  <a:lnTo>
                    <a:pt x="91" y="247"/>
                  </a:lnTo>
                  <a:lnTo>
                    <a:pt x="46" y="337"/>
                  </a:lnTo>
                  <a:lnTo>
                    <a:pt x="23" y="450"/>
                  </a:lnTo>
                  <a:lnTo>
                    <a:pt x="1" y="585"/>
                  </a:lnTo>
                  <a:lnTo>
                    <a:pt x="46" y="719"/>
                  </a:lnTo>
                  <a:lnTo>
                    <a:pt x="406" y="1911"/>
                  </a:lnTo>
                  <a:lnTo>
                    <a:pt x="765" y="3080"/>
                  </a:lnTo>
                  <a:lnTo>
                    <a:pt x="1170" y="4271"/>
                  </a:lnTo>
                  <a:lnTo>
                    <a:pt x="1597" y="5418"/>
                  </a:lnTo>
                  <a:lnTo>
                    <a:pt x="1664" y="5552"/>
                  </a:lnTo>
                  <a:lnTo>
                    <a:pt x="1732" y="5642"/>
                  </a:lnTo>
                  <a:lnTo>
                    <a:pt x="1844" y="5710"/>
                  </a:lnTo>
                  <a:lnTo>
                    <a:pt x="1934" y="5755"/>
                  </a:lnTo>
                  <a:lnTo>
                    <a:pt x="2047" y="5777"/>
                  </a:lnTo>
                  <a:lnTo>
                    <a:pt x="2159" y="5755"/>
                  </a:lnTo>
                  <a:lnTo>
                    <a:pt x="2271" y="5732"/>
                  </a:lnTo>
                  <a:lnTo>
                    <a:pt x="2361" y="5687"/>
                  </a:lnTo>
                  <a:lnTo>
                    <a:pt x="2474" y="5620"/>
                  </a:lnTo>
                  <a:lnTo>
                    <a:pt x="2564" y="5552"/>
                  </a:lnTo>
                  <a:lnTo>
                    <a:pt x="2631" y="5462"/>
                  </a:lnTo>
                  <a:lnTo>
                    <a:pt x="2698" y="5350"/>
                  </a:lnTo>
                  <a:lnTo>
                    <a:pt x="2721" y="5238"/>
                  </a:lnTo>
                  <a:lnTo>
                    <a:pt x="2743" y="5125"/>
                  </a:lnTo>
                  <a:lnTo>
                    <a:pt x="2743" y="4990"/>
                  </a:lnTo>
                  <a:lnTo>
                    <a:pt x="2698" y="4856"/>
                  </a:lnTo>
                  <a:lnTo>
                    <a:pt x="2294" y="3754"/>
                  </a:lnTo>
                  <a:lnTo>
                    <a:pt x="1934" y="2653"/>
                  </a:lnTo>
                  <a:lnTo>
                    <a:pt x="1574" y="1551"/>
                  </a:lnTo>
                  <a:lnTo>
                    <a:pt x="1237" y="450"/>
                  </a:lnTo>
                  <a:lnTo>
                    <a:pt x="1192" y="315"/>
                  </a:lnTo>
                  <a:lnTo>
                    <a:pt x="1125" y="202"/>
                  </a:lnTo>
                  <a:lnTo>
                    <a:pt x="1035" y="112"/>
                  </a:lnTo>
                  <a:lnTo>
                    <a:pt x="923" y="67"/>
                  </a:lnTo>
                  <a:lnTo>
                    <a:pt x="810" y="23"/>
                  </a:lnTo>
                  <a:lnTo>
                    <a:pt x="698"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5"/>
            <p:cNvSpPr/>
            <p:nvPr/>
          </p:nvSpPr>
          <p:spPr>
            <a:xfrm>
              <a:off x="4420275" y="1824000"/>
              <a:ext cx="68600" cy="136025"/>
            </a:xfrm>
            <a:custGeom>
              <a:avLst/>
              <a:gdLst/>
              <a:ahLst/>
              <a:cxnLst/>
              <a:rect l="l" t="t" r="r" b="b"/>
              <a:pathLst>
                <a:path w="2744" h="5441" extrusionOk="0">
                  <a:moveTo>
                    <a:pt x="563" y="1"/>
                  </a:moveTo>
                  <a:lnTo>
                    <a:pt x="450" y="46"/>
                  </a:lnTo>
                  <a:lnTo>
                    <a:pt x="338" y="91"/>
                  </a:lnTo>
                  <a:lnTo>
                    <a:pt x="248" y="136"/>
                  </a:lnTo>
                  <a:lnTo>
                    <a:pt x="158" y="226"/>
                  </a:lnTo>
                  <a:lnTo>
                    <a:pt x="91" y="316"/>
                  </a:lnTo>
                  <a:lnTo>
                    <a:pt x="46" y="406"/>
                  </a:lnTo>
                  <a:lnTo>
                    <a:pt x="1" y="518"/>
                  </a:lnTo>
                  <a:lnTo>
                    <a:pt x="1" y="630"/>
                  </a:lnTo>
                  <a:lnTo>
                    <a:pt x="23" y="765"/>
                  </a:lnTo>
                  <a:lnTo>
                    <a:pt x="91" y="900"/>
                  </a:lnTo>
                  <a:lnTo>
                    <a:pt x="315" y="1372"/>
                  </a:lnTo>
                  <a:lnTo>
                    <a:pt x="540" y="1889"/>
                  </a:lnTo>
                  <a:lnTo>
                    <a:pt x="720" y="2384"/>
                  </a:lnTo>
                  <a:lnTo>
                    <a:pt x="900" y="2901"/>
                  </a:lnTo>
                  <a:lnTo>
                    <a:pt x="1192" y="3957"/>
                  </a:lnTo>
                  <a:lnTo>
                    <a:pt x="1507" y="4991"/>
                  </a:lnTo>
                  <a:lnTo>
                    <a:pt x="1552" y="5126"/>
                  </a:lnTo>
                  <a:lnTo>
                    <a:pt x="1619" y="5239"/>
                  </a:lnTo>
                  <a:lnTo>
                    <a:pt x="1709" y="5306"/>
                  </a:lnTo>
                  <a:lnTo>
                    <a:pt x="1822" y="5373"/>
                  </a:lnTo>
                  <a:lnTo>
                    <a:pt x="1934" y="5418"/>
                  </a:lnTo>
                  <a:lnTo>
                    <a:pt x="2046" y="5441"/>
                  </a:lnTo>
                  <a:lnTo>
                    <a:pt x="2159" y="5441"/>
                  </a:lnTo>
                  <a:lnTo>
                    <a:pt x="2271" y="5418"/>
                  </a:lnTo>
                  <a:lnTo>
                    <a:pt x="2383" y="5396"/>
                  </a:lnTo>
                  <a:lnTo>
                    <a:pt x="2496" y="5351"/>
                  </a:lnTo>
                  <a:lnTo>
                    <a:pt x="2586" y="5284"/>
                  </a:lnTo>
                  <a:lnTo>
                    <a:pt x="2653" y="5194"/>
                  </a:lnTo>
                  <a:lnTo>
                    <a:pt x="2698" y="5104"/>
                  </a:lnTo>
                  <a:lnTo>
                    <a:pt x="2721" y="4991"/>
                  </a:lnTo>
                  <a:lnTo>
                    <a:pt x="2743" y="4856"/>
                  </a:lnTo>
                  <a:lnTo>
                    <a:pt x="2698" y="4722"/>
                  </a:lnTo>
                  <a:lnTo>
                    <a:pt x="2159" y="2833"/>
                  </a:lnTo>
                  <a:lnTo>
                    <a:pt x="1866" y="1889"/>
                  </a:lnTo>
                  <a:lnTo>
                    <a:pt x="1687" y="1440"/>
                  </a:lnTo>
                  <a:lnTo>
                    <a:pt x="1507" y="990"/>
                  </a:lnTo>
                  <a:lnTo>
                    <a:pt x="1507" y="878"/>
                  </a:lnTo>
                  <a:lnTo>
                    <a:pt x="1484" y="743"/>
                  </a:lnTo>
                  <a:lnTo>
                    <a:pt x="1417" y="630"/>
                  </a:lnTo>
                  <a:lnTo>
                    <a:pt x="1327" y="518"/>
                  </a:lnTo>
                  <a:lnTo>
                    <a:pt x="1170" y="316"/>
                  </a:lnTo>
                  <a:lnTo>
                    <a:pt x="1102" y="203"/>
                  </a:lnTo>
                  <a:lnTo>
                    <a:pt x="990" y="113"/>
                  </a:lnTo>
                  <a:lnTo>
                    <a:pt x="900" y="46"/>
                  </a:lnTo>
                  <a:lnTo>
                    <a:pt x="787" y="23"/>
                  </a:lnTo>
                  <a:lnTo>
                    <a:pt x="675"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5"/>
            <p:cNvSpPr/>
            <p:nvPr/>
          </p:nvSpPr>
          <p:spPr>
            <a:xfrm>
              <a:off x="4552900" y="2328675"/>
              <a:ext cx="57925" cy="112975"/>
            </a:xfrm>
            <a:custGeom>
              <a:avLst/>
              <a:gdLst/>
              <a:ahLst/>
              <a:cxnLst/>
              <a:rect l="l" t="t" r="r" b="b"/>
              <a:pathLst>
                <a:path w="2317" h="4519" extrusionOk="0">
                  <a:moveTo>
                    <a:pt x="608" y="0"/>
                  </a:moveTo>
                  <a:lnTo>
                    <a:pt x="495" y="45"/>
                  </a:lnTo>
                  <a:lnTo>
                    <a:pt x="383" y="90"/>
                  </a:lnTo>
                  <a:lnTo>
                    <a:pt x="293" y="135"/>
                  </a:lnTo>
                  <a:lnTo>
                    <a:pt x="203" y="225"/>
                  </a:lnTo>
                  <a:lnTo>
                    <a:pt x="113" y="315"/>
                  </a:lnTo>
                  <a:lnTo>
                    <a:pt x="68" y="427"/>
                  </a:lnTo>
                  <a:lnTo>
                    <a:pt x="23" y="540"/>
                  </a:lnTo>
                  <a:lnTo>
                    <a:pt x="1" y="652"/>
                  </a:lnTo>
                  <a:lnTo>
                    <a:pt x="23" y="787"/>
                  </a:lnTo>
                  <a:lnTo>
                    <a:pt x="46" y="922"/>
                  </a:lnTo>
                  <a:lnTo>
                    <a:pt x="338" y="1709"/>
                  </a:lnTo>
                  <a:lnTo>
                    <a:pt x="585" y="2495"/>
                  </a:lnTo>
                  <a:lnTo>
                    <a:pt x="1080" y="4069"/>
                  </a:lnTo>
                  <a:lnTo>
                    <a:pt x="1147" y="4204"/>
                  </a:lnTo>
                  <a:lnTo>
                    <a:pt x="1215" y="4316"/>
                  </a:lnTo>
                  <a:lnTo>
                    <a:pt x="1305" y="4384"/>
                  </a:lnTo>
                  <a:lnTo>
                    <a:pt x="1417" y="4451"/>
                  </a:lnTo>
                  <a:lnTo>
                    <a:pt x="1529" y="4496"/>
                  </a:lnTo>
                  <a:lnTo>
                    <a:pt x="1642" y="4518"/>
                  </a:lnTo>
                  <a:lnTo>
                    <a:pt x="1754" y="4518"/>
                  </a:lnTo>
                  <a:lnTo>
                    <a:pt x="1867" y="4496"/>
                  </a:lnTo>
                  <a:lnTo>
                    <a:pt x="1979" y="4474"/>
                  </a:lnTo>
                  <a:lnTo>
                    <a:pt x="2091" y="4429"/>
                  </a:lnTo>
                  <a:lnTo>
                    <a:pt x="2181" y="4361"/>
                  </a:lnTo>
                  <a:lnTo>
                    <a:pt x="2249" y="4271"/>
                  </a:lnTo>
                  <a:lnTo>
                    <a:pt x="2294" y="4181"/>
                  </a:lnTo>
                  <a:lnTo>
                    <a:pt x="2316" y="4069"/>
                  </a:lnTo>
                  <a:lnTo>
                    <a:pt x="2316" y="3934"/>
                  </a:lnTo>
                  <a:lnTo>
                    <a:pt x="2294" y="3799"/>
                  </a:lnTo>
                  <a:lnTo>
                    <a:pt x="1732" y="2068"/>
                  </a:lnTo>
                  <a:lnTo>
                    <a:pt x="1462" y="1214"/>
                  </a:lnTo>
                  <a:lnTo>
                    <a:pt x="1147" y="337"/>
                  </a:lnTo>
                  <a:lnTo>
                    <a:pt x="1080" y="225"/>
                  </a:lnTo>
                  <a:lnTo>
                    <a:pt x="1012" y="135"/>
                  </a:lnTo>
                  <a:lnTo>
                    <a:pt x="922" y="68"/>
                  </a:lnTo>
                  <a:lnTo>
                    <a:pt x="810" y="23"/>
                  </a:lnTo>
                  <a:lnTo>
                    <a:pt x="698"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5"/>
            <p:cNvSpPr/>
            <p:nvPr/>
          </p:nvSpPr>
          <p:spPr>
            <a:xfrm>
              <a:off x="4320800" y="1435675"/>
              <a:ext cx="85450" cy="191675"/>
            </a:xfrm>
            <a:custGeom>
              <a:avLst/>
              <a:gdLst/>
              <a:ahLst/>
              <a:cxnLst/>
              <a:rect l="l" t="t" r="r" b="b"/>
              <a:pathLst>
                <a:path w="3418" h="7667" extrusionOk="0">
                  <a:moveTo>
                    <a:pt x="585" y="1"/>
                  </a:moveTo>
                  <a:lnTo>
                    <a:pt x="495" y="23"/>
                  </a:lnTo>
                  <a:lnTo>
                    <a:pt x="383" y="68"/>
                  </a:lnTo>
                  <a:lnTo>
                    <a:pt x="293" y="136"/>
                  </a:lnTo>
                  <a:lnTo>
                    <a:pt x="203" y="226"/>
                  </a:lnTo>
                  <a:lnTo>
                    <a:pt x="113" y="316"/>
                  </a:lnTo>
                  <a:lnTo>
                    <a:pt x="68" y="406"/>
                  </a:lnTo>
                  <a:lnTo>
                    <a:pt x="23" y="540"/>
                  </a:lnTo>
                  <a:lnTo>
                    <a:pt x="1" y="653"/>
                  </a:lnTo>
                  <a:lnTo>
                    <a:pt x="1" y="788"/>
                  </a:lnTo>
                  <a:lnTo>
                    <a:pt x="46" y="923"/>
                  </a:lnTo>
                  <a:lnTo>
                    <a:pt x="630" y="2474"/>
                  </a:lnTo>
                  <a:lnTo>
                    <a:pt x="1192" y="4047"/>
                  </a:lnTo>
                  <a:lnTo>
                    <a:pt x="1485" y="4834"/>
                  </a:lnTo>
                  <a:lnTo>
                    <a:pt x="1732" y="5621"/>
                  </a:lnTo>
                  <a:lnTo>
                    <a:pt x="1979" y="6407"/>
                  </a:lnTo>
                  <a:lnTo>
                    <a:pt x="2181" y="7217"/>
                  </a:lnTo>
                  <a:lnTo>
                    <a:pt x="2226" y="7352"/>
                  </a:lnTo>
                  <a:lnTo>
                    <a:pt x="2294" y="7464"/>
                  </a:lnTo>
                  <a:lnTo>
                    <a:pt x="2384" y="7554"/>
                  </a:lnTo>
                  <a:lnTo>
                    <a:pt x="2474" y="7599"/>
                  </a:lnTo>
                  <a:lnTo>
                    <a:pt x="2586" y="7644"/>
                  </a:lnTo>
                  <a:lnTo>
                    <a:pt x="2698" y="7666"/>
                  </a:lnTo>
                  <a:lnTo>
                    <a:pt x="2923" y="7666"/>
                  </a:lnTo>
                  <a:lnTo>
                    <a:pt x="3036" y="7621"/>
                  </a:lnTo>
                  <a:lnTo>
                    <a:pt x="3148" y="7576"/>
                  </a:lnTo>
                  <a:lnTo>
                    <a:pt x="3238" y="7509"/>
                  </a:lnTo>
                  <a:lnTo>
                    <a:pt x="3305" y="7419"/>
                  </a:lnTo>
                  <a:lnTo>
                    <a:pt x="3373" y="7329"/>
                  </a:lnTo>
                  <a:lnTo>
                    <a:pt x="3395" y="7217"/>
                  </a:lnTo>
                  <a:lnTo>
                    <a:pt x="3418" y="7082"/>
                  </a:lnTo>
                  <a:lnTo>
                    <a:pt x="3395" y="6947"/>
                  </a:lnTo>
                  <a:lnTo>
                    <a:pt x="3170" y="6093"/>
                  </a:lnTo>
                  <a:lnTo>
                    <a:pt x="2923" y="5261"/>
                  </a:lnTo>
                  <a:lnTo>
                    <a:pt x="2653" y="4429"/>
                  </a:lnTo>
                  <a:lnTo>
                    <a:pt x="2361" y="3620"/>
                  </a:lnTo>
                  <a:lnTo>
                    <a:pt x="1754" y="1979"/>
                  </a:lnTo>
                  <a:lnTo>
                    <a:pt x="1147" y="338"/>
                  </a:lnTo>
                  <a:lnTo>
                    <a:pt x="1080" y="226"/>
                  </a:lnTo>
                  <a:lnTo>
                    <a:pt x="990" y="136"/>
                  </a:lnTo>
                  <a:lnTo>
                    <a:pt x="900" y="68"/>
                  </a:lnTo>
                  <a:lnTo>
                    <a:pt x="810" y="23"/>
                  </a:lnTo>
                  <a:lnTo>
                    <a:pt x="698"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5"/>
            <p:cNvSpPr/>
            <p:nvPr/>
          </p:nvSpPr>
          <p:spPr>
            <a:xfrm>
              <a:off x="4122425" y="1617775"/>
              <a:ext cx="60725" cy="158500"/>
            </a:xfrm>
            <a:custGeom>
              <a:avLst/>
              <a:gdLst/>
              <a:ahLst/>
              <a:cxnLst/>
              <a:rect l="l" t="t" r="r" b="b"/>
              <a:pathLst>
                <a:path w="2429" h="6340" extrusionOk="0">
                  <a:moveTo>
                    <a:pt x="495" y="0"/>
                  </a:moveTo>
                  <a:lnTo>
                    <a:pt x="383" y="45"/>
                  </a:lnTo>
                  <a:lnTo>
                    <a:pt x="293" y="90"/>
                  </a:lnTo>
                  <a:lnTo>
                    <a:pt x="203" y="158"/>
                  </a:lnTo>
                  <a:lnTo>
                    <a:pt x="113" y="247"/>
                  </a:lnTo>
                  <a:lnTo>
                    <a:pt x="68" y="360"/>
                  </a:lnTo>
                  <a:lnTo>
                    <a:pt x="23" y="472"/>
                  </a:lnTo>
                  <a:lnTo>
                    <a:pt x="1" y="585"/>
                  </a:lnTo>
                  <a:lnTo>
                    <a:pt x="23" y="742"/>
                  </a:lnTo>
                  <a:lnTo>
                    <a:pt x="271" y="2046"/>
                  </a:lnTo>
                  <a:lnTo>
                    <a:pt x="518" y="3327"/>
                  </a:lnTo>
                  <a:lnTo>
                    <a:pt x="675" y="3979"/>
                  </a:lnTo>
                  <a:lnTo>
                    <a:pt x="833" y="4631"/>
                  </a:lnTo>
                  <a:lnTo>
                    <a:pt x="990" y="5260"/>
                  </a:lnTo>
                  <a:lnTo>
                    <a:pt x="1192" y="5890"/>
                  </a:lnTo>
                  <a:lnTo>
                    <a:pt x="1237" y="6025"/>
                  </a:lnTo>
                  <a:lnTo>
                    <a:pt x="1305" y="6137"/>
                  </a:lnTo>
                  <a:lnTo>
                    <a:pt x="1395" y="6227"/>
                  </a:lnTo>
                  <a:lnTo>
                    <a:pt x="1507" y="6272"/>
                  </a:lnTo>
                  <a:lnTo>
                    <a:pt x="1619" y="6317"/>
                  </a:lnTo>
                  <a:lnTo>
                    <a:pt x="1732" y="6339"/>
                  </a:lnTo>
                  <a:lnTo>
                    <a:pt x="1844" y="6339"/>
                  </a:lnTo>
                  <a:lnTo>
                    <a:pt x="1957" y="6317"/>
                  </a:lnTo>
                  <a:lnTo>
                    <a:pt x="2069" y="6294"/>
                  </a:lnTo>
                  <a:lnTo>
                    <a:pt x="2181" y="6249"/>
                  </a:lnTo>
                  <a:lnTo>
                    <a:pt x="2271" y="6182"/>
                  </a:lnTo>
                  <a:lnTo>
                    <a:pt x="2339" y="6092"/>
                  </a:lnTo>
                  <a:lnTo>
                    <a:pt x="2384" y="6002"/>
                  </a:lnTo>
                  <a:lnTo>
                    <a:pt x="2429" y="5890"/>
                  </a:lnTo>
                  <a:lnTo>
                    <a:pt x="2429" y="5755"/>
                  </a:lnTo>
                  <a:lnTo>
                    <a:pt x="2384" y="5620"/>
                  </a:lnTo>
                  <a:lnTo>
                    <a:pt x="2204" y="4991"/>
                  </a:lnTo>
                  <a:lnTo>
                    <a:pt x="2024" y="4339"/>
                  </a:lnTo>
                  <a:lnTo>
                    <a:pt x="1889" y="3709"/>
                  </a:lnTo>
                  <a:lnTo>
                    <a:pt x="1732" y="3057"/>
                  </a:lnTo>
                  <a:lnTo>
                    <a:pt x="1462" y="1754"/>
                  </a:lnTo>
                  <a:lnTo>
                    <a:pt x="1215" y="450"/>
                  </a:lnTo>
                  <a:lnTo>
                    <a:pt x="1192" y="315"/>
                  </a:lnTo>
                  <a:lnTo>
                    <a:pt x="1125" y="202"/>
                  </a:lnTo>
                  <a:lnTo>
                    <a:pt x="1035" y="135"/>
                  </a:lnTo>
                  <a:lnTo>
                    <a:pt x="945" y="68"/>
                  </a:lnTo>
                  <a:lnTo>
                    <a:pt x="855" y="23"/>
                  </a:lnTo>
                  <a:lnTo>
                    <a:pt x="743"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5"/>
            <p:cNvSpPr/>
            <p:nvPr/>
          </p:nvSpPr>
          <p:spPr>
            <a:xfrm>
              <a:off x="4168525" y="1983625"/>
              <a:ext cx="43850" cy="84875"/>
            </a:xfrm>
            <a:custGeom>
              <a:avLst/>
              <a:gdLst/>
              <a:ahLst/>
              <a:cxnLst/>
              <a:rect l="l" t="t" r="r" b="b"/>
              <a:pathLst>
                <a:path w="1754" h="3395" extrusionOk="0">
                  <a:moveTo>
                    <a:pt x="585" y="0"/>
                  </a:moveTo>
                  <a:lnTo>
                    <a:pt x="472" y="23"/>
                  </a:lnTo>
                  <a:lnTo>
                    <a:pt x="360" y="67"/>
                  </a:lnTo>
                  <a:lnTo>
                    <a:pt x="270" y="112"/>
                  </a:lnTo>
                  <a:lnTo>
                    <a:pt x="180" y="180"/>
                  </a:lnTo>
                  <a:lnTo>
                    <a:pt x="90" y="270"/>
                  </a:lnTo>
                  <a:lnTo>
                    <a:pt x="45" y="360"/>
                  </a:lnTo>
                  <a:lnTo>
                    <a:pt x="0" y="472"/>
                  </a:lnTo>
                  <a:lnTo>
                    <a:pt x="0" y="607"/>
                  </a:lnTo>
                  <a:lnTo>
                    <a:pt x="23" y="742"/>
                  </a:lnTo>
                  <a:lnTo>
                    <a:pt x="540" y="2922"/>
                  </a:lnTo>
                  <a:lnTo>
                    <a:pt x="585" y="3057"/>
                  </a:lnTo>
                  <a:lnTo>
                    <a:pt x="652" y="3170"/>
                  </a:lnTo>
                  <a:lnTo>
                    <a:pt x="742" y="3259"/>
                  </a:lnTo>
                  <a:lnTo>
                    <a:pt x="832" y="3327"/>
                  </a:lnTo>
                  <a:lnTo>
                    <a:pt x="944" y="3372"/>
                  </a:lnTo>
                  <a:lnTo>
                    <a:pt x="1057" y="3394"/>
                  </a:lnTo>
                  <a:lnTo>
                    <a:pt x="1169" y="3394"/>
                  </a:lnTo>
                  <a:lnTo>
                    <a:pt x="1281" y="3372"/>
                  </a:lnTo>
                  <a:lnTo>
                    <a:pt x="1394" y="3349"/>
                  </a:lnTo>
                  <a:lnTo>
                    <a:pt x="1484" y="3282"/>
                  </a:lnTo>
                  <a:lnTo>
                    <a:pt x="1596" y="3215"/>
                  </a:lnTo>
                  <a:lnTo>
                    <a:pt x="1664" y="3147"/>
                  </a:lnTo>
                  <a:lnTo>
                    <a:pt x="1709" y="3035"/>
                  </a:lnTo>
                  <a:lnTo>
                    <a:pt x="1753" y="2922"/>
                  </a:lnTo>
                  <a:lnTo>
                    <a:pt x="1753" y="2787"/>
                  </a:lnTo>
                  <a:lnTo>
                    <a:pt x="1753" y="2653"/>
                  </a:lnTo>
                  <a:lnTo>
                    <a:pt x="1214" y="472"/>
                  </a:lnTo>
                  <a:lnTo>
                    <a:pt x="1169" y="337"/>
                  </a:lnTo>
                  <a:lnTo>
                    <a:pt x="1102" y="225"/>
                  </a:lnTo>
                  <a:lnTo>
                    <a:pt x="1034" y="135"/>
                  </a:lnTo>
                  <a:lnTo>
                    <a:pt x="922" y="67"/>
                  </a:lnTo>
                  <a:lnTo>
                    <a:pt x="832" y="23"/>
                  </a:lnTo>
                  <a:lnTo>
                    <a:pt x="719"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5"/>
            <p:cNvSpPr/>
            <p:nvPr/>
          </p:nvSpPr>
          <p:spPr>
            <a:xfrm>
              <a:off x="4554025" y="2198300"/>
              <a:ext cx="59025" cy="107925"/>
            </a:xfrm>
            <a:custGeom>
              <a:avLst/>
              <a:gdLst/>
              <a:ahLst/>
              <a:cxnLst/>
              <a:rect l="l" t="t" r="r" b="b"/>
              <a:pathLst>
                <a:path w="2361" h="4317" extrusionOk="0">
                  <a:moveTo>
                    <a:pt x="585" y="0"/>
                  </a:moveTo>
                  <a:lnTo>
                    <a:pt x="473" y="23"/>
                  </a:lnTo>
                  <a:lnTo>
                    <a:pt x="360" y="45"/>
                  </a:lnTo>
                  <a:lnTo>
                    <a:pt x="248" y="90"/>
                  </a:lnTo>
                  <a:lnTo>
                    <a:pt x="158" y="157"/>
                  </a:lnTo>
                  <a:lnTo>
                    <a:pt x="91" y="247"/>
                  </a:lnTo>
                  <a:lnTo>
                    <a:pt x="46" y="360"/>
                  </a:lnTo>
                  <a:lnTo>
                    <a:pt x="1" y="472"/>
                  </a:lnTo>
                  <a:lnTo>
                    <a:pt x="1" y="584"/>
                  </a:lnTo>
                  <a:lnTo>
                    <a:pt x="23" y="719"/>
                  </a:lnTo>
                  <a:lnTo>
                    <a:pt x="270" y="1529"/>
                  </a:lnTo>
                  <a:lnTo>
                    <a:pt x="540" y="2315"/>
                  </a:lnTo>
                  <a:lnTo>
                    <a:pt x="1125" y="3866"/>
                  </a:lnTo>
                  <a:lnTo>
                    <a:pt x="1192" y="4001"/>
                  </a:lnTo>
                  <a:lnTo>
                    <a:pt x="1260" y="4114"/>
                  </a:lnTo>
                  <a:lnTo>
                    <a:pt x="1349" y="4181"/>
                  </a:lnTo>
                  <a:lnTo>
                    <a:pt x="1462" y="4249"/>
                  </a:lnTo>
                  <a:lnTo>
                    <a:pt x="1574" y="4294"/>
                  </a:lnTo>
                  <a:lnTo>
                    <a:pt x="1687" y="4316"/>
                  </a:lnTo>
                  <a:lnTo>
                    <a:pt x="1822" y="4316"/>
                  </a:lnTo>
                  <a:lnTo>
                    <a:pt x="1934" y="4294"/>
                  </a:lnTo>
                  <a:lnTo>
                    <a:pt x="2046" y="4249"/>
                  </a:lnTo>
                  <a:lnTo>
                    <a:pt x="2136" y="4204"/>
                  </a:lnTo>
                  <a:lnTo>
                    <a:pt x="2226" y="4136"/>
                  </a:lnTo>
                  <a:lnTo>
                    <a:pt x="2294" y="4069"/>
                  </a:lnTo>
                  <a:lnTo>
                    <a:pt x="2339" y="3956"/>
                  </a:lnTo>
                  <a:lnTo>
                    <a:pt x="2361" y="3844"/>
                  </a:lnTo>
                  <a:lnTo>
                    <a:pt x="2361" y="3732"/>
                  </a:lnTo>
                  <a:lnTo>
                    <a:pt x="2339" y="3597"/>
                  </a:lnTo>
                  <a:lnTo>
                    <a:pt x="1754" y="2023"/>
                  </a:lnTo>
                  <a:lnTo>
                    <a:pt x="1484" y="1236"/>
                  </a:lnTo>
                  <a:lnTo>
                    <a:pt x="1237" y="450"/>
                  </a:lnTo>
                  <a:lnTo>
                    <a:pt x="1170" y="315"/>
                  </a:lnTo>
                  <a:lnTo>
                    <a:pt x="1102" y="202"/>
                  </a:lnTo>
                  <a:lnTo>
                    <a:pt x="1012" y="135"/>
                  </a:lnTo>
                  <a:lnTo>
                    <a:pt x="922" y="67"/>
                  </a:lnTo>
                  <a:lnTo>
                    <a:pt x="810" y="23"/>
                  </a:lnTo>
                  <a:lnTo>
                    <a:pt x="698"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5"/>
            <p:cNvSpPr/>
            <p:nvPr/>
          </p:nvSpPr>
          <p:spPr>
            <a:xfrm>
              <a:off x="2300500" y="1218200"/>
              <a:ext cx="796925" cy="1893900"/>
            </a:xfrm>
            <a:custGeom>
              <a:avLst/>
              <a:gdLst/>
              <a:ahLst/>
              <a:cxnLst/>
              <a:rect l="l" t="t" r="r" b="b"/>
              <a:pathLst>
                <a:path w="31877" h="75756" extrusionOk="0">
                  <a:moveTo>
                    <a:pt x="24930" y="1"/>
                  </a:moveTo>
                  <a:lnTo>
                    <a:pt x="24436" y="45"/>
                  </a:lnTo>
                  <a:lnTo>
                    <a:pt x="23941" y="135"/>
                  </a:lnTo>
                  <a:lnTo>
                    <a:pt x="23446" y="270"/>
                  </a:lnTo>
                  <a:lnTo>
                    <a:pt x="22974" y="428"/>
                  </a:lnTo>
                  <a:lnTo>
                    <a:pt x="22502" y="652"/>
                  </a:lnTo>
                  <a:lnTo>
                    <a:pt x="22053" y="900"/>
                  </a:lnTo>
                  <a:lnTo>
                    <a:pt x="21581" y="1169"/>
                  </a:lnTo>
                  <a:lnTo>
                    <a:pt x="21131" y="1484"/>
                  </a:lnTo>
                  <a:lnTo>
                    <a:pt x="20704" y="1821"/>
                  </a:lnTo>
                  <a:lnTo>
                    <a:pt x="20277" y="2203"/>
                  </a:lnTo>
                  <a:lnTo>
                    <a:pt x="19850" y="2586"/>
                  </a:lnTo>
                  <a:lnTo>
                    <a:pt x="19423" y="2990"/>
                  </a:lnTo>
                  <a:lnTo>
                    <a:pt x="19041" y="3417"/>
                  </a:lnTo>
                  <a:lnTo>
                    <a:pt x="18636" y="3844"/>
                  </a:lnTo>
                  <a:lnTo>
                    <a:pt x="18254" y="4294"/>
                  </a:lnTo>
                  <a:lnTo>
                    <a:pt x="17894" y="4744"/>
                  </a:lnTo>
                  <a:lnTo>
                    <a:pt x="17197" y="5665"/>
                  </a:lnTo>
                  <a:lnTo>
                    <a:pt x="16545" y="6609"/>
                  </a:lnTo>
                  <a:lnTo>
                    <a:pt x="15939" y="7509"/>
                  </a:lnTo>
                  <a:lnTo>
                    <a:pt x="15421" y="8385"/>
                  </a:lnTo>
                  <a:lnTo>
                    <a:pt x="14949" y="9194"/>
                  </a:lnTo>
                  <a:lnTo>
                    <a:pt x="14522" y="9914"/>
                  </a:lnTo>
                  <a:lnTo>
                    <a:pt x="13668" y="11532"/>
                  </a:lnTo>
                  <a:lnTo>
                    <a:pt x="12836" y="13173"/>
                  </a:lnTo>
                  <a:lnTo>
                    <a:pt x="12027" y="14837"/>
                  </a:lnTo>
                  <a:lnTo>
                    <a:pt x="11263" y="16523"/>
                  </a:lnTo>
                  <a:lnTo>
                    <a:pt x="10521" y="18254"/>
                  </a:lnTo>
                  <a:lnTo>
                    <a:pt x="9824" y="19984"/>
                  </a:lnTo>
                  <a:lnTo>
                    <a:pt x="9150" y="21738"/>
                  </a:lnTo>
                  <a:lnTo>
                    <a:pt x="8498" y="23514"/>
                  </a:lnTo>
                  <a:lnTo>
                    <a:pt x="7869" y="25289"/>
                  </a:lnTo>
                  <a:lnTo>
                    <a:pt x="7284" y="27065"/>
                  </a:lnTo>
                  <a:lnTo>
                    <a:pt x="6722" y="28841"/>
                  </a:lnTo>
                  <a:lnTo>
                    <a:pt x="6160" y="30640"/>
                  </a:lnTo>
                  <a:lnTo>
                    <a:pt x="5643" y="32438"/>
                  </a:lnTo>
                  <a:lnTo>
                    <a:pt x="5149" y="34214"/>
                  </a:lnTo>
                  <a:lnTo>
                    <a:pt x="4654" y="35990"/>
                  </a:lnTo>
                  <a:lnTo>
                    <a:pt x="4182" y="37765"/>
                  </a:lnTo>
                  <a:lnTo>
                    <a:pt x="3710" y="39699"/>
                  </a:lnTo>
                  <a:lnTo>
                    <a:pt x="3283" y="41654"/>
                  </a:lnTo>
                  <a:lnTo>
                    <a:pt x="2878" y="43610"/>
                  </a:lnTo>
                  <a:lnTo>
                    <a:pt x="2519" y="45566"/>
                  </a:lnTo>
                  <a:lnTo>
                    <a:pt x="2204" y="47544"/>
                  </a:lnTo>
                  <a:lnTo>
                    <a:pt x="1889" y="49522"/>
                  </a:lnTo>
                  <a:lnTo>
                    <a:pt x="1619" y="51500"/>
                  </a:lnTo>
                  <a:lnTo>
                    <a:pt x="1350" y="53478"/>
                  </a:lnTo>
                  <a:lnTo>
                    <a:pt x="878" y="57277"/>
                  </a:lnTo>
                  <a:lnTo>
                    <a:pt x="630" y="59165"/>
                  </a:lnTo>
                  <a:lnTo>
                    <a:pt x="428" y="61076"/>
                  </a:lnTo>
                  <a:lnTo>
                    <a:pt x="248" y="62987"/>
                  </a:lnTo>
                  <a:lnTo>
                    <a:pt x="113" y="64898"/>
                  </a:lnTo>
                  <a:lnTo>
                    <a:pt x="46" y="65864"/>
                  </a:lnTo>
                  <a:lnTo>
                    <a:pt x="23" y="66808"/>
                  </a:lnTo>
                  <a:lnTo>
                    <a:pt x="1" y="67775"/>
                  </a:lnTo>
                  <a:lnTo>
                    <a:pt x="1" y="68742"/>
                  </a:lnTo>
                  <a:lnTo>
                    <a:pt x="23" y="69236"/>
                  </a:lnTo>
                  <a:lnTo>
                    <a:pt x="46" y="69731"/>
                  </a:lnTo>
                  <a:lnTo>
                    <a:pt x="136" y="70697"/>
                  </a:lnTo>
                  <a:lnTo>
                    <a:pt x="248" y="71574"/>
                  </a:lnTo>
                  <a:lnTo>
                    <a:pt x="406" y="72383"/>
                  </a:lnTo>
                  <a:lnTo>
                    <a:pt x="608" y="73058"/>
                  </a:lnTo>
                  <a:lnTo>
                    <a:pt x="698" y="73372"/>
                  </a:lnTo>
                  <a:lnTo>
                    <a:pt x="810" y="73642"/>
                  </a:lnTo>
                  <a:lnTo>
                    <a:pt x="923" y="73889"/>
                  </a:lnTo>
                  <a:lnTo>
                    <a:pt x="1035" y="74092"/>
                  </a:lnTo>
                  <a:lnTo>
                    <a:pt x="1125" y="74271"/>
                  </a:lnTo>
                  <a:lnTo>
                    <a:pt x="1237" y="74406"/>
                  </a:lnTo>
                  <a:lnTo>
                    <a:pt x="1350" y="74496"/>
                  </a:lnTo>
                  <a:lnTo>
                    <a:pt x="1462" y="74564"/>
                  </a:lnTo>
                  <a:lnTo>
                    <a:pt x="1777" y="74743"/>
                  </a:lnTo>
                  <a:lnTo>
                    <a:pt x="2181" y="74901"/>
                  </a:lnTo>
                  <a:lnTo>
                    <a:pt x="2676" y="75036"/>
                  </a:lnTo>
                  <a:lnTo>
                    <a:pt x="3238" y="75171"/>
                  </a:lnTo>
                  <a:lnTo>
                    <a:pt x="3867" y="75283"/>
                  </a:lnTo>
                  <a:lnTo>
                    <a:pt x="4564" y="75395"/>
                  </a:lnTo>
                  <a:lnTo>
                    <a:pt x="5306" y="75508"/>
                  </a:lnTo>
                  <a:lnTo>
                    <a:pt x="6115" y="75575"/>
                  </a:lnTo>
                  <a:lnTo>
                    <a:pt x="6947" y="75643"/>
                  </a:lnTo>
                  <a:lnTo>
                    <a:pt x="7824" y="75710"/>
                  </a:lnTo>
                  <a:lnTo>
                    <a:pt x="8745" y="75733"/>
                  </a:lnTo>
                  <a:lnTo>
                    <a:pt x="9667" y="75755"/>
                  </a:lnTo>
                  <a:lnTo>
                    <a:pt x="10589" y="75755"/>
                  </a:lnTo>
                  <a:lnTo>
                    <a:pt x="11555" y="75733"/>
                  </a:lnTo>
                  <a:lnTo>
                    <a:pt x="12499" y="75710"/>
                  </a:lnTo>
                  <a:lnTo>
                    <a:pt x="13443" y="75643"/>
                  </a:lnTo>
                  <a:lnTo>
                    <a:pt x="14365" y="75553"/>
                  </a:lnTo>
                  <a:lnTo>
                    <a:pt x="15287" y="75463"/>
                  </a:lnTo>
                  <a:lnTo>
                    <a:pt x="16163" y="75328"/>
                  </a:lnTo>
                  <a:lnTo>
                    <a:pt x="17017" y="75171"/>
                  </a:lnTo>
                  <a:lnTo>
                    <a:pt x="17827" y="74991"/>
                  </a:lnTo>
                  <a:lnTo>
                    <a:pt x="18591" y="74788"/>
                  </a:lnTo>
                  <a:lnTo>
                    <a:pt x="19310" y="74541"/>
                  </a:lnTo>
                  <a:lnTo>
                    <a:pt x="19962" y="74294"/>
                  </a:lnTo>
                  <a:lnTo>
                    <a:pt x="20254" y="74137"/>
                  </a:lnTo>
                  <a:lnTo>
                    <a:pt x="20547" y="74002"/>
                  </a:lnTo>
                  <a:lnTo>
                    <a:pt x="20816" y="73844"/>
                  </a:lnTo>
                  <a:lnTo>
                    <a:pt x="21064" y="73664"/>
                  </a:lnTo>
                  <a:lnTo>
                    <a:pt x="21289" y="73507"/>
                  </a:lnTo>
                  <a:lnTo>
                    <a:pt x="21491" y="73327"/>
                  </a:lnTo>
                  <a:lnTo>
                    <a:pt x="21671" y="73125"/>
                  </a:lnTo>
                  <a:lnTo>
                    <a:pt x="21828" y="72923"/>
                  </a:lnTo>
                  <a:lnTo>
                    <a:pt x="21963" y="72720"/>
                  </a:lnTo>
                  <a:lnTo>
                    <a:pt x="22075" y="72518"/>
                  </a:lnTo>
                  <a:lnTo>
                    <a:pt x="22165" y="72293"/>
                  </a:lnTo>
                  <a:lnTo>
                    <a:pt x="22233" y="72068"/>
                  </a:lnTo>
                  <a:lnTo>
                    <a:pt x="22255" y="71821"/>
                  </a:lnTo>
                  <a:lnTo>
                    <a:pt x="22278" y="71574"/>
                  </a:lnTo>
                  <a:lnTo>
                    <a:pt x="22233" y="69843"/>
                  </a:lnTo>
                  <a:lnTo>
                    <a:pt x="22255" y="68135"/>
                  </a:lnTo>
                  <a:lnTo>
                    <a:pt x="22300" y="66426"/>
                  </a:lnTo>
                  <a:lnTo>
                    <a:pt x="22390" y="64740"/>
                  </a:lnTo>
                  <a:lnTo>
                    <a:pt x="22525" y="63054"/>
                  </a:lnTo>
                  <a:lnTo>
                    <a:pt x="22682" y="61368"/>
                  </a:lnTo>
                  <a:lnTo>
                    <a:pt x="22885" y="59705"/>
                  </a:lnTo>
                  <a:lnTo>
                    <a:pt x="23109" y="58042"/>
                  </a:lnTo>
                  <a:lnTo>
                    <a:pt x="23379" y="56401"/>
                  </a:lnTo>
                  <a:lnTo>
                    <a:pt x="23671" y="54737"/>
                  </a:lnTo>
                  <a:lnTo>
                    <a:pt x="24008" y="53096"/>
                  </a:lnTo>
                  <a:lnTo>
                    <a:pt x="24346" y="51433"/>
                  </a:lnTo>
                  <a:lnTo>
                    <a:pt x="24728" y="49792"/>
                  </a:lnTo>
                  <a:lnTo>
                    <a:pt x="25132" y="48128"/>
                  </a:lnTo>
                  <a:lnTo>
                    <a:pt x="25582" y="46465"/>
                  </a:lnTo>
                  <a:lnTo>
                    <a:pt x="26032" y="44801"/>
                  </a:lnTo>
                  <a:lnTo>
                    <a:pt x="26279" y="43835"/>
                  </a:lnTo>
                  <a:lnTo>
                    <a:pt x="26571" y="42598"/>
                  </a:lnTo>
                  <a:lnTo>
                    <a:pt x="27290" y="39474"/>
                  </a:lnTo>
                  <a:lnTo>
                    <a:pt x="28077" y="35742"/>
                  </a:lnTo>
                  <a:lnTo>
                    <a:pt x="28886" y="31674"/>
                  </a:lnTo>
                  <a:lnTo>
                    <a:pt x="29696" y="27605"/>
                  </a:lnTo>
                  <a:lnTo>
                    <a:pt x="30393" y="23851"/>
                  </a:lnTo>
                  <a:lnTo>
                    <a:pt x="30954" y="20704"/>
                  </a:lnTo>
                  <a:lnTo>
                    <a:pt x="31157" y="19467"/>
                  </a:lnTo>
                  <a:lnTo>
                    <a:pt x="31292" y="18478"/>
                  </a:lnTo>
                  <a:lnTo>
                    <a:pt x="31427" y="17399"/>
                  </a:lnTo>
                  <a:lnTo>
                    <a:pt x="31584" y="16230"/>
                  </a:lnTo>
                  <a:lnTo>
                    <a:pt x="31696" y="14994"/>
                  </a:lnTo>
                  <a:lnTo>
                    <a:pt x="31809" y="13690"/>
                  </a:lnTo>
                  <a:lnTo>
                    <a:pt x="31854" y="12342"/>
                  </a:lnTo>
                  <a:lnTo>
                    <a:pt x="31876" y="11667"/>
                  </a:lnTo>
                  <a:lnTo>
                    <a:pt x="31876" y="10970"/>
                  </a:lnTo>
                  <a:lnTo>
                    <a:pt x="31854" y="10296"/>
                  </a:lnTo>
                  <a:lnTo>
                    <a:pt x="31831" y="9622"/>
                  </a:lnTo>
                  <a:lnTo>
                    <a:pt x="31786" y="8947"/>
                  </a:lnTo>
                  <a:lnTo>
                    <a:pt x="31719" y="8273"/>
                  </a:lnTo>
                  <a:lnTo>
                    <a:pt x="31629" y="7598"/>
                  </a:lnTo>
                  <a:lnTo>
                    <a:pt x="31516" y="6969"/>
                  </a:lnTo>
                  <a:lnTo>
                    <a:pt x="31404" y="6317"/>
                  </a:lnTo>
                  <a:lnTo>
                    <a:pt x="31247" y="5710"/>
                  </a:lnTo>
                  <a:lnTo>
                    <a:pt x="31067" y="5103"/>
                  </a:lnTo>
                  <a:lnTo>
                    <a:pt x="30842" y="4519"/>
                  </a:lnTo>
                  <a:lnTo>
                    <a:pt x="30617" y="3957"/>
                  </a:lnTo>
                  <a:lnTo>
                    <a:pt x="30348" y="3440"/>
                  </a:lnTo>
                  <a:lnTo>
                    <a:pt x="30055" y="2923"/>
                  </a:lnTo>
                  <a:lnTo>
                    <a:pt x="29718" y="2451"/>
                  </a:lnTo>
                  <a:lnTo>
                    <a:pt x="29358" y="2001"/>
                  </a:lnTo>
                  <a:lnTo>
                    <a:pt x="28954" y="1597"/>
                  </a:lnTo>
                  <a:lnTo>
                    <a:pt x="28504" y="1214"/>
                  </a:lnTo>
                  <a:lnTo>
                    <a:pt x="28279" y="1057"/>
                  </a:lnTo>
                  <a:lnTo>
                    <a:pt x="28032" y="900"/>
                  </a:lnTo>
                  <a:lnTo>
                    <a:pt x="27785" y="742"/>
                  </a:lnTo>
                  <a:lnTo>
                    <a:pt x="27515" y="607"/>
                  </a:lnTo>
                  <a:lnTo>
                    <a:pt x="27245" y="473"/>
                  </a:lnTo>
                  <a:lnTo>
                    <a:pt x="26953" y="360"/>
                  </a:lnTo>
                  <a:lnTo>
                    <a:pt x="26706" y="248"/>
                  </a:lnTo>
                  <a:lnTo>
                    <a:pt x="26436" y="180"/>
                  </a:lnTo>
                  <a:lnTo>
                    <a:pt x="26189" y="113"/>
                  </a:lnTo>
                  <a:lnTo>
                    <a:pt x="25942" y="68"/>
                  </a:lnTo>
                  <a:lnTo>
                    <a:pt x="25425"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5"/>
            <p:cNvSpPr/>
            <p:nvPr/>
          </p:nvSpPr>
          <p:spPr>
            <a:xfrm>
              <a:off x="2480900" y="1219875"/>
              <a:ext cx="497375" cy="1891650"/>
            </a:xfrm>
            <a:custGeom>
              <a:avLst/>
              <a:gdLst/>
              <a:ahLst/>
              <a:cxnLst/>
              <a:rect l="l" t="t" r="r" b="b"/>
              <a:pathLst>
                <a:path w="19895" h="75666" extrusionOk="0">
                  <a:moveTo>
                    <a:pt x="18681" y="1"/>
                  </a:moveTo>
                  <a:lnTo>
                    <a:pt x="18209" y="1125"/>
                  </a:lnTo>
                  <a:lnTo>
                    <a:pt x="17692" y="2226"/>
                  </a:lnTo>
                  <a:lnTo>
                    <a:pt x="17197" y="3350"/>
                  </a:lnTo>
                  <a:lnTo>
                    <a:pt x="16725" y="4474"/>
                  </a:lnTo>
                  <a:lnTo>
                    <a:pt x="16230" y="5711"/>
                  </a:lnTo>
                  <a:lnTo>
                    <a:pt x="15781" y="6969"/>
                  </a:lnTo>
                  <a:lnTo>
                    <a:pt x="15331" y="8228"/>
                  </a:lnTo>
                  <a:lnTo>
                    <a:pt x="14927" y="9487"/>
                  </a:lnTo>
                  <a:lnTo>
                    <a:pt x="14117" y="12050"/>
                  </a:lnTo>
                  <a:lnTo>
                    <a:pt x="13353" y="14590"/>
                  </a:lnTo>
                  <a:lnTo>
                    <a:pt x="12499" y="17400"/>
                  </a:lnTo>
                  <a:lnTo>
                    <a:pt x="11645" y="20210"/>
                  </a:lnTo>
                  <a:lnTo>
                    <a:pt x="10836" y="23042"/>
                  </a:lnTo>
                  <a:lnTo>
                    <a:pt x="10049" y="25852"/>
                  </a:lnTo>
                  <a:lnTo>
                    <a:pt x="9262" y="28707"/>
                  </a:lnTo>
                  <a:lnTo>
                    <a:pt x="8520" y="31539"/>
                  </a:lnTo>
                  <a:lnTo>
                    <a:pt x="7801" y="34394"/>
                  </a:lnTo>
                  <a:lnTo>
                    <a:pt x="7104" y="37249"/>
                  </a:lnTo>
                  <a:lnTo>
                    <a:pt x="5688" y="43273"/>
                  </a:lnTo>
                  <a:lnTo>
                    <a:pt x="5013" y="46285"/>
                  </a:lnTo>
                  <a:lnTo>
                    <a:pt x="4339" y="49298"/>
                  </a:lnTo>
                  <a:lnTo>
                    <a:pt x="3687" y="52332"/>
                  </a:lnTo>
                  <a:lnTo>
                    <a:pt x="3080" y="55367"/>
                  </a:lnTo>
                  <a:lnTo>
                    <a:pt x="2496" y="58402"/>
                  </a:lnTo>
                  <a:lnTo>
                    <a:pt x="1934" y="61436"/>
                  </a:lnTo>
                  <a:lnTo>
                    <a:pt x="1642" y="63190"/>
                  </a:lnTo>
                  <a:lnTo>
                    <a:pt x="1372" y="64966"/>
                  </a:lnTo>
                  <a:lnTo>
                    <a:pt x="1125" y="66741"/>
                  </a:lnTo>
                  <a:lnTo>
                    <a:pt x="877" y="68517"/>
                  </a:lnTo>
                  <a:lnTo>
                    <a:pt x="428" y="72046"/>
                  </a:lnTo>
                  <a:lnTo>
                    <a:pt x="1" y="75598"/>
                  </a:lnTo>
                  <a:lnTo>
                    <a:pt x="1215" y="75666"/>
                  </a:lnTo>
                  <a:lnTo>
                    <a:pt x="1664" y="72024"/>
                  </a:lnTo>
                  <a:lnTo>
                    <a:pt x="2136" y="68405"/>
                  </a:lnTo>
                  <a:lnTo>
                    <a:pt x="2383" y="66584"/>
                  </a:lnTo>
                  <a:lnTo>
                    <a:pt x="2653" y="64786"/>
                  </a:lnTo>
                  <a:lnTo>
                    <a:pt x="2923" y="62965"/>
                  </a:lnTo>
                  <a:lnTo>
                    <a:pt x="3238" y="61167"/>
                  </a:lnTo>
                  <a:lnTo>
                    <a:pt x="3777" y="58199"/>
                  </a:lnTo>
                  <a:lnTo>
                    <a:pt x="4362" y="55255"/>
                  </a:lnTo>
                  <a:lnTo>
                    <a:pt x="4969" y="52287"/>
                  </a:lnTo>
                  <a:lnTo>
                    <a:pt x="5598" y="49343"/>
                  </a:lnTo>
                  <a:lnTo>
                    <a:pt x="6250" y="46398"/>
                  </a:lnTo>
                  <a:lnTo>
                    <a:pt x="6924" y="43453"/>
                  </a:lnTo>
                  <a:lnTo>
                    <a:pt x="8295" y="37586"/>
                  </a:lnTo>
                  <a:lnTo>
                    <a:pt x="9015" y="34664"/>
                  </a:lnTo>
                  <a:lnTo>
                    <a:pt x="9757" y="31741"/>
                  </a:lnTo>
                  <a:lnTo>
                    <a:pt x="10521" y="28819"/>
                  </a:lnTo>
                  <a:lnTo>
                    <a:pt x="11308" y="25919"/>
                  </a:lnTo>
                  <a:lnTo>
                    <a:pt x="12117" y="23020"/>
                  </a:lnTo>
                  <a:lnTo>
                    <a:pt x="12971" y="20120"/>
                  </a:lnTo>
                  <a:lnTo>
                    <a:pt x="13825" y="17242"/>
                  </a:lnTo>
                  <a:lnTo>
                    <a:pt x="14702" y="14365"/>
                  </a:lnTo>
                  <a:lnTo>
                    <a:pt x="15601" y="11533"/>
                  </a:lnTo>
                  <a:lnTo>
                    <a:pt x="16051" y="10139"/>
                  </a:lnTo>
                  <a:lnTo>
                    <a:pt x="16500" y="8745"/>
                  </a:lnTo>
                  <a:lnTo>
                    <a:pt x="16995" y="7352"/>
                  </a:lnTo>
                  <a:lnTo>
                    <a:pt x="17489" y="5958"/>
                  </a:lnTo>
                  <a:lnTo>
                    <a:pt x="18051" y="4587"/>
                  </a:lnTo>
                  <a:lnTo>
                    <a:pt x="18613" y="3238"/>
                  </a:lnTo>
                  <a:lnTo>
                    <a:pt x="19265" y="1777"/>
                  </a:lnTo>
                  <a:lnTo>
                    <a:pt x="19895" y="338"/>
                  </a:lnTo>
                  <a:lnTo>
                    <a:pt x="19737" y="271"/>
                  </a:lnTo>
                  <a:lnTo>
                    <a:pt x="19467" y="181"/>
                  </a:lnTo>
                  <a:lnTo>
                    <a:pt x="19220" y="113"/>
                  </a:lnTo>
                  <a:lnTo>
                    <a:pt x="18950" y="46"/>
                  </a:lnTo>
                  <a:lnTo>
                    <a:pt x="18681" y="1"/>
                  </a:lnTo>
                  <a:close/>
                </a:path>
              </a:pathLst>
            </a:custGeom>
            <a:solidFill>
              <a:srgbClr val="A6CC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5"/>
            <p:cNvSpPr/>
            <p:nvPr/>
          </p:nvSpPr>
          <p:spPr>
            <a:xfrm>
              <a:off x="2563525" y="2992925"/>
              <a:ext cx="34850" cy="65775"/>
            </a:xfrm>
            <a:custGeom>
              <a:avLst/>
              <a:gdLst/>
              <a:ahLst/>
              <a:cxnLst/>
              <a:rect l="l" t="t" r="r" b="b"/>
              <a:pathLst>
                <a:path w="1394" h="2631" extrusionOk="0">
                  <a:moveTo>
                    <a:pt x="787" y="0"/>
                  </a:moveTo>
                  <a:lnTo>
                    <a:pt x="652" y="23"/>
                  </a:lnTo>
                  <a:lnTo>
                    <a:pt x="540" y="68"/>
                  </a:lnTo>
                  <a:lnTo>
                    <a:pt x="427" y="113"/>
                  </a:lnTo>
                  <a:lnTo>
                    <a:pt x="360" y="203"/>
                  </a:lnTo>
                  <a:lnTo>
                    <a:pt x="270" y="293"/>
                  </a:lnTo>
                  <a:lnTo>
                    <a:pt x="225" y="383"/>
                  </a:lnTo>
                  <a:lnTo>
                    <a:pt x="180" y="495"/>
                  </a:lnTo>
                  <a:lnTo>
                    <a:pt x="157" y="630"/>
                  </a:lnTo>
                  <a:lnTo>
                    <a:pt x="0" y="2024"/>
                  </a:lnTo>
                  <a:lnTo>
                    <a:pt x="23" y="2136"/>
                  </a:lnTo>
                  <a:lnTo>
                    <a:pt x="45" y="2248"/>
                  </a:lnTo>
                  <a:lnTo>
                    <a:pt x="112" y="2361"/>
                  </a:lnTo>
                  <a:lnTo>
                    <a:pt x="180" y="2451"/>
                  </a:lnTo>
                  <a:lnTo>
                    <a:pt x="292" y="2541"/>
                  </a:lnTo>
                  <a:lnTo>
                    <a:pt x="405" y="2586"/>
                  </a:lnTo>
                  <a:lnTo>
                    <a:pt x="517" y="2631"/>
                  </a:lnTo>
                  <a:lnTo>
                    <a:pt x="764" y="2631"/>
                  </a:lnTo>
                  <a:lnTo>
                    <a:pt x="877" y="2586"/>
                  </a:lnTo>
                  <a:lnTo>
                    <a:pt x="967" y="2541"/>
                  </a:lnTo>
                  <a:lnTo>
                    <a:pt x="1057" y="2451"/>
                  </a:lnTo>
                  <a:lnTo>
                    <a:pt x="1124" y="2361"/>
                  </a:lnTo>
                  <a:lnTo>
                    <a:pt x="1191" y="2248"/>
                  </a:lnTo>
                  <a:lnTo>
                    <a:pt x="1214" y="2136"/>
                  </a:lnTo>
                  <a:lnTo>
                    <a:pt x="1236" y="2024"/>
                  </a:lnTo>
                  <a:lnTo>
                    <a:pt x="1394" y="630"/>
                  </a:lnTo>
                  <a:lnTo>
                    <a:pt x="1394" y="495"/>
                  </a:lnTo>
                  <a:lnTo>
                    <a:pt x="1371" y="383"/>
                  </a:lnTo>
                  <a:lnTo>
                    <a:pt x="1304" y="293"/>
                  </a:lnTo>
                  <a:lnTo>
                    <a:pt x="1214" y="180"/>
                  </a:lnTo>
                  <a:lnTo>
                    <a:pt x="1124" y="113"/>
                  </a:lnTo>
                  <a:lnTo>
                    <a:pt x="1012" y="68"/>
                  </a:lnTo>
                  <a:lnTo>
                    <a:pt x="899" y="23"/>
                  </a:lnTo>
                  <a:lnTo>
                    <a:pt x="787"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15"/>
            <p:cNvSpPr/>
            <p:nvPr/>
          </p:nvSpPr>
          <p:spPr>
            <a:xfrm>
              <a:off x="2684900" y="2747350"/>
              <a:ext cx="36000" cy="151175"/>
            </a:xfrm>
            <a:custGeom>
              <a:avLst/>
              <a:gdLst/>
              <a:ahLst/>
              <a:cxnLst/>
              <a:rect l="l" t="t" r="r" b="b"/>
              <a:pathLst>
                <a:path w="1440" h="6047" extrusionOk="0">
                  <a:moveTo>
                    <a:pt x="473" y="0"/>
                  </a:moveTo>
                  <a:lnTo>
                    <a:pt x="360" y="45"/>
                  </a:lnTo>
                  <a:lnTo>
                    <a:pt x="270" y="90"/>
                  </a:lnTo>
                  <a:lnTo>
                    <a:pt x="180" y="157"/>
                  </a:lnTo>
                  <a:lnTo>
                    <a:pt x="90" y="225"/>
                  </a:lnTo>
                  <a:lnTo>
                    <a:pt x="45" y="337"/>
                  </a:lnTo>
                  <a:lnTo>
                    <a:pt x="1" y="450"/>
                  </a:lnTo>
                  <a:lnTo>
                    <a:pt x="1" y="585"/>
                  </a:lnTo>
                  <a:lnTo>
                    <a:pt x="113" y="3012"/>
                  </a:lnTo>
                  <a:lnTo>
                    <a:pt x="203" y="5440"/>
                  </a:lnTo>
                  <a:lnTo>
                    <a:pt x="225" y="5575"/>
                  </a:lnTo>
                  <a:lnTo>
                    <a:pt x="270" y="5710"/>
                  </a:lnTo>
                  <a:lnTo>
                    <a:pt x="338" y="5800"/>
                  </a:lnTo>
                  <a:lnTo>
                    <a:pt x="428" y="5890"/>
                  </a:lnTo>
                  <a:lnTo>
                    <a:pt x="518" y="5957"/>
                  </a:lnTo>
                  <a:lnTo>
                    <a:pt x="607" y="6002"/>
                  </a:lnTo>
                  <a:lnTo>
                    <a:pt x="720" y="6024"/>
                  </a:lnTo>
                  <a:lnTo>
                    <a:pt x="855" y="6047"/>
                  </a:lnTo>
                  <a:lnTo>
                    <a:pt x="967" y="6024"/>
                  </a:lnTo>
                  <a:lnTo>
                    <a:pt x="1080" y="6002"/>
                  </a:lnTo>
                  <a:lnTo>
                    <a:pt x="1169" y="5957"/>
                  </a:lnTo>
                  <a:lnTo>
                    <a:pt x="1259" y="5890"/>
                  </a:lnTo>
                  <a:lnTo>
                    <a:pt x="1349" y="5800"/>
                  </a:lnTo>
                  <a:lnTo>
                    <a:pt x="1394" y="5710"/>
                  </a:lnTo>
                  <a:lnTo>
                    <a:pt x="1439" y="5575"/>
                  </a:lnTo>
                  <a:lnTo>
                    <a:pt x="1439" y="5440"/>
                  </a:lnTo>
                  <a:lnTo>
                    <a:pt x="1349" y="3012"/>
                  </a:lnTo>
                  <a:lnTo>
                    <a:pt x="1237" y="585"/>
                  </a:lnTo>
                  <a:lnTo>
                    <a:pt x="1214" y="450"/>
                  </a:lnTo>
                  <a:lnTo>
                    <a:pt x="1169" y="337"/>
                  </a:lnTo>
                  <a:lnTo>
                    <a:pt x="1102" y="225"/>
                  </a:lnTo>
                  <a:lnTo>
                    <a:pt x="1035" y="157"/>
                  </a:lnTo>
                  <a:lnTo>
                    <a:pt x="922" y="90"/>
                  </a:lnTo>
                  <a:lnTo>
                    <a:pt x="832" y="45"/>
                  </a:lnTo>
                  <a:lnTo>
                    <a:pt x="720"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5"/>
            <p:cNvSpPr/>
            <p:nvPr/>
          </p:nvSpPr>
          <p:spPr>
            <a:xfrm>
              <a:off x="2705700" y="2538275"/>
              <a:ext cx="48350" cy="135475"/>
            </a:xfrm>
            <a:custGeom>
              <a:avLst/>
              <a:gdLst/>
              <a:ahLst/>
              <a:cxnLst/>
              <a:rect l="l" t="t" r="r" b="b"/>
              <a:pathLst>
                <a:path w="1934" h="5419" extrusionOk="0">
                  <a:moveTo>
                    <a:pt x="1102" y="1"/>
                  </a:moveTo>
                  <a:lnTo>
                    <a:pt x="989" y="46"/>
                  </a:lnTo>
                  <a:lnTo>
                    <a:pt x="899" y="113"/>
                  </a:lnTo>
                  <a:lnTo>
                    <a:pt x="832" y="203"/>
                  </a:lnTo>
                  <a:lnTo>
                    <a:pt x="765" y="293"/>
                  </a:lnTo>
                  <a:lnTo>
                    <a:pt x="742" y="428"/>
                  </a:lnTo>
                  <a:lnTo>
                    <a:pt x="652" y="990"/>
                  </a:lnTo>
                  <a:lnTo>
                    <a:pt x="540" y="1529"/>
                  </a:lnTo>
                  <a:lnTo>
                    <a:pt x="315" y="2631"/>
                  </a:lnTo>
                  <a:lnTo>
                    <a:pt x="225" y="3170"/>
                  </a:lnTo>
                  <a:lnTo>
                    <a:pt x="113" y="3732"/>
                  </a:lnTo>
                  <a:lnTo>
                    <a:pt x="45" y="4272"/>
                  </a:lnTo>
                  <a:lnTo>
                    <a:pt x="0" y="4834"/>
                  </a:lnTo>
                  <a:lnTo>
                    <a:pt x="0" y="4969"/>
                  </a:lnTo>
                  <a:lnTo>
                    <a:pt x="45" y="5104"/>
                  </a:lnTo>
                  <a:lnTo>
                    <a:pt x="90" y="5194"/>
                  </a:lnTo>
                  <a:lnTo>
                    <a:pt x="158" y="5283"/>
                  </a:lnTo>
                  <a:lnTo>
                    <a:pt x="248" y="5351"/>
                  </a:lnTo>
                  <a:lnTo>
                    <a:pt x="360" y="5396"/>
                  </a:lnTo>
                  <a:lnTo>
                    <a:pt x="472" y="5418"/>
                  </a:lnTo>
                  <a:lnTo>
                    <a:pt x="697" y="5418"/>
                  </a:lnTo>
                  <a:lnTo>
                    <a:pt x="809" y="5396"/>
                  </a:lnTo>
                  <a:lnTo>
                    <a:pt x="922" y="5351"/>
                  </a:lnTo>
                  <a:lnTo>
                    <a:pt x="1012" y="5283"/>
                  </a:lnTo>
                  <a:lnTo>
                    <a:pt x="1102" y="5194"/>
                  </a:lnTo>
                  <a:lnTo>
                    <a:pt x="1169" y="5081"/>
                  </a:lnTo>
                  <a:lnTo>
                    <a:pt x="1214" y="4969"/>
                  </a:lnTo>
                  <a:lnTo>
                    <a:pt x="1237" y="4834"/>
                  </a:lnTo>
                  <a:lnTo>
                    <a:pt x="1282" y="4317"/>
                  </a:lnTo>
                  <a:lnTo>
                    <a:pt x="1349" y="3800"/>
                  </a:lnTo>
                  <a:lnTo>
                    <a:pt x="1439" y="3305"/>
                  </a:lnTo>
                  <a:lnTo>
                    <a:pt x="1551" y="2788"/>
                  </a:lnTo>
                  <a:lnTo>
                    <a:pt x="1754" y="1777"/>
                  </a:lnTo>
                  <a:lnTo>
                    <a:pt x="1844" y="1282"/>
                  </a:lnTo>
                  <a:lnTo>
                    <a:pt x="1933" y="765"/>
                  </a:lnTo>
                  <a:lnTo>
                    <a:pt x="1933" y="630"/>
                  </a:lnTo>
                  <a:lnTo>
                    <a:pt x="1911" y="495"/>
                  </a:lnTo>
                  <a:lnTo>
                    <a:pt x="1866" y="383"/>
                  </a:lnTo>
                  <a:lnTo>
                    <a:pt x="1821" y="271"/>
                  </a:lnTo>
                  <a:lnTo>
                    <a:pt x="1731" y="181"/>
                  </a:lnTo>
                  <a:lnTo>
                    <a:pt x="1641" y="113"/>
                  </a:lnTo>
                  <a:lnTo>
                    <a:pt x="1529" y="46"/>
                  </a:lnTo>
                  <a:lnTo>
                    <a:pt x="1416" y="23"/>
                  </a:lnTo>
                  <a:lnTo>
                    <a:pt x="1304"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5"/>
            <p:cNvSpPr/>
            <p:nvPr/>
          </p:nvSpPr>
          <p:spPr>
            <a:xfrm>
              <a:off x="2801800" y="2336525"/>
              <a:ext cx="29800" cy="30950"/>
            </a:xfrm>
            <a:custGeom>
              <a:avLst/>
              <a:gdLst/>
              <a:ahLst/>
              <a:cxnLst/>
              <a:rect l="l" t="t" r="r" b="b"/>
              <a:pathLst>
                <a:path w="1192" h="1238" extrusionOk="0">
                  <a:moveTo>
                    <a:pt x="585" y="1"/>
                  </a:moveTo>
                  <a:lnTo>
                    <a:pt x="450" y="23"/>
                  </a:lnTo>
                  <a:lnTo>
                    <a:pt x="337" y="68"/>
                  </a:lnTo>
                  <a:lnTo>
                    <a:pt x="225" y="113"/>
                  </a:lnTo>
                  <a:lnTo>
                    <a:pt x="135" y="203"/>
                  </a:lnTo>
                  <a:lnTo>
                    <a:pt x="68" y="293"/>
                  </a:lnTo>
                  <a:lnTo>
                    <a:pt x="23" y="406"/>
                  </a:lnTo>
                  <a:lnTo>
                    <a:pt x="0" y="518"/>
                  </a:lnTo>
                  <a:lnTo>
                    <a:pt x="0" y="630"/>
                  </a:lnTo>
                  <a:lnTo>
                    <a:pt x="0" y="743"/>
                  </a:lnTo>
                  <a:lnTo>
                    <a:pt x="23" y="855"/>
                  </a:lnTo>
                  <a:lnTo>
                    <a:pt x="68" y="945"/>
                  </a:lnTo>
                  <a:lnTo>
                    <a:pt x="135" y="1057"/>
                  </a:lnTo>
                  <a:lnTo>
                    <a:pt x="225" y="1125"/>
                  </a:lnTo>
                  <a:lnTo>
                    <a:pt x="337" y="1192"/>
                  </a:lnTo>
                  <a:lnTo>
                    <a:pt x="450" y="1237"/>
                  </a:lnTo>
                  <a:lnTo>
                    <a:pt x="719" y="1237"/>
                  </a:lnTo>
                  <a:lnTo>
                    <a:pt x="854" y="1192"/>
                  </a:lnTo>
                  <a:lnTo>
                    <a:pt x="944" y="1125"/>
                  </a:lnTo>
                  <a:lnTo>
                    <a:pt x="1034" y="1057"/>
                  </a:lnTo>
                  <a:lnTo>
                    <a:pt x="1102" y="945"/>
                  </a:lnTo>
                  <a:lnTo>
                    <a:pt x="1147" y="855"/>
                  </a:lnTo>
                  <a:lnTo>
                    <a:pt x="1169" y="743"/>
                  </a:lnTo>
                  <a:lnTo>
                    <a:pt x="1192" y="630"/>
                  </a:lnTo>
                  <a:lnTo>
                    <a:pt x="1169" y="518"/>
                  </a:lnTo>
                  <a:lnTo>
                    <a:pt x="1147" y="406"/>
                  </a:lnTo>
                  <a:lnTo>
                    <a:pt x="1102" y="293"/>
                  </a:lnTo>
                  <a:lnTo>
                    <a:pt x="1034" y="203"/>
                  </a:lnTo>
                  <a:lnTo>
                    <a:pt x="944" y="113"/>
                  </a:lnTo>
                  <a:lnTo>
                    <a:pt x="854" y="68"/>
                  </a:lnTo>
                  <a:lnTo>
                    <a:pt x="719" y="23"/>
                  </a:lnTo>
                  <a:lnTo>
                    <a:pt x="585"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5"/>
            <p:cNvSpPr/>
            <p:nvPr/>
          </p:nvSpPr>
          <p:spPr>
            <a:xfrm>
              <a:off x="2741650" y="2741725"/>
              <a:ext cx="48925" cy="146125"/>
            </a:xfrm>
            <a:custGeom>
              <a:avLst/>
              <a:gdLst/>
              <a:ahLst/>
              <a:cxnLst/>
              <a:rect l="l" t="t" r="r" b="b"/>
              <a:pathLst>
                <a:path w="1957" h="5845" extrusionOk="0">
                  <a:moveTo>
                    <a:pt x="1237" y="0"/>
                  </a:moveTo>
                  <a:lnTo>
                    <a:pt x="1125" y="23"/>
                  </a:lnTo>
                  <a:lnTo>
                    <a:pt x="1035" y="68"/>
                  </a:lnTo>
                  <a:lnTo>
                    <a:pt x="923" y="113"/>
                  </a:lnTo>
                  <a:lnTo>
                    <a:pt x="855" y="203"/>
                  </a:lnTo>
                  <a:lnTo>
                    <a:pt x="788" y="315"/>
                  </a:lnTo>
                  <a:lnTo>
                    <a:pt x="743" y="450"/>
                  </a:lnTo>
                  <a:lnTo>
                    <a:pt x="518" y="1641"/>
                  </a:lnTo>
                  <a:lnTo>
                    <a:pt x="338" y="2855"/>
                  </a:lnTo>
                  <a:lnTo>
                    <a:pt x="158" y="4047"/>
                  </a:lnTo>
                  <a:lnTo>
                    <a:pt x="1" y="5260"/>
                  </a:lnTo>
                  <a:lnTo>
                    <a:pt x="1" y="5395"/>
                  </a:lnTo>
                  <a:lnTo>
                    <a:pt x="23" y="5508"/>
                  </a:lnTo>
                  <a:lnTo>
                    <a:pt x="68" y="5620"/>
                  </a:lnTo>
                  <a:lnTo>
                    <a:pt x="136" y="5710"/>
                  </a:lnTo>
                  <a:lnTo>
                    <a:pt x="226" y="5755"/>
                  </a:lnTo>
                  <a:lnTo>
                    <a:pt x="316" y="5800"/>
                  </a:lnTo>
                  <a:lnTo>
                    <a:pt x="428" y="5845"/>
                  </a:lnTo>
                  <a:lnTo>
                    <a:pt x="653" y="5845"/>
                  </a:lnTo>
                  <a:lnTo>
                    <a:pt x="788" y="5800"/>
                  </a:lnTo>
                  <a:lnTo>
                    <a:pt x="878" y="5755"/>
                  </a:lnTo>
                  <a:lnTo>
                    <a:pt x="990" y="5688"/>
                  </a:lnTo>
                  <a:lnTo>
                    <a:pt x="1080" y="5620"/>
                  </a:lnTo>
                  <a:lnTo>
                    <a:pt x="1147" y="5508"/>
                  </a:lnTo>
                  <a:lnTo>
                    <a:pt x="1215" y="5395"/>
                  </a:lnTo>
                  <a:lnTo>
                    <a:pt x="1237" y="5260"/>
                  </a:lnTo>
                  <a:lnTo>
                    <a:pt x="1395" y="4136"/>
                  </a:lnTo>
                  <a:lnTo>
                    <a:pt x="1552" y="3013"/>
                  </a:lnTo>
                  <a:lnTo>
                    <a:pt x="1732" y="1889"/>
                  </a:lnTo>
                  <a:lnTo>
                    <a:pt x="1934" y="787"/>
                  </a:lnTo>
                  <a:lnTo>
                    <a:pt x="1957" y="630"/>
                  </a:lnTo>
                  <a:lnTo>
                    <a:pt x="1934" y="517"/>
                  </a:lnTo>
                  <a:lnTo>
                    <a:pt x="1912" y="382"/>
                  </a:lnTo>
                  <a:lnTo>
                    <a:pt x="1844" y="293"/>
                  </a:lnTo>
                  <a:lnTo>
                    <a:pt x="1777" y="203"/>
                  </a:lnTo>
                  <a:lnTo>
                    <a:pt x="1687" y="135"/>
                  </a:lnTo>
                  <a:lnTo>
                    <a:pt x="1574" y="68"/>
                  </a:lnTo>
                  <a:lnTo>
                    <a:pt x="1462" y="23"/>
                  </a:lnTo>
                  <a:lnTo>
                    <a:pt x="1350"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5"/>
            <p:cNvSpPr/>
            <p:nvPr/>
          </p:nvSpPr>
          <p:spPr>
            <a:xfrm>
              <a:off x="2515175" y="1949900"/>
              <a:ext cx="38250" cy="74750"/>
            </a:xfrm>
            <a:custGeom>
              <a:avLst/>
              <a:gdLst/>
              <a:ahLst/>
              <a:cxnLst/>
              <a:rect l="l" t="t" r="r" b="b"/>
              <a:pathLst>
                <a:path w="1530" h="2990" extrusionOk="0">
                  <a:moveTo>
                    <a:pt x="833" y="0"/>
                  </a:moveTo>
                  <a:lnTo>
                    <a:pt x="720" y="23"/>
                  </a:lnTo>
                  <a:lnTo>
                    <a:pt x="608" y="68"/>
                  </a:lnTo>
                  <a:lnTo>
                    <a:pt x="495" y="135"/>
                  </a:lnTo>
                  <a:lnTo>
                    <a:pt x="405" y="225"/>
                  </a:lnTo>
                  <a:lnTo>
                    <a:pt x="361" y="337"/>
                  </a:lnTo>
                  <a:lnTo>
                    <a:pt x="316" y="450"/>
                  </a:lnTo>
                  <a:lnTo>
                    <a:pt x="1" y="2203"/>
                  </a:lnTo>
                  <a:lnTo>
                    <a:pt x="1" y="2316"/>
                  </a:lnTo>
                  <a:lnTo>
                    <a:pt x="1" y="2451"/>
                  </a:lnTo>
                  <a:lnTo>
                    <a:pt x="23" y="2563"/>
                  </a:lnTo>
                  <a:lnTo>
                    <a:pt x="68" y="2675"/>
                  </a:lnTo>
                  <a:lnTo>
                    <a:pt x="136" y="2765"/>
                  </a:lnTo>
                  <a:lnTo>
                    <a:pt x="226" y="2855"/>
                  </a:lnTo>
                  <a:lnTo>
                    <a:pt x="316" y="2923"/>
                  </a:lnTo>
                  <a:lnTo>
                    <a:pt x="428" y="2968"/>
                  </a:lnTo>
                  <a:lnTo>
                    <a:pt x="563" y="2990"/>
                  </a:lnTo>
                  <a:lnTo>
                    <a:pt x="675" y="2968"/>
                  </a:lnTo>
                  <a:lnTo>
                    <a:pt x="788" y="2945"/>
                  </a:lnTo>
                  <a:lnTo>
                    <a:pt x="900" y="2900"/>
                  </a:lnTo>
                  <a:lnTo>
                    <a:pt x="1012" y="2833"/>
                  </a:lnTo>
                  <a:lnTo>
                    <a:pt x="1102" y="2743"/>
                  </a:lnTo>
                  <a:lnTo>
                    <a:pt x="1170" y="2653"/>
                  </a:lnTo>
                  <a:lnTo>
                    <a:pt x="1192" y="2540"/>
                  </a:lnTo>
                  <a:lnTo>
                    <a:pt x="1507" y="787"/>
                  </a:lnTo>
                  <a:lnTo>
                    <a:pt x="1529" y="652"/>
                  </a:lnTo>
                  <a:lnTo>
                    <a:pt x="1507" y="540"/>
                  </a:lnTo>
                  <a:lnTo>
                    <a:pt x="1484" y="405"/>
                  </a:lnTo>
                  <a:lnTo>
                    <a:pt x="1440" y="315"/>
                  </a:lnTo>
                  <a:lnTo>
                    <a:pt x="1372" y="203"/>
                  </a:lnTo>
                  <a:lnTo>
                    <a:pt x="1305" y="135"/>
                  </a:lnTo>
                  <a:lnTo>
                    <a:pt x="1192" y="68"/>
                  </a:lnTo>
                  <a:lnTo>
                    <a:pt x="1080" y="23"/>
                  </a:lnTo>
                  <a:lnTo>
                    <a:pt x="967"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5"/>
            <p:cNvSpPr/>
            <p:nvPr/>
          </p:nvSpPr>
          <p:spPr>
            <a:xfrm>
              <a:off x="2419075" y="2277525"/>
              <a:ext cx="66900" cy="202900"/>
            </a:xfrm>
            <a:custGeom>
              <a:avLst/>
              <a:gdLst/>
              <a:ahLst/>
              <a:cxnLst/>
              <a:rect l="l" t="t" r="r" b="b"/>
              <a:pathLst>
                <a:path w="2676" h="8116" extrusionOk="0">
                  <a:moveTo>
                    <a:pt x="1979" y="1"/>
                  </a:moveTo>
                  <a:lnTo>
                    <a:pt x="1867" y="23"/>
                  </a:lnTo>
                  <a:lnTo>
                    <a:pt x="1754" y="68"/>
                  </a:lnTo>
                  <a:lnTo>
                    <a:pt x="1664" y="113"/>
                  </a:lnTo>
                  <a:lnTo>
                    <a:pt x="1574" y="203"/>
                  </a:lnTo>
                  <a:lnTo>
                    <a:pt x="1530" y="315"/>
                  </a:lnTo>
                  <a:lnTo>
                    <a:pt x="1485" y="450"/>
                  </a:lnTo>
                  <a:lnTo>
                    <a:pt x="1282" y="1304"/>
                  </a:lnTo>
                  <a:lnTo>
                    <a:pt x="1125" y="2181"/>
                  </a:lnTo>
                  <a:lnTo>
                    <a:pt x="788" y="3912"/>
                  </a:lnTo>
                  <a:lnTo>
                    <a:pt x="451" y="5643"/>
                  </a:lnTo>
                  <a:lnTo>
                    <a:pt x="248" y="6497"/>
                  </a:lnTo>
                  <a:lnTo>
                    <a:pt x="23" y="7351"/>
                  </a:lnTo>
                  <a:lnTo>
                    <a:pt x="1" y="7509"/>
                  </a:lnTo>
                  <a:lnTo>
                    <a:pt x="23" y="7621"/>
                  </a:lnTo>
                  <a:lnTo>
                    <a:pt x="46" y="7733"/>
                  </a:lnTo>
                  <a:lnTo>
                    <a:pt x="91" y="7846"/>
                  </a:lnTo>
                  <a:lnTo>
                    <a:pt x="181" y="7936"/>
                  </a:lnTo>
                  <a:lnTo>
                    <a:pt x="271" y="8003"/>
                  </a:lnTo>
                  <a:lnTo>
                    <a:pt x="361" y="8071"/>
                  </a:lnTo>
                  <a:lnTo>
                    <a:pt x="473" y="8093"/>
                  </a:lnTo>
                  <a:lnTo>
                    <a:pt x="585" y="8116"/>
                  </a:lnTo>
                  <a:lnTo>
                    <a:pt x="810" y="8116"/>
                  </a:lnTo>
                  <a:lnTo>
                    <a:pt x="923" y="8071"/>
                  </a:lnTo>
                  <a:lnTo>
                    <a:pt x="1013" y="8003"/>
                  </a:lnTo>
                  <a:lnTo>
                    <a:pt x="1102" y="7936"/>
                  </a:lnTo>
                  <a:lnTo>
                    <a:pt x="1170" y="7823"/>
                  </a:lnTo>
                  <a:lnTo>
                    <a:pt x="1215" y="7688"/>
                  </a:lnTo>
                  <a:lnTo>
                    <a:pt x="1440" y="6834"/>
                  </a:lnTo>
                  <a:lnTo>
                    <a:pt x="1642" y="5980"/>
                  </a:lnTo>
                  <a:lnTo>
                    <a:pt x="1979" y="4249"/>
                  </a:lnTo>
                  <a:lnTo>
                    <a:pt x="2316" y="2496"/>
                  </a:lnTo>
                  <a:lnTo>
                    <a:pt x="2496" y="1642"/>
                  </a:lnTo>
                  <a:lnTo>
                    <a:pt x="2676" y="765"/>
                  </a:lnTo>
                  <a:lnTo>
                    <a:pt x="2676" y="630"/>
                  </a:lnTo>
                  <a:lnTo>
                    <a:pt x="2676" y="495"/>
                  </a:lnTo>
                  <a:lnTo>
                    <a:pt x="2631" y="383"/>
                  </a:lnTo>
                  <a:lnTo>
                    <a:pt x="2586" y="293"/>
                  </a:lnTo>
                  <a:lnTo>
                    <a:pt x="2496" y="203"/>
                  </a:lnTo>
                  <a:lnTo>
                    <a:pt x="2406" y="113"/>
                  </a:lnTo>
                  <a:lnTo>
                    <a:pt x="2316" y="68"/>
                  </a:lnTo>
                  <a:lnTo>
                    <a:pt x="2204" y="23"/>
                  </a:lnTo>
                  <a:lnTo>
                    <a:pt x="2092"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15"/>
            <p:cNvSpPr/>
            <p:nvPr/>
          </p:nvSpPr>
          <p:spPr>
            <a:xfrm>
              <a:off x="2517425" y="2179750"/>
              <a:ext cx="48925" cy="91625"/>
            </a:xfrm>
            <a:custGeom>
              <a:avLst/>
              <a:gdLst/>
              <a:ahLst/>
              <a:cxnLst/>
              <a:rect l="l" t="t" r="r" b="b"/>
              <a:pathLst>
                <a:path w="1957" h="3665" extrusionOk="0">
                  <a:moveTo>
                    <a:pt x="1282" y="0"/>
                  </a:moveTo>
                  <a:lnTo>
                    <a:pt x="1170" y="23"/>
                  </a:lnTo>
                  <a:lnTo>
                    <a:pt x="1057" y="68"/>
                  </a:lnTo>
                  <a:lnTo>
                    <a:pt x="945" y="113"/>
                  </a:lnTo>
                  <a:lnTo>
                    <a:pt x="855" y="203"/>
                  </a:lnTo>
                  <a:lnTo>
                    <a:pt x="788" y="315"/>
                  </a:lnTo>
                  <a:lnTo>
                    <a:pt x="743" y="427"/>
                  </a:lnTo>
                  <a:lnTo>
                    <a:pt x="23" y="2923"/>
                  </a:lnTo>
                  <a:lnTo>
                    <a:pt x="1" y="3057"/>
                  </a:lnTo>
                  <a:lnTo>
                    <a:pt x="1" y="3170"/>
                  </a:lnTo>
                  <a:lnTo>
                    <a:pt x="23" y="3282"/>
                  </a:lnTo>
                  <a:lnTo>
                    <a:pt x="68" y="3395"/>
                  </a:lnTo>
                  <a:lnTo>
                    <a:pt x="158" y="3484"/>
                  </a:lnTo>
                  <a:lnTo>
                    <a:pt x="248" y="3552"/>
                  </a:lnTo>
                  <a:lnTo>
                    <a:pt x="338" y="3619"/>
                  </a:lnTo>
                  <a:lnTo>
                    <a:pt x="450" y="3642"/>
                  </a:lnTo>
                  <a:lnTo>
                    <a:pt x="563" y="3664"/>
                  </a:lnTo>
                  <a:lnTo>
                    <a:pt x="788" y="3664"/>
                  </a:lnTo>
                  <a:lnTo>
                    <a:pt x="900" y="3619"/>
                  </a:lnTo>
                  <a:lnTo>
                    <a:pt x="990" y="3552"/>
                  </a:lnTo>
                  <a:lnTo>
                    <a:pt x="1080" y="3484"/>
                  </a:lnTo>
                  <a:lnTo>
                    <a:pt x="1170" y="3372"/>
                  </a:lnTo>
                  <a:lnTo>
                    <a:pt x="1215" y="3237"/>
                  </a:lnTo>
                  <a:lnTo>
                    <a:pt x="1934" y="765"/>
                  </a:lnTo>
                  <a:lnTo>
                    <a:pt x="1956" y="630"/>
                  </a:lnTo>
                  <a:lnTo>
                    <a:pt x="1956" y="495"/>
                  </a:lnTo>
                  <a:lnTo>
                    <a:pt x="1934" y="382"/>
                  </a:lnTo>
                  <a:lnTo>
                    <a:pt x="1867" y="292"/>
                  </a:lnTo>
                  <a:lnTo>
                    <a:pt x="1799" y="203"/>
                  </a:lnTo>
                  <a:lnTo>
                    <a:pt x="1709" y="113"/>
                  </a:lnTo>
                  <a:lnTo>
                    <a:pt x="1619" y="68"/>
                  </a:lnTo>
                  <a:lnTo>
                    <a:pt x="1507" y="23"/>
                  </a:lnTo>
                  <a:lnTo>
                    <a:pt x="1394"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15"/>
            <p:cNvSpPr/>
            <p:nvPr/>
          </p:nvSpPr>
          <p:spPr>
            <a:xfrm>
              <a:off x="2398850" y="2697875"/>
              <a:ext cx="53425" cy="120850"/>
            </a:xfrm>
            <a:custGeom>
              <a:avLst/>
              <a:gdLst/>
              <a:ahLst/>
              <a:cxnLst/>
              <a:rect l="l" t="t" r="r" b="b"/>
              <a:pathLst>
                <a:path w="2137" h="4834" extrusionOk="0">
                  <a:moveTo>
                    <a:pt x="1417" y="1"/>
                  </a:moveTo>
                  <a:lnTo>
                    <a:pt x="1304" y="23"/>
                  </a:lnTo>
                  <a:lnTo>
                    <a:pt x="1192" y="68"/>
                  </a:lnTo>
                  <a:lnTo>
                    <a:pt x="1102" y="113"/>
                  </a:lnTo>
                  <a:lnTo>
                    <a:pt x="1035" y="203"/>
                  </a:lnTo>
                  <a:lnTo>
                    <a:pt x="990" y="316"/>
                  </a:lnTo>
                  <a:lnTo>
                    <a:pt x="945" y="451"/>
                  </a:lnTo>
                  <a:lnTo>
                    <a:pt x="855" y="900"/>
                  </a:lnTo>
                  <a:lnTo>
                    <a:pt x="743" y="1372"/>
                  </a:lnTo>
                  <a:lnTo>
                    <a:pt x="495" y="2249"/>
                  </a:lnTo>
                  <a:lnTo>
                    <a:pt x="248" y="3148"/>
                  </a:lnTo>
                  <a:lnTo>
                    <a:pt x="113" y="3598"/>
                  </a:lnTo>
                  <a:lnTo>
                    <a:pt x="23" y="4070"/>
                  </a:lnTo>
                  <a:lnTo>
                    <a:pt x="1" y="4205"/>
                  </a:lnTo>
                  <a:lnTo>
                    <a:pt x="23" y="4339"/>
                  </a:lnTo>
                  <a:lnTo>
                    <a:pt x="46" y="4452"/>
                  </a:lnTo>
                  <a:lnTo>
                    <a:pt x="113" y="4542"/>
                  </a:lnTo>
                  <a:lnTo>
                    <a:pt x="181" y="4632"/>
                  </a:lnTo>
                  <a:lnTo>
                    <a:pt x="270" y="4722"/>
                  </a:lnTo>
                  <a:lnTo>
                    <a:pt x="383" y="4767"/>
                  </a:lnTo>
                  <a:lnTo>
                    <a:pt x="495" y="4811"/>
                  </a:lnTo>
                  <a:lnTo>
                    <a:pt x="608" y="4834"/>
                  </a:lnTo>
                  <a:lnTo>
                    <a:pt x="720" y="4834"/>
                  </a:lnTo>
                  <a:lnTo>
                    <a:pt x="832" y="4811"/>
                  </a:lnTo>
                  <a:lnTo>
                    <a:pt x="922" y="4767"/>
                  </a:lnTo>
                  <a:lnTo>
                    <a:pt x="1035" y="4722"/>
                  </a:lnTo>
                  <a:lnTo>
                    <a:pt x="1102" y="4632"/>
                  </a:lnTo>
                  <a:lnTo>
                    <a:pt x="1170" y="4519"/>
                  </a:lnTo>
                  <a:lnTo>
                    <a:pt x="1215" y="4384"/>
                  </a:lnTo>
                  <a:lnTo>
                    <a:pt x="1304" y="3935"/>
                  </a:lnTo>
                  <a:lnTo>
                    <a:pt x="1439" y="3485"/>
                  </a:lnTo>
                  <a:lnTo>
                    <a:pt x="1687" y="2586"/>
                  </a:lnTo>
                  <a:lnTo>
                    <a:pt x="1934" y="1687"/>
                  </a:lnTo>
                  <a:lnTo>
                    <a:pt x="2046" y="1237"/>
                  </a:lnTo>
                  <a:lnTo>
                    <a:pt x="2136" y="788"/>
                  </a:lnTo>
                  <a:lnTo>
                    <a:pt x="2136" y="630"/>
                  </a:lnTo>
                  <a:lnTo>
                    <a:pt x="2136" y="518"/>
                  </a:lnTo>
                  <a:lnTo>
                    <a:pt x="2091" y="383"/>
                  </a:lnTo>
                  <a:lnTo>
                    <a:pt x="2024" y="293"/>
                  </a:lnTo>
                  <a:lnTo>
                    <a:pt x="1934" y="203"/>
                  </a:lnTo>
                  <a:lnTo>
                    <a:pt x="1844" y="136"/>
                  </a:lnTo>
                  <a:lnTo>
                    <a:pt x="1754" y="68"/>
                  </a:lnTo>
                  <a:lnTo>
                    <a:pt x="1642" y="23"/>
                  </a:lnTo>
                  <a:lnTo>
                    <a:pt x="1529"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5"/>
            <p:cNvSpPr/>
            <p:nvPr/>
          </p:nvSpPr>
          <p:spPr>
            <a:xfrm>
              <a:off x="2753450" y="2126925"/>
              <a:ext cx="46125" cy="122525"/>
            </a:xfrm>
            <a:custGeom>
              <a:avLst/>
              <a:gdLst/>
              <a:ahLst/>
              <a:cxnLst/>
              <a:rect l="l" t="t" r="r" b="b"/>
              <a:pathLst>
                <a:path w="1845" h="4901" extrusionOk="0">
                  <a:moveTo>
                    <a:pt x="1013" y="0"/>
                  </a:moveTo>
                  <a:lnTo>
                    <a:pt x="923" y="45"/>
                  </a:lnTo>
                  <a:lnTo>
                    <a:pt x="833" y="113"/>
                  </a:lnTo>
                  <a:lnTo>
                    <a:pt x="743" y="203"/>
                  </a:lnTo>
                  <a:lnTo>
                    <a:pt x="675" y="292"/>
                  </a:lnTo>
                  <a:lnTo>
                    <a:pt x="630" y="427"/>
                  </a:lnTo>
                  <a:lnTo>
                    <a:pt x="451" y="1394"/>
                  </a:lnTo>
                  <a:lnTo>
                    <a:pt x="271" y="2361"/>
                  </a:lnTo>
                  <a:lnTo>
                    <a:pt x="113" y="3327"/>
                  </a:lnTo>
                  <a:lnTo>
                    <a:pt x="1" y="4316"/>
                  </a:lnTo>
                  <a:lnTo>
                    <a:pt x="1" y="4451"/>
                  </a:lnTo>
                  <a:lnTo>
                    <a:pt x="23" y="4563"/>
                  </a:lnTo>
                  <a:lnTo>
                    <a:pt x="68" y="4676"/>
                  </a:lnTo>
                  <a:lnTo>
                    <a:pt x="136" y="4766"/>
                  </a:lnTo>
                  <a:lnTo>
                    <a:pt x="226" y="4811"/>
                  </a:lnTo>
                  <a:lnTo>
                    <a:pt x="316" y="4856"/>
                  </a:lnTo>
                  <a:lnTo>
                    <a:pt x="428" y="4901"/>
                  </a:lnTo>
                  <a:lnTo>
                    <a:pt x="653" y="4901"/>
                  </a:lnTo>
                  <a:lnTo>
                    <a:pt x="765" y="4856"/>
                  </a:lnTo>
                  <a:lnTo>
                    <a:pt x="878" y="4811"/>
                  </a:lnTo>
                  <a:lnTo>
                    <a:pt x="990" y="4743"/>
                  </a:lnTo>
                  <a:lnTo>
                    <a:pt x="1080" y="4676"/>
                  </a:lnTo>
                  <a:lnTo>
                    <a:pt x="1147" y="4563"/>
                  </a:lnTo>
                  <a:lnTo>
                    <a:pt x="1192" y="4451"/>
                  </a:lnTo>
                  <a:lnTo>
                    <a:pt x="1237" y="4316"/>
                  </a:lnTo>
                  <a:lnTo>
                    <a:pt x="1350" y="3417"/>
                  </a:lnTo>
                  <a:lnTo>
                    <a:pt x="1485" y="2540"/>
                  </a:lnTo>
                  <a:lnTo>
                    <a:pt x="1642" y="1641"/>
                  </a:lnTo>
                  <a:lnTo>
                    <a:pt x="1822" y="764"/>
                  </a:lnTo>
                  <a:lnTo>
                    <a:pt x="1844" y="630"/>
                  </a:lnTo>
                  <a:lnTo>
                    <a:pt x="1844" y="495"/>
                  </a:lnTo>
                  <a:lnTo>
                    <a:pt x="1799" y="382"/>
                  </a:lnTo>
                  <a:lnTo>
                    <a:pt x="1732" y="270"/>
                  </a:lnTo>
                  <a:lnTo>
                    <a:pt x="1664" y="180"/>
                  </a:lnTo>
                  <a:lnTo>
                    <a:pt x="1574" y="113"/>
                  </a:lnTo>
                  <a:lnTo>
                    <a:pt x="1462" y="45"/>
                  </a:lnTo>
                  <a:lnTo>
                    <a:pt x="1350" y="23"/>
                  </a:lnTo>
                  <a:lnTo>
                    <a:pt x="1237"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5"/>
            <p:cNvSpPr/>
            <p:nvPr/>
          </p:nvSpPr>
          <p:spPr>
            <a:xfrm>
              <a:off x="2583175" y="2718675"/>
              <a:ext cx="34875" cy="154000"/>
            </a:xfrm>
            <a:custGeom>
              <a:avLst/>
              <a:gdLst/>
              <a:ahLst/>
              <a:cxnLst/>
              <a:rect l="l" t="t" r="r" b="b"/>
              <a:pathLst>
                <a:path w="1395" h="6160" extrusionOk="0">
                  <a:moveTo>
                    <a:pt x="765" y="1"/>
                  </a:moveTo>
                  <a:lnTo>
                    <a:pt x="653" y="23"/>
                  </a:lnTo>
                  <a:lnTo>
                    <a:pt x="540" y="46"/>
                  </a:lnTo>
                  <a:lnTo>
                    <a:pt x="428" y="91"/>
                  </a:lnTo>
                  <a:lnTo>
                    <a:pt x="338" y="158"/>
                  </a:lnTo>
                  <a:lnTo>
                    <a:pt x="271" y="248"/>
                  </a:lnTo>
                  <a:lnTo>
                    <a:pt x="203" y="338"/>
                  </a:lnTo>
                  <a:lnTo>
                    <a:pt x="158" y="473"/>
                  </a:lnTo>
                  <a:lnTo>
                    <a:pt x="158" y="608"/>
                  </a:lnTo>
                  <a:lnTo>
                    <a:pt x="136" y="1844"/>
                  </a:lnTo>
                  <a:lnTo>
                    <a:pt x="91" y="3080"/>
                  </a:lnTo>
                  <a:lnTo>
                    <a:pt x="46" y="4317"/>
                  </a:lnTo>
                  <a:lnTo>
                    <a:pt x="1" y="5553"/>
                  </a:lnTo>
                  <a:lnTo>
                    <a:pt x="1" y="5710"/>
                  </a:lnTo>
                  <a:lnTo>
                    <a:pt x="46" y="5823"/>
                  </a:lnTo>
                  <a:lnTo>
                    <a:pt x="113" y="5935"/>
                  </a:lnTo>
                  <a:lnTo>
                    <a:pt x="181" y="6003"/>
                  </a:lnTo>
                  <a:lnTo>
                    <a:pt x="271" y="6070"/>
                  </a:lnTo>
                  <a:lnTo>
                    <a:pt x="383" y="6115"/>
                  </a:lnTo>
                  <a:lnTo>
                    <a:pt x="495" y="6160"/>
                  </a:lnTo>
                  <a:lnTo>
                    <a:pt x="608" y="6160"/>
                  </a:lnTo>
                  <a:lnTo>
                    <a:pt x="720" y="6137"/>
                  </a:lnTo>
                  <a:lnTo>
                    <a:pt x="833" y="6115"/>
                  </a:lnTo>
                  <a:lnTo>
                    <a:pt x="945" y="6070"/>
                  </a:lnTo>
                  <a:lnTo>
                    <a:pt x="1035" y="6003"/>
                  </a:lnTo>
                  <a:lnTo>
                    <a:pt x="1102" y="5935"/>
                  </a:lnTo>
                  <a:lnTo>
                    <a:pt x="1170" y="5823"/>
                  </a:lnTo>
                  <a:lnTo>
                    <a:pt x="1215" y="5710"/>
                  </a:lnTo>
                  <a:lnTo>
                    <a:pt x="1237" y="5553"/>
                  </a:lnTo>
                  <a:lnTo>
                    <a:pt x="1282" y="4317"/>
                  </a:lnTo>
                  <a:lnTo>
                    <a:pt x="1327" y="3080"/>
                  </a:lnTo>
                  <a:lnTo>
                    <a:pt x="1372" y="1844"/>
                  </a:lnTo>
                  <a:lnTo>
                    <a:pt x="1395" y="608"/>
                  </a:lnTo>
                  <a:lnTo>
                    <a:pt x="1372" y="473"/>
                  </a:lnTo>
                  <a:lnTo>
                    <a:pt x="1327" y="338"/>
                  </a:lnTo>
                  <a:lnTo>
                    <a:pt x="1282" y="248"/>
                  </a:lnTo>
                  <a:lnTo>
                    <a:pt x="1192" y="158"/>
                  </a:lnTo>
                  <a:lnTo>
                    <a:pt x="1102" y="91"/>
                  </a:lnTo>
                  <a:lnTo>
                    <a:pt x="990" y="46"/>
                  </a:lnTo>
                  <a:lnTo>
                    <a:pt x="878" y="23"/>
                  </a:lnTo>
                  <a:lnTo>
                    <a:pt x="765"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5"/>
            <p:cNvSpPr/>
            <p:nvPr/>
          </p:nvSpPr>
          <p:spPr>
            <a:xfrm>
              <a:off x="2602850" y="1700375"/>
              <a:ext cx="49475" cy="70275"/>
            </a:xfrm>
            <a:custGeom>
              <a:avLst/>
              <a:gdLst/>
              <a:ahLst/>
              <a:cxnLst/>
              <a:rect l="l" t="t" r="r" b="b"/>
              <a:pathLst>
                <a:path w="1979" h="2811" extrusionOk="0">
                  <a:moveTo>
                    <a:pt x="1327" y="1"/>
                  </a:moveTo>
                  <a:lnTo>
                    <a:pt x="1214" y="23"/>
                  </a:lnTo>
                  <a:lnTo>
                    <a:pt x="1102" y="46"/>
                  </a:lnTo>
                  <a:lnTo>
                    <a:pt x="1012" y="113"/>
                  </a:lnTo>
                  <a:lnTo>
                    <a:pt x="922" y="203"/>
                  </a:lnTo>
                  <a:lnTo>
                    <a:pt x="832" y="315"/>
                  </a:lnTo>
                  <a:lnTo>
                    <a:pt x="68" y="1866"/>
                  </a:lnTo>
                  <a:lnTo>
                    <a:pt x="23" y="2001"/>
                  </a:lnTo>
                  <a:lnTo>
                    <a:pt x="1" y="2136"/>
                  </a:lnTo>
                  <a:lnTo>
                    <a:pt x="1" y="2248"/>
                  </a:lnTo>
                  <a:lnTo>
                    <a:pt x="46" y="2361"/>
                  </a:lnTo>
                  <a:lnTo>
                    <a:pt x="91" y="2473"/>
                  </a:lnTo>
                  <a:lnTo>
                    <a:pt x="158" y="2563"/>
                  </a:lnTo>
                  <a:lnTo>
                    <a:pt x="248" y="2653"/>
                  </a:lnTo>
                  <a:lnTo>
                    <a:pt x="338" y="2721"/>
                  </a:lnTo>
                  <a:lnTo>
                    <a:pt x="450" y="2766"/>
                  </a:lnTo>
                  <a:lnTo>
                    <a:pt x="540" y="2810"/>
                  </a:lnTo>
                  <a:lnTo>
                    <a:pt x="765" y="2810"/>
                  </a:lnTo>
                  <a:lnTo>
                    <a:pt x="877" y="2766"/>
                  </a:lnTo>
                  <a:lnTo>
                    <a:pt x="967" y="2698"/>
                  </a:lnTo>
                  <a:lnTo>
                    <a:pt x="1057" y="2608"/>
                  </a:lnTo>
                  <a:lnTo>
                    <a:pt x="1147" y="2496"/>
                  </a:lnTo>
                  <a:lnTo>
                    <a:pt x="1911" y="945"/>
                  </a:lnTo>
                  <a:lnTo>
                    <a:pt x="1956" y="810"/>
                  </a:lnTo>
                  <a:lnTo>
                    <a:pt x="1979" y="697"/>
                  </a:lnTo>
                  <a:lnTo>
                    <a:pt x="1979" y="563"/>
                  </a:lnTo>
                  <a:lnTo>
                    <a:pt x="1934" y="450"/>
                  </a:lnTo>
                  <a:lnTo>
                    <a:pt x="1889" y="338"/>
                  </a:lnTo>
                  <a:lnTo>
                    <a:pt x="1821" y="248"/>
                  </a:lnTo>
                  <a:lnTo>
                    <a:pt x="1731" y="180"/>
                  </a:lnTo>
                  <a:lnTo>
                    <a:pt x="1642" y="113"/>
                  </a:lnTo>
                  <a:lnTo>
                    <a:pt x="1529" y="46"/>
                  </a:lnTo>
                  <a:lnTo>
                    <a:pt x="1439" y="23"/>
                  </a:lnTo>
                  <a:lnTo>
                    <a:pt x="1327"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15"/>
            <p:cNvSpPr/>
            <p:nvPr/>
          </p:nvSpPr>
          <p:spPr>
            <a:xfrm>
              <a:off x="4618650" y="1496375"/>
              <a:ext cx="604725" cy="1495450"/>
            </a:xfrm>
            <a:custGeom>
              <a:avLst/>
              <a:gdLst/>
              <a:ahLst/>
              <a:cxnLst/>
              <a:rect l="l" t="t" r="r" b="b"/>
              <a:pathLst>
                <a:path w="24189" h="59818" extrusionOk="0">
                  <a:moveTo>
                    <a:pt x="7981" y="1"/>
                  </a:moveTo>
                  <a:lnTo>
                    <a:pt x="7621" y="23"/>
                  </a:lnTo>
                  <a:lnTo>
                    <a:pt x="7239" y="68"/>
                  </a:lnTo>
                  <a:lnTo>
                    <a:pt x="6834" y="113"/>
                  </a:lnTo>
                  <a:lnTo>
                    <a:pt x="6475" y="180"/>
                  </a:lnTo>
                  <a:lnTo>
                    <a:pt x="6115" y="248"/>
                  </a:lnTo>
                  <a:lnTo>
                    <a:pt x="5755" y="360"/>
                  </a:lnTo>
                  <a:lnTo>
                    <a:pt x="5441" y="450"/>
                  </a:lnTo>
                  <a:lnTo>
                    <a:pt x="5104" y="563"/>
                  </a:lnTo>
                  <a:lnTo>
                    <a:pt x="4789" y="698"/>
                  </a:lnTo>
                  <a:lnTo>
                    <a:pt x="4497" y="832"/>
                  </a:lnTo>
                  <a:lnTo>
                    <a:pt x="4204" y="990"/>
                  </a:lnTo>
                  <a:lnTo>
                    <a:pt x="3935" y="1147"/>
                  </a:lnTo>
                  <a:lnTo>
                    <a:pt x="3665" y="1304"/>
                  </a:lnTo>
                  <a:lnTo>
                    <a:pt x="3418" y="1484"/>
                  </a:lnTo>
                  <a:lnTo>
                    <a:pt x="3170" y="1687"/>
                  </a:lnTo>
                  <a:lnTo>
                    <a:pt x="2946" y="1866"/>
                  </a:lnTo>
                  <a:lnTo>
                    <a:pt x="2721" y="2091"/>
                  </a:lnTo>
                  <a:lnTo>
                    <a:pt x="2496" y="2294"/>
                  </a:lnTo>
                  <a:lnTo>
                    <a:pt x="2114" y="2766"/>
                  </a:lnTo>
                  <a:lnTo>
                    <a:pt x="1754" y="3238"/>
                  </a:lnTo>
                  <a:lnTo>
                    <a:pt x="1439" y="3755"/>
                  </a:lnTo>
                  <a:lnTo>
                    <a:pt x="1147" y="4317"/>
                  </a:lnTo>
                  <a:lnTo>
                    <a:pt x="900" y="4879"/>
                  </a:lnTo>
                  <a:lnTo>
                    <a:pt x="698" y="5463"/>
                  </a:lnTo>
                  <a:lnTo>
                    <a:pt x="518" y="6070"/>
                  </a:lnTo>
                  <a:lnTo>
                    <a:pt x="360" y="6699"/>
                  </a:lnTo>
                  <a:lnTo>
                    <a:pt x="226" y="7351"/>
                  </a:lnTo>
                  <a:lnTo>
                    <a:pt x="136" y="8003"/>
                  </a:lnTo>
                  <a:lnTo>
                    <a:pt x="68" y="8655"/>
                  </a:lnTo>
                  <a:lnTo>
                    <a:pt x="23" y="9329"/>
                  </a:lnTo>
                  <a:lnTo>
                    <a:pt x="1" y="10004"/>
                  </a:lnTo>
                  <a:lnTo>
                    <a:pt x="1" y="10678"/>
                  </a:lnTo>
                  <a:lnTo>
                    <a:pt x="23" y="11353"/>
                  </a:lnTo>
                  <a:lnTo>
                    <a:pt x="68" y="12049"/>
                  </a:lnTo>
                  <a:lnTo>
                    <a:pt x="113" y="12701"/>
                  </a:lnTo>
                  <a:lnTo>
                    <a:pt x="203" y="13376"/>
                  </a:lnTo>
                  <a:lnTo>
                    <a:pt x="293" y="14028"/>
                  </a:lnTo>
                  <a:lnTo>
                    <a:pt x="383" y="14680"/>
                  </a:lnTo>
                  <a:lnTo>
                    <a:pt x="495" y="15309"/>
                  </a:lnTo>
                  <a:lnTo>
                    <a:pt x="630" y="15916"/>
                  </a:lnTo>
                  <a:lnTo>
                    <a:pt x="900" y="17107"/>
                  </a:lnTo>
                  <a:lnTo>
                    <a:pt x="1215" y="18321"/>
                  </a:lnTo>
                  <a:lnTo>
                    <a:pt x="1552" y="19513"/>
                  </a:lnTo>
                  <a:lnTo>
                    <a:pt x="2249" y="21940"/>
                  </a:lnTo>
                  <a:lnTo>
                    <a:pt x="3665" y="26751"/>
                  </a:lnTo>
                  <a:lnTo>
                    <a:pt x="4362" y="29179"/>
                  </a:lnTo>
                  <a:lnTo>
                    <a:pt x="4676" y="30392"/>
                  </a:lnTo>
                  <a:lnTo>
                    <a:pt x="4991" y="31606"/>
                  </a:lnTo>
                  <a:lnTo>
                    <a:pt x="5306" y="32820"/>
                  </a:lnTo>
                  <a:lnTo>
                    <a:pt x="5576" y="34034"/>
                  </a:lnTo>
                  <a:lnTo>
                    <a:pt x="5845" y="35270"/>
                  </a:lnTo>
                  <a:lnTo>
                    <a:pt x="6093" y="36507"/>
                  </a:lnTo>
                  <a:lnTo>
                    <a:pt x="6205" y="37249"/>
                  </a:lnTo>
                  <a:lnTo>
                    <a:pt x="6317" y="38238"/>
                  </a:lnTo>
                  <a:lnTo>
                    <a:pt x="6452" y="39429"/>
                  </a:lnTo>
                  <a:lnTo>
                    <a:pt x="6565" y="40778"/>
                  </a:lnTo>
                  <a:lnTo>
                    <a:pt x="6812" y="43790"/>
                  </a:lnTo>
                  <a:lnTo>
                    <a:pt x="7037" y="46959"/>
                  </a:lnTo>
                  <a:lnTo>
                    <a:pt x="7419" y="52534"/>
                  </a:lnTo>
                  <a:lnTo>
                    <a:pt x="7554" y="54940"/>
                  </a:lnTo>
                  <a:lnTo>
                    <a:pt x="8228" y="55546"/>
                  </a:lnTo>
                  <a:lnTo>
                    <a:pt x="8902" y="56086"/>
                  </a:lnTo>
                  <a:lnTo>
                    <a:pt x="9599" y="56581"/>
                  </a:lnTo>
                  <a:lnTo>
                    <a:pt x="10319" y="57008"/>
                  </a:lnTo>
                  <a:lnTo>
                    <a:pt x="11016" y="57390"/>
                  </a:lnTo>
                  <a:lnTo>
                    <a:pt x="11757" y="57749"/>
                  </a:lnTo>
                  <a:lnTo>
                    <a:pt x="12499" y="58042"/>
                  </a:lnTo>
                  <a:lnTo>
                    <a:pt x="13241" y="58311"/>
                  </a:lnTo>
                  <a:lnTo>
                    <a:pt x="14028" y="58559"/>
                  </a:lnTo>
                  <a:lnTo>
                    <a:pt x="14814" y="58761"/>
                  </a:lnTo>
                  <a:lnTo>
                    <a:pt x="15624" y="58963"/>
                  </a:lnTo>
                  <a:lnTo>
                    <a:pt x="16455" y="59121"/>
                  </a:lnTo>
                  <a:lnTo>
                    <a:pt x="17310" y="59278"/>
                  </a:lnTo>
                  <a:lnTo>
                    <a:pt x="18186" y="59435"/>
                  </a:lnTo>
                  <a:lnTo>
                    <a:pt x="20007" y="59728"/>
                  </a:lnTo>
                  <a:lnTo>
                    <a:pt x="20614" y="59818"/>
                  </a:lnTo>
                  <a:lnTo>
                    <a:pt x="21154" y="59818"/>
                  </a:lnTo>
                  <a:lnTo>
                    <a:pt x="21401" y="59795"/>
                  </a:lnTo>
                  <a:lnTo>
                    <a:pt x="21648" y="59773"/>
                  </a:lnTo>
                  <a:lnTo>
                    <a:pt x="21873" y="59728"/>
                  </a:lnTo>
                  <a:lnTo>
                    <a:pt x="22075" y="59683"/>
                  </a:lnTo>
                  <a:lnTo>
                    <a:pt x="22277" y="59615"/>
                  </a:lnTo>
                  <a:lnTo>
                    <a:pt x="22457" y="59525"/>
                  </a:lnTo>
                  <a:lnTo>
                    <a:pt x="22637" y="59435"/>
                  </a:lnTo>
                  <a:lnTo>
                    <a:pt x="22795" y="59345"/>
                  </a:lnTo>
                  <a:lnTo>
                    <a:pt x="22952" y="59211"/>
                  </a:lnTo>
                  <a:lnTo>
                    <a:pt x="23087" y="59098"/>
                  </a:lnTo>
                  <a:lnTo>
                    <a:pt x="23222" y="58941"/>
                  </a:lnTo>
                  <a:lnTo>
                    <a:pt x="23334" y="58806"/>
                  </a:lnTo>
                  <a:lnTo>
                    <a:pt x="23446" y="58649"/>
                  </a:lnTo>
                  <a:lnTo>
                    <a:pt x="23536" y="58469"/>
                  </a:lnTo>
                  <a:lnTo>
                    <a:pt x="23716" y="58109"/>
                  </a:lnTo>
                  <a:lnTo>
                    <a:pt x="23851" y="57704"/>
                  </a:lnTo>
                  <a:lnTo>
                    <a:pt x="23963" y="57255"/>
                  </a:lnTo>
                  <a:lnTo>
                    <a:pt x="24053" y="56783"/>
                  </a:lnTo>
                  <a:lnTo>
                    <a:pt x="24121" y="56288"/>
                  </a:lnTo>
                  <a:lnTo>
                    <a:pt x="24143" y="55749"/>
                  </a:lnTo>
                  <a:lnTo>
                    <a:pt x="24166" y="55187"/>
                  </a:lnTo>
                  <a:lnTo>
                    <a:pt x="24188" y="53096"/>
                  </a:lnTo>
                  <a:lnTo>
                    <a:pt x="24166" y="51006"/>
                  </a:lnTo>
                  <a:lnTo>
                    <a:pt x="24121" y="48915"/>
                  </a:lnTo>
                  <a:lnTo>
                    <a:pt x="24031" y="46825"/>
                  </a:lnTo>
                  <a:lnTo>
                    <a:pt x="23918" y="44734"/>
                  </a:lnTo>
                  <a:lnTo>
                    <a:pt x="23761" y="42666"/>
                  </a:lnTo>
                  <a:lnTo>
                    <a:pt x="23581" y="40575"/>
                  </a:lnTo>
                  <a:lnTo>
                    <a:pt x="23356" y="38485"/>
                  </a:lnTo>
                  <a:lnTo>
                    <a:pt x="23109" y="36417"/>
                  </a:lnTo>
                  <a:lnTo>
                    <a:pt x="22839" y="34326"/>
                  </a:lnTo>
                  <a:lnTo>
                    <a:pt x="22525" y="32258"/>
                  </a:lnTo>
                  <a:lnTo>
                    <a:pt x="22210" y="30190"/>
                  </a:lnTo>
                  <a:lnTo>
                    <a:pt x="21850" y="28122"/>
                  </a:lnTo>
                  <a:lnTo>
                    <a:pt x="21468" y="26076"/>
                  </a:lnTo>
                  <a:lnTo>
                    <a:pt x="21086" y="24031"/>
                  </a:lnTo>
                  <a:lnTo>
                    <a:pt x="20659" y="21985"/>
                  </a:lnTo>
                  <a:lnTo>
                    <a:pt x="20434" y="20974"/>
                  </a:lnTo>
                  <a:lnTo>
                    <a:pt x="20209" y="19962"/>
                  </a:lnTo>
                  <a:lnTo>
                    <a:pt x="19940" y="18951"/>
                  </a:lnTo>
                  <a:lnTo>
                    <a:pt x="19670" y="17961"/>
                  </a:lnTo>
                  <a:lnTo>
                    <a:pt x="19400" y="16972"/>
                  </a:lnTo>
                  <a:lnTo>
                    <a:pt x="19108" y="15961"/>
                  </a:lnTo>
                  <a:lnTo>
                    <a:pt x="18793" y="14994"/>
                  </a:lnTo>
                  <a:lnTo>
                    <a:pt x="18456" y="14005"/>
                  </a:lnTo>
                  <a:lnTo>
                    <a:pt x="17782" y="12049"/>
                  </a:lnTo>
                  <a:lnTo>
                    <a:pt x="17062" y="10094"/>
                  </a:lnTo>
                  <a:lnTo>
                    <a:pt x="16276" y="8183"/>
                  </a:lnTo>
                  <a:lnTo>
                    <a:pt x="15466" y="6272"/>
                  </a:lnTo>
                  <a:lnTo>
                    <a:pt x="15174" y="5643"/>
                  </a:lnTo>
                  <a:lnTo>
                    <a:pt x="14859" y="5014"/>
                  </a:lnTo>
                  <a:lnTo>
                    <a:pt x="14500" y="4384"/>
                  </a:lnTo>
                  <a:lnTo>
                    <a:pt x="14140" y="3777"/>
                  </a:lnTo>
                  <a:lnTo>
                    <a:pt x="13735" y="3215"/>
                  </a:lnTo>
                  <a:lnTo>
                    <a:pt x="13286" y="2676"/>
                  </a:lnTo>
                  <a:lnTo>
                    <a:pt x="12836" y="2159"/>
                  </a:lnTo>
                  <a:lnTo>
                    <a:pt x="12342" y="1687"/>
                  </a:lnTo>
                  <a:lnTo>
                    <a:pt x="12072" y="1484"/>
                  </a:lnTo>
                  <a:lnTo>
                    <a:pt x="11825" y="1259"/>
                  </a:lnTo>
                  <a:lnTo>
                    <a:pt x="11533" y="1080"/>
                  </a:lnTo>
                  <a:lnTo>
                    <a:pt x="11263" y="900"/>
                  </a:lnTo>
                  <a:lnTo>
                    <a:pt x="10971" y="742"/>
                  </a:lnTo>
                  <a:lnTo>
                    <a:pt x="10678" y="585"/>
                  </a:lnTo>
                  <a:lnTo>
                    <a:pt x="10364" y="450"/>
                  </a:lnTo>
                  <a:lnTo>
                    <a:pt x="10049" y="338"/>
                  </a:lnTo>
                  <a:lnTo>
                    <a:pt x="9734" y="225"/>
                  </a:lnTo>
                  <a:lnTo>
                    <a:pt x="9397" y="158"/>
                  </a:lnTo>
                  <a:lnTo>
                    <a:pt x="9060" y="91"/>
                  </a:lnTo>
                  <a:lnTo>
                    <a:pt x="8700" y="46"/>
                  </a:lnTo>
                  <a:lnTo>
                    <a:pt x="8363" y="23"/>
                  </a:lnTo>
                  <a:lnTo>
                    <a:pt x="7981" y="1"/>
                  </a:lnTo>
                  <a:close/>
                </a:path>
              </a:pathLst>
            </a:custGeom>
            <a:solidFill>
              <a:srgbClr val="759B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5"/>
            <p:cNvSpPr/>
            <p:nvPr/>
          </p:nvSpPr>
          <p:spPr>
            <a:xfrm>
              <a:off x="4760825" y="1498625"/>
              <a:ext cx="271475" cy="1476350"/>
            </a:xfrm>
            <a:custGeom>
              <a:avLst/>
              <a:gdLst/>
              <a:ahLst/>
              <a:cxnLst/>
              <a:rect l="l" t="t" r="r" b="b"/>
              <a:pathLst>
                <a:path w="10859" h="59054" extrusionOk="0">
                  <a:moveTo>
                    <a:pt x="1260" y="1"/>
                  </a:moveTo>
                  <a:lnTo>
                    <a:pt x="608" y="113"/>
                  </a:lnTo>
                  <a:lnTo>
                    <a:pt x="1" y="270"/>
                  </a:lnTo>
                  <a:lnTo>
                    <a:pt x="203" y="945"/>
                  </a:lnTo>
                  <a:lnTo>
                    <a:pt x="428" y="1619"/>
                  </a:lnTo>
                  <a:lnTo>
                    <a:pt x="653" y="2293"/>
                  </a:lnTo>
                  <a:lnTo>
                    <a:pt x="900" y="2968"/>
                  </a:lnTo>
                  <a:lnTo>
                    <a:pt x="1417" y="4294"/>
                  </a:lnTo>
                  <a:lnTo>
                    <a:pt x="1957" y="5620"/>
                  </a:lnTo>
                  <a:lnTo>
                    <a:pt x="2496" y="6924"/>
                  </a:lnTo>
                  <a:lnTo>
                    <a:pt x="2991" y="8250"/>
                  </a:lnTo>
                  <a:lnTo>
                    <a:pt x="3238" y="8925"/>
                  </a:lnTo>
                  <a:lnTo>
                    <a:pt x="3463" y="9599"/>
                  </a:lnTo>
                  <a:lnTo>
                    <a:pt x="3665" y="10274"/>
                  </a:lnTo>
                  <a:lnTo>
                    <a:pt x="3845" y="10948"/>
                  </a:lnTo>
                  <a:lnTo>
                    <a:pt x="4474" y="13488"/>
                  </a:lnTo>
                  <a:lnTo>
                    <a:pt x="5081" y="16051"/>
                  </a:lnTo>
                  <a:lnTo>
                    <a:pt x="5666" y="18613"/>
                  </a:lnTo>
                  <a:lnTo>
                    <a:pt x="6228" y="21176"/>
                  </a:lnTo>
                  <a:lnTo>
                    <a:pt x="6722" y="23738"/>
                  </a:lnTo>
                  <a:lnTo>
                    <a:pt x="7194" y="26324"/>
                  </a:lnTo>
                  <a:lnTo>
                    <a:pt x="7397" y="27627"/>
                  </a:lnTo>
                  <a:lnTo>
                    <a:pt x="7599" y="28909"/>
                  </a:lnTo>
                  <a:lnTo>
                    <a:pt x="7779" y="30212"/>
                  </a:lnTo>
                  <a:lnTo>
                    <a:pt x="7936" y="31516"/>
                  </a:lnTo>
                  <a:lnTo>
                    <a:pt x="8206" y="33922"/>
                  </a:lnTo>
                  <a:lnTo>
                    <a:pt x="8431" y="36327"/>
                  </a:lnTo>
                  <a:lnTo>
                    <a:pt x="8633" y="38732"/>
                  </a:lnTo>
                  <a:lnTo>
                    <a:pt x="8790" y="41137"/>
                  </a:lnTo>
                  <a:lnTo>
                    <a:pt x="8925" y="43543"/>
                  </a:lnTo>
                  <a:lnTo>
                    <a:pt x="9038" y="45948"/>
                  </a:lnTo>
                  <a:lnTo>
                    <a:pt x="9262" y="50781"/>
                  </a:lnTo>
                  <a:lnTo>
                    <a:pt x="9442" y="54782"/>
                  </a:lnTo>
                  <a:lnTo>
                    <a:pt x="9600" y="58783"/>
                  </a:lnTo>
                  <a:lnTo>
                    <a:pt x="10858" y="59053"/>
                  </a:lnTo>
                  <a:lnTo>
                    <a:pt x="10679" y="55164"/>
                  </a:lnTo>
                  <a:lnTo>
                    <a:pt x="10521" y="51253"/>
                  </a:lnTo>
                  <a:lnTo>
                    <a:pt x="10296" y="46285"/>
                  </a:lnTo>
                  <a:lnTo>
                    <a:pt x="10184" y="43812"/>
                  </a:lnTo>
                  <a:lnTo>
                    <a:pt x="10049" y="41340"/>
                  </a:lnTo>
                  <a:lnTo>
                    <a:pt x="9892" y="38844"/>
                  </a:lnTo>
                  <a:lnTo>
                    <a:pt x="9689" y="36372"/>
                  </a:lnTo>
                  <a:lnTo>
                    <a:pt x="9465" y="33899"/>
                  </a:lnTo>
                  <a:lnTo>
                    <a:pt x="9172" y="31426"/>
                  </a:lnTo>
                  <a:lnTo>
                    <a:pt x="8880" y="29156"/>
                  </a:lnTo>
                  <a:lnTo>
                    <a:pt x="8521" y="26863"/>
                  </a:lnTo>
                  <a:lnTo>
                    <a:pt x="8138" y="24593"/>
                  </a:lnTo>
                  <a:lnTo>
                    <a:pt x="7711" y="22322"/>
                  </a:lnTo>
                  <a:lnTo>
                    <a:pt x="7239" y="20074"/>
                  </a:lnTo>
                  <a:lnTo>
                    <a:pt x="6745" y="17804"/>
                  </a:lnTo>
                  <a:lnTo>
                    <a:pt x="6228" y="15556"/>
                  </a:lnTo>
                  <a:lnTo>
                    <a:pt x="5688" y="13331"/>
                  </a:lnTo>
                  <a:lnTo>
                    <a:pt x="5194" y="11240"/>
                  </a:lnTo>
                  <a:lnTo>
                    <a:pt x="4924" y="10184"/>
                  </a:lnTo>
                  <a:lnTo>
                    <a:pt x="4632" y="9150"/>
                  </a:lnTo>
                  <a:lnTo>
                    <a:pt x="4339" y="8116"/>
                  </a:lnTo>
                  <a:lnTo>
                    <a:pt x="4025" y="7081"/>
                  </a:lnTo>
                  <a:lnTo>
                    <a:pt x="3665" y="6070"/>
                  </a:lnTo>
                  <a:lnTo>
                    <a:pt x="3260" y="5081"/>
                  </a:lnTo>
                  <a:lnTo>
                    <a:pt x="2204" y="2563"/>
                  </a:lnTo>
                  <a:lnTo>
                    <a:pt x="1687" y="1282"/>
                  </a:lnTo>
                  <a:lnTo>
                    <a:pt x="1462" y="652"/>
                  </a:lnTo>
                  <a:lnTo>
                    <a:pt x="1260" y="1"/>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5"/>
            <p:cNvSpPr/>
            <p:nvPr/>
          </p:nvSpPr>
          <p:spPr>
            <a:xfrm>
              <a:off x="5141850" y="2564700"/>
              <a:ext cx="39925" cy="151750"/>
            </a:xfrm>
            <a:custGeom>
              <a:avLst/>
              <a:gdLst/>
              <a:ahLst/>
              <a:cxnLst/>
              <a:rect l="l" t="t" r="r" b="b"/>
              <a:pathLst>
                <a:path w="1597" h="6070" extrusionOk="0">
                  <a:moveTo>
                    <a:pt x="585" y="0"/>
                  </a:moveTo>
                  <a:lnTo>
                    <a:pt x="473" y="23"/>
                  </a:lnTo>
                  <a:lnTo>
                    <a:pt x="360" y="45"/>
                  </a:lnTo>
                  <a:lnTo>
                    <a:pt x="271" y="113"/>
                  </a:lnTo>
                  <a:lnTo>
                    <a:pt x="181" y="180"/>
                  </a:lnTo>
                  <a:lnTo>
                    <a:pt x="91" y="270"/>
                  </a:lnTo>
                  <a:lnTo>
                    <a:pt x="46" y="360"/>
                  </a:lnTo>
                  <a:lnTo>
                    <a:pt x="1" y="495"/>
                  </a:lnTo>
                  <a:lnTo>
                    <a:pt x="1" y="630"/>
                  </a:lnTo>
                  <a:lnTo>
                    <a:pt x="136" y="3080"/>
                  </a:lnTo>
                  <a:lnTo>
                    <a:pt x="226" y="4316"/>
                  </a:lnTo>
                  <a:lnTo>
                    <a:pt x="293" y="4923"/>
                  </a:lnTo>
                  <a:lnTo>
                    <a:pt x="360" y="5530"/>
                  </a:lnTo>
                  <a:lnTo>
                    <a:pt x="383" y="5665"/>
                  </a:lnTo>
                  <a:lnTo>
                    <a:pt x="450" y="5778"/>
                  </a:lnTo>
                  <a:lnTo>
                    <a:pt x="518" y="5867"/>
                  </a:lnTo>
                  <a:lnTo>
                    <a:pt x="608" y="5957"/>
                  </a:lnTo>
                  <a:lnTo>
                    <a:pt x="720" y="6002"/>
                  </a:lnTo>
                  <a:lnTo>
                    <a:pt x="832" y="6047"/>
                  </a:lnTo>
                  <a:lnTo>
                    <a:pt x="945" y="6070"/>
                  </a:lnTo>
                  <a:lnTo>
                    <a:pt x="1057" y="6070"/>
                  </a:lnTo>
                  <a:lnTo>
                    <a:pt x="1170" y="6047"/>
                  </a:lnTo>
                  <a:lnTo>
                    <a:pt x="1282" y="6025"/>
                  </a:lnTo>
                  <a:lnTo>
                    <a:pt x="1372" y="5957"/>
                  </a:lnTo>
                  <a:lnTo>
                    <a:pt x="1462" y="5890"/>
                  </a:lnTo>
                  <a:lnTo>
                    <a:pt x="1529" y="5800"/>
                  </a:lnTo>
                  <a:lnTo>
                    <a:pt x="1574" y="5710"/>
                  </a:lnTo>
                  <a:lnTo>
                    <a:pt x="1597" y="5575"/>
                  </a:lnTo>
                  <a:lnTo>
                    <a:pt x="1597" y="5440"/>
                  </a:lnTo>
                  <a:lnTo>
                    <a:pt x="1529" y="4833"/>
                  </a:lnTo>
                  <a:lnTo>
                    <a:pt x="1462" y="4226"/>
                  </a:lnTo>
                  <a:lnTo>
                    <a:pt x="1372" y="2990"/>
                  </a:lnTo>
                  <a:lnTo>
                    <a:pt x="1237" y="540"/>
                  </a:lnTo>
                  <a:lnTo>
                    <a:pt x="1215" y="405"/>
                  </a:lnTo>
                  <a:lnTo>
                    <a:pt x="1170" y="293"/>
                  </a:lnTo>
                  <a:lnTo>
                    <a:pt x="1102" y="203"/>
                  </a:lnTo>
                  <a:lnTo>
                    <a:pt x="1012" y="113"/>
                  </a:lnTo>
                  <a:lnTo>
                    <a:pt x="922" y="45"/>
                  </a:lnTo>
                  <a:lnTo>
                    <a:pt x="810" y="23"/>
                  </a:lnTo>
                  <a:lnTo>
                    <a:pt x="698"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5"/>
            <p:cNvSpPr/>
            <p:nvPr/>
          </p:nvSpPr>
          <p:spPr>
            <a:xfrm>
              <a:off x="5107025" y="2348900"/>
              <a:ext cx="34850" cy="63525"/>
            </a:xfrm>
            <a:custGeom>
              <a:avLst/>
              <a:gdLst/>
              <a:ahLst/>
              <a:cxnLst/>
              <a:rect l="l" t="t" r="r" b="b"/>
              <a:pathLst>
                <a:path w="1394" h="2541" extrusionOk="0">
                  <a:moveTo>
                    <a:pt x="562" y="0"/>
                  </a:moveTo>
                  <a:lnTo>
                    <a:pt x="450" y="23"/>
                  </a:lnTo>
                  <a:lnTo>
                    <a:pt x="337" y="68"/>
                  </a:lnTo>
                  <a:lnTo>
                    <a:pt x="247" y="113"/>
                  </a:lnTo>
                  <a:lnTo>
                    <a:pt x="157" y="180"/>
                  </a:lnTo>
                  <a:lnTo>
                    <a:pt x="90" y="270"/>
                  </a:lnTo>
                  <a:lnTo>
                    <a:pt x="23" y="383"/>
                  </a:lnTo>
                  <a:lnTo>
                    <a:pt x="0" y="517"/>
                  </a:lnTo>
                  <a:lnTo>
                    <a:pt x="0" y="652"/>
                  </a:lnTo>
                  <a:lnTo>
                    <a:pt x="157" y="1979"/>
                  </a:lnTo>
                  <a:lnTo>
                    <a:pt x="180" y="2113"/>
                  </a:lnTo>
                  <a:lnTo>
                    <a:pt x="225" y="2248"/>
                  </a:lnTo>
                  <a:lnTo>
                    <a:pt x="315" y="2338"/>
                  </a:lnTo>
                  <a:lnTo>
                    <a:pt x="405" y="2406"/>
                  </a:lnTo>
                  <a:lnTo>
                    <a:pt x="495" y="2473"/>
                  </a:lnTo>
                  <a:lnTo>
                    <a:pt x="607" y="2518"/>
                  </a:lnTo>
                  <a:lnTo>
                    <a:pt x="719" y="2541"/>
                  </a:lnTo>
                  <a:lnTo>
                    <a:pt x="832" y="2541"/>
                  </a:lnTo>
                  <a:lnTo>
                    <a:pt x="944" y="2518"/>
                  </a:lnTo>
                  <a:lnTo>
                    <a:pt x="1057" y="2473"/>
                  </a:lnTo>
                  <a:lnTo>
                    <a:pt x="1169" y="2428"/>
                  </a:lnTo>
                  <a:lnTo>
                    <a:pt x="1236" y="2361"/>
                  </a:lnTo>
                  <a:lnTo>
                    <a:pt x="1326" y="2271"/>
                  </a:lnTo>
                  <a:lnTo>
                    <a:pt x="1371" y="2158"/>
                  </a:lnTo>
                  <a:lnTo>
                    <a:pt x="1394" y="2046"/>
                  </a:lnTo>
                  <a:lnTo>
                    <a:pt x="1394" y="1889"/>
                  </a:lnTo>
                  <a:lnTo>
                    <a:pt x="1236" y="562"/>
                  </a:lnTo>
                  <a:lnTo>
                    <a:pt x="1214" y="428"/>
                  </a:lnTo>
                  <a:lnTo>
                    <a:pt x="1169" y="293"/>
                  </a:lnTo>
                  <a:lnTo>
                    <a:pt x="1079" y="203"/>
                  </a:lnTo>
                  <a:lnTo>
                    <a:pt x="1012" y="135"/>
                  </a:lnTo>
                  <a:lnTo>
                    <a:pt x="899" y="68"/>
                  </a:lnTo>
                  <a:lnTo>
                    <a:pt x="787" y="23"/>
                  </a:lnTo>
                  <a:lnTo>
                    <a:pt x="674"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15"/>
            <p:cNvSpPr/>
            <p:nvPr/>
          </p:nvSpPr>
          <p:spPr>
            <a:xfrm>
              <a:off x="4924925" y="2520300"/>
              <a:ext cx="30375" cy="30925"/>
            </a:xfrm>
            <a:custGeom>
              <a:avLst/>
              <a:gdLst/>
              <a:ahLst/>
              <a:cxnLst/>
              <a:rect l="l" t="t" r="r" b="b"/>
              <a:pathLst>
                <a:path w="1215" h="1237" extrusionOk="0">
                  <a:moveTo>
                    <a:pt x="518" y="1"/>
                  </a:moveTo>
                  <a:lnTo>
                    <a:pt x="405" y="46"/>
                  </a:lnTo>
                  <a:lnTo>
                    <a:pt x="293" y="90"/>
                  </a:lnTo>
                  <a:lnTo>
                    <a:pt x="203" y="180"/>
                  </a:lnTo>
                  <a:lnTo>
                    <a:pt x="136" y="270"/>
                  </a:lnTo>
                  <a:lnTo>
                    <a:pt x="68" y="360"/>
                  </a:lnTo>
                  <a:lnTo>
                    <a:pt x="46" y="473"/>
                  </a:lnTo>
                  <a:lnTo>
                    <a:pt x="23" y="585"/>
                  </a:lnTo>
                  <a:lnTo>
                    <a:pt x="1" y="697"/>
                  </a:lnTo>
                  <a:lnTo>
                    <a:pt x="23" y="810"/>
                  </a:lnTo>
                  <a:lnTo>
                    <a:pt x="68" y="922"/>
                  </a:lnTo>
                  <a:lnTo>
                    <a:pt x="136" y="1012"/>
                  </a:lnTo>
                  <a:lnTo>
                    <a:pt x="226" y="1102"/>
                  </a:lnTo>
                  <a:lnTo>
                    <a:pt x="338" y="1169"/>
                  </a:lnTo>
                  <a:lnTo>
                    <a:pt x="473" y="1237"/>
                  </a:lnTo>
                  <a:lnTo>
                    <a:pt x="720" y="1237"/>
                  </a:lnTo>
                  <a:lnTo>
                    <a:pt x="833" y="1192"/>
                  </a:lnTo>
                  <a:lnTo>
                    <a:pt x="922" y="1147"/>
                  </a:lnTo>
                  <a:lnTo>
                    <a:pt x="1012" y="1080"/>
                  </a:lnTo>
                  <a:lnTo>
                    <a:pt x="1102" y="990"/>
                  </a:lnTo>
                  <a:lnTo>
                    <a:pt x="1147" y="877"/>
                  </a:lnTo>
                  <a:lnTo>
                    <a:pt x="1192" y="787"/>
                  </a:lnTo>
                  <a:lnTo>
                    <a:pt x="1215" y="675"/>
                  </a:lnTo>
                  <a:lnTo>
                    <a:pt x="1215" y="563"/>
                  </a:lnTo>
                  <a:lnTo>
                    <a:pt x="1215" y="450"/>
                  </a:lnTo>
                  <a:lnTo>
                    <a:pt x="1170" y="338"/>
                  </a:lnTo>
                  <a:lnTo>
                    <a:pt x="1102" y="225"/>
                  </a:lnTo>
                  <a:lnTo>
                    <a:pt x="1012" y="135"/>
                  </a:lnTo>
                  <a:lnTo>
                    <a:pt x="900" y="68"/>
                  </a:lnTo>
                  <a:lnTo>
                    <a:pt x="765" y="23"/>
                  </a:lnTo>
                  <a:lnTo>
                    <a:pt x="630"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15"/>
            <p:cNvSpPr/>
            <p:nvPr/>
          </p:nvSpPr>
          <p:spPr>
            <a:xfrm>
              <a:off x="4839525" y="2051050"/>
              <a:ext cx="47225" cy="120300"/>
            </a:xfrm>
            <a:custGeom>
              <a:avLst/>
              <a:gdLst/>
              <a:ahLst/>
              <a:cxnLst/>
              <a:rect l="l" t="t" r="r" b="b"/>
              <a:pathLst>
                <a:path w="1889" h="4812" extrusionOk="0">
                  <a:moveTo>
                    <a:pt x="540" y="1"/>
                  </a:moveTo>
                  <a:lnTo>
                    <a:pt x="427" y="23"/>
                  </a:lnTo>
                  <a:lnTo>
                    <a:pt x="315" y="45"/>
                  </a:lnTo>
                  <a:lnTo>
                    <a:pt x="225" y="113"/>
                  </a:lnTo>
                  <a:lnTo>
                    <a:pt x="135" y="180"/>
                  </a:lnTo>
                  <a:lnTo>
                    <a:pt x="67" y="270"/>
                  </a:lnTo>
                  <a:lnTo>
                    <a:pt x="23" y="360"/>
                  </a:lnTo>
                  <a:lnTo>
                    <a:pt x="0" y="495"/>
                  </a:lnTo>
                  <a:lnTo>
                    <a:pt x="23" y="630"/>
                  </a:lnTo>
                  <a:lnTo>
                    <a:pt x="652" y="4272"/>
                  </a:lnTo>
                  <a:lnTo>
                    <a:pt x="674" y="4406"/>
                  </a:lnTo>
                  <a:lnTo>
                    <a:pt x="742" y="4519"/>
                  </a:lnTo>
                  <a:lnTo>
                    <a:pt x="809" y="4631"/>
                  </a:lnTo>
                  <a:lnTo>
                    <a:pt x="899" y="4699"/>
                  </a:lnTo>
                  <a:lnTo>
                    <a:pt x="1012" y="4766"/>
                  </a:lnTo>
                  <a:lnTo>
                    <a:pt x="1124" y="4789"/>
                  </a:lnTo>
                  <a:lnTo>
                    <a:pt x="1236" y="4811"/>
                  </a:lnTo>
                  <a:lnTo>
                    <a:pt x="1461" y="4811"/>
                  </a:lnTo>
                  <a:lnTo>
                    <a:pt x="1574" y="4766"/>
                  </a:lnTo>
                  <a:lnTo>
                    <a:pt x="1663" y="4721"/>
                  </a:lnTo>
                  <a:lnTo>
                    <a:pt x="1753" y="4631"/>
                  </a:lnTo>
                  <a:lnTo>
                    <a:pt x="1821" y="4564"/>
                  </a:lnTo>
                  <a:lnTo>
                    <a:pt x="1866" y="4451"/>
                  </a:lnTo>
                  <a:lnTo>
                    <a:pt x="1888" y="4317"/>
                  </a:lnTo>
                  <a:lnTo>
                    <a:pt x="1866" y="4182"/>
                  </a:lnTo>
                  <a:lnTo>
                    <a:pt x="1259" y="540"/>
                  </a:lnTo>
                  <a:lnTo>
                    <a:pt x="1214" y="405"/>
                  </a:lnTo>
                  <a:lnTo>
                    <a:pt x="1146" y="293"/>
                  </a:lnTo>
                  <a:lnTo>
                    <a:pt x="1079" y="203"/>
                  </a:lnTo>
                  <a:lnTo>
                    <a:pt x="989" y="113"/>
                  </a:lnTo>
                  <a:lnTo>
                    <a:pt x="877" y="68"/>
                  </a:lnTo>
                  <a:lnTo>
                    <a:pt x="764" y="23"/>
                  </a:lnTo>
                  <a:lnTo>
                    <a:pt x="652"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5"/>
            <p:cNvSpPr/>
            <p:nvPr/>
          </p:nvSpPr>
          <p:spPr>
            <a:xfrm>
              <a:off x="4796250" y="2344975"/>
              <a:ext cx="40475" cy="78700"/>
            </a:xfrm>
            <a:custGeom>
              <a:avLst/>
              <a:gdLst/>
              <a:ahLst/>
              <a:cxnLst/>
              <a:rect l="l" t="t" r="r" b="b"/>
              <a:pathLst>
                <a:path w="1619" h="3148" extrusionOk="0">
                  <a:moveTo>
                    <a:pt x="517" y="0"/>
                  </a:moveTo>
                  <a:lnTo>
                    <a:pt x="405" y="23"/>
                  </a:lnTo>
                  <a:lnTo>
                    <a:pt x="270" y="68"/>
                  </a:lnTo>
                  <a:lnTo>
                    <a:pt x="180" y="157"/>
                  </a:lnTo>
                  <a:lnTo>
                    <a:pt x="113" y="247"/>
                  </a:lnTo>
                  <a:lnTo>
                    <a:pt x="45" y="337"/>
                  </a:lnTo>
                  <a:lnTo>
                    <a:pt x="0" y="450"/>
                  </a:lnTo>
                  <a:lnTo>
                    <a:pt x="0" y="562"/>
                  </a:lnTo>
                  <a:lnTo>
                    <a:pt x="0" y="674"/>
                  </a:lnTo>
                  <a:lnTo>
                    <a:pt x="0" y="809"/>
                  </a:lnTo>
                  <a:lnTo>
                    <a:pt x="427" y="2743"/>
                  </a:lnTo>
                  <a:lnTo>
                    <a:pt x="472" y="2855"/>
                  </a:lnTo>
                  <a:lnTo>
                    <a:pt x="540" y="2945"/>
                  </a:lnTo>
                  <a:lnTo>
                    <a:pt x="652" y="3035"/>
                  </a:lnTo>
                  <a:lnTo>
                    <a:pt x="742" y="3102"/>
                  </a:lnTo>
                  <a:lnTo>
                    <a:pt x="877" y="3147"/>
                  </a:lnTo>
                  <a:lnTo>
                    <a:pt x="1102" y="3147"/>
                  </a:lnTo>
                  <a:lnTo>
                    <a:pt x="1214" y="3125"/>
                  </a:lnTo>
                  <a:lnTo>
                    <a:pt x="1349" y="3080"/>
                  </a:lnTo>
                  <a:lnTo>
                    <a:pt x="1439" y="3012"/>
                  </a:lnTo>
                  <a:lnTo>
                    <a:pt x="1506" y="2922"/>
                  </a:lnTo>
                  <a:lnTo>
                    <a:pt x="1574" y="2810"/>
                  </a:lnTo>
                  <a:lnTo>
                    <a:pt x="1619" y="2698"/>
                  </a:lnTo>
                  <a:lnTo>
                    <a:pt x="1619" y="2585"/>
                  </a:lnTo>
                  <a:lnTo>
                    <a:pt x="1619" y="2473"/>
                  </a:lnTo>
                  <a:lnTo>
                    <a:pt x="1619" y="2338"/>
                  </a:lnTo>
                  <a:lnTo>
                    <a:pt x="1192" y="405"/>
                  </a:lnTo>
                  <a:lnTo>
                    <a:pt x="1147" y="292"/>
                  </a:lnTo>
                  <a:lnTo>
                    <a:pt x="1079" y="202"/>
                  </a:lnTo>
                  <a:lnTo>
                    <a:pt x="989" y="112"/>
                  </a:lnTo>
                  <a:lnTo>
                    <a:pt x="877" y="45"/>
                  </a:lnTo>
                  <a:lnTo>
                    <a:pt x="764" y="23"/>
                  </a:lnTo>
                  <a:lnTo>
                    <a:pt x="630"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5"/>
            <p:cNvSpPr/>
            <p:nvPr/>
          </p:nvSpPr>
          <p:spPr>
            <a:xfrm>
              <a:off x="4858050" y="2697325"/>
              <a:ext cx="38250" cy="85450"/>
            </a:xfrm>
            <a:custGeom>
              <a:avLst/>
              <a:gdLst/>
              <a:ahLst/>
              <a:cxnLst/>
              <a:rect l="l" t="t" r="r" b="b"/>
              <a:pathLst>
                <a:path w="1530" h="3418" extrusionOk="0">
                  <a:moveTo>
                    <a:pt x="563" y="0"/>
                  </a:moveTo>
                  <a:lnTo>
                    <a:pt x="450" y="23"/>
                  </a:lnTo>
                  <a:lnTo>
                    <a:pt x="338" y="68"/>
                  </a:lnTo>
                  <a:lnTo>
                    <a:pt x="248" y="135"/>
                  </a:lnTo>
                  <a:lnTo>
                    <a:pt x="136" y="225"/>
                  </a:lnTo>
                  <a:lnTo>
                    <a:pt x="68" y="315"/>
                  </a:lnTo>
                  <a:lnTo>
                    <a:pt x="23" y="428"/>
                  </a:lnTo>
                  <a:lnTo>
                    <a:pt x="1" y="540"/>
                  </a:lnTo>
                  <a:lnTo>
                    <a:pt x="1" y="652"/>
                  </a:lnTo>
                  <a:lnTo>
                    <a:pt x="91" y="1214"/>
                  </a:lnTo>
                  <a:lnTo>
                    <a:pt x="158" y="1776"/>
                  </a:lnTo>
                  <a:lnTo>
                    <a:pt x="293" y="2878"/>
                  </a:lnTo>
                  <a:lnTo>
                    <a:pt x="316" y="3013"/>
                  </a:lnTo>
                  <a:lnTo>
                    <a:pt x="361" y="3125"/>
                  </a:lnTo>
                  <a:lnTo>
                    <a:pt x="450" y="3237"/>
                  </a:lnTo>
                  <a:lnTo>
                    <a:pt x="518" y="3305"/>
                  </a:lnTo>
                  <a:lnTo>
                    <a:pt x="630" y="3372"/>
                  </a:lnTo>
                  <a:lnTo>
                    <a:pt x="743" y="3395"/>
                  </a:lnTo>
                  <a:lnTo>
                    <a:pt x="855" y="3417"/>
                  </a:lnTo>
                  <a:lnTo>
                    <a:pt x="1080" y="3417"/>
                  </a:lnTo>
                  <a:lnTo>
                    <a:pt x="1192" y="3372"/>
                  </a:lnTo>
                  <a:lnTo>
                    <a:pt x="1282" y="3327"/>
                  </a:lnTo>
                  <a:lnTo>
                    <a:pt x="1372" y="3237"/>
                  </a:lnTo>
                  <a:lnTo>
                    <a:pt x="1440" y="3148"/>
                  </a:lnTo>
                  <a:lnTo>
                    <a:pt x="1507" y="3058"/>
                  </a:lnTo>
                  <a:lnTo>
                    <a:pt x="1529" y="2923"/>
                  </a:lnTo>
                  <a:lnTo>
                    <a:pt x="1529" y="2788"/>
                  </a:lnTo>
                  <a:lnTo>
                    <a:pt x="1395" y="1686"/>
                  </a:lnTo>
                  <a:lnTo>
                    <a:pt x="1327" y="1124"/>
                  </a:lnTo>
                  <a:lnTo>
                    <a:pt x="1237" y="585"/>
                  </a:lnTo>
                  <a:lnTo>
                    <a:pt x="1192" y="450"/>
                  </a:lnTo>
                  <a:lnTo>
                    <a:pt x="1147" y="338"/>
                  </a:lnTo>
                  <a:lnTo>
                    <a:pt x="1080" y="248"/>
                  </a:lnTo>
                  <a:lnTo>
                    <a:pt x="1012" y="158"/>
                  </a:lnTo>
                  <a:lnTo>
                    <a:pt x="922" y="90"/>
                  </a:lnTo>
                  <a:lnTo>
                    <a:pt x="810" y="23"/>
                  </a:lnTo>
                  <a:lnTo>
                    <a:pt x="698"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5"/>
            <p:cNvSpPr/>
            <p:nvPr/>
          </p:nvSpPr>
          <p:spPr>
            <a:xfrm>
              <a:off x="5012600" y="1977425"/>
              <a:ext cx="66350" cy="168625"/>
            </a:xfrm>
            <a:custGeom>
              <a:avLst/>
              <a:gdLst/>
              <a:ahLst/>
              <a:cxnLst/>
              <a:rect l="l" t="t" r="r" b="b"/>
              <a:pathLst>
                <a:path w="2654" h="6745" extrusionOk="0">
                  <a:moveTo>
                    <a:pt x="652" y="1"/>
                  </a:moveTo>
                  <a:lnTo>
                    <a:pt x="518" y="23"/>
                  </a:lnTo>
                  <a:lnTo>
                    <a:pt x="405" y="46"/>
                  </a:lnTo>
                  <a:lnTo>
                    <a:pt x="315" y="91"/>
                  </a:lnTo>
                  <a:lnTo>
                    <a:pt x="203" y="158"/>
                  </a:lnTo>
                  <a:lnTo>
                    <a:pt x="135" y="226"/>
                  </a:lnTo>
                  <a:lnTo>
                    <a:pt x="68" y="315"/>
                  </a:lnTo>
                  <a:lnTo>
                    <a:pt x="23" y="428"/>
                  </a:lnTo>
                  <a:lnTo>
                    <a:pt x="1" y="540"/>
                  </a:lnTo>
                  <a:lnTo>
                    <a:pt x="1" y="675"/>
                  </a:lnTo>
                  <a:lnTo>
                    <a:pt x="23" y="810"/>
                  </a:lnTo>
                  <a:lnTo>
                    <a:pt x="248" y="1484"/>
                  </a:lnTo>
                  <a:lnTo>
                    <a:pt x="450" y="2159"/>
                  </a:lnTo>
                  <a:lnTo>
                    <a:pt x="630" y="2856"/>
                  </a:lnTo>
                  <a:lnTo>
                    <a:pt x="787" y="3552"/>
                  </a:lnTo>
                  <a:lnTo>
                    <a:pt x="1102" y="4946"/>
                  </a:lnTo>
                  <a:lnTo>
                    <a:pt x="1259" y="5643"/>
                  </a:lnTo>
                  <a:lnTo>
                    <a:pt x="1439" y="6340"/>
                  </a:lnTo>
                  <a:lnTo>
                    <a:pt x="1507" y="6452"/>
                  </a:lnTo>
                  <a:lnTo>
                    <a:pt x="1574" y="6565"/>
                  </a:lnTo>
                  <a:lnTo>
                    <a:pt x="1664" y="6655"/>
                  </a:lnTo>
                  <a:lnTo>
                    <a:pt x="1754" y="6700"/>
                  </a:lnTo>
                  <a:lnTo>
                    <a:pt x="1866" y="6744"/>
                  </a:lnTo>
                  <a:lnTo>
                    <a:pt x="2091" y="6744"/>
                  </a:lnTo>
                  <a:lnTo>
                    <a:pt x="2204" y="6700"/>
                  </a:lnTo>
                  <a:lnTo>
                    <a:pt x="2316" y="6655"/>
                  </a:lnTo>
                  <a:lnTo>
                    <a:pt x="2406" y="6610"/>
                  </a:lnTo>
                  <a:lnTo>
                    <a:pt x="2496" y="6520"/>
                  </a:lnTo>
                  <a:lnTo>
                    <a:pt x="2563" y="6430"/>
                  </a:lnTo>
                  <a:lnTo>
                    <a:pt x="2608" y="6317"/>
                  </a:lnTo>
                  <a:lnTo>
                    <a:pt x="2653" y="6205"/>
                  </a:lnTo>
                  <a:lnTo>
                    <a:pt x="2653" y="6070"/>
                  </a:lnTo>
                  <a:lnTo>
                    <a:pt x="2631" y="5935"/>
                  </a:lnTo>
                  <a:lnTo>
                    <a:pt x="2428" y="5238"/>
                  </a:lnTo>
                  <a:lnTo>
                    <a:pt x="2271" y="4542"/>
                  </a:lnTo>
                  <a:lnTo>
                    <a:pt x="1956" y="3148"/>
                  </a:lnTo>
                  <a:lnTo>
                    <a:pt x="1799" y="2473"/>
                  </a:lnTo>
                  <a:lnTo>
                    <a:pt x="1619" y="1777"/>
                  </a:lnTo>
                  <a:lnTo>
                    <a:pt x="1417" y="1080"/>
                  </a:lnTo>
                  <a:lnTo>
                    <a:pt x="1192" y="405"/>
                  </a:lnTo>
                  <a:lnTo>
                    <a:pt x="1147" y="271"/>
                  </a:lnTo>
                  <a:lnTo>
                    <a:pt x="1057" y="181"/>
                  </a:lnTo>
                  <a:lnTo>
                    <a:pt x="967" y="91"/>
                  </a:lnTo>
                  <a:lnTo>
                    <a:pt x="877" y="46"/>
                  </a:lnTo>
                  <a:lnTo>
                    <a:pt x="765" y="23"/>
                  </a:lnTo>
                  <a:lnTo>
                    <a:pt x="652"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5"/>
            <p:cNvSpPr/>
            <p:nvPr/>
          </p:nvSpPr>
          <p:spPr>
            <a:xfrm>
              <a:off x="4994625" y="2145475"/>
              <a:ext cx="66325" cy="142200"/>
            </a:xfrm>
            <a:custGeom>
              <a:avLst/>
              <a:gdLst/>
              <a:ahLst/>
              <a:cxnLst/>
              <a:rect l="l" t="t" r="r" b="b"/>
              <a:pathLst>
                <a:path w="2653" h="5688" extrusionOk="0">
                  <a:moveTo>
                    <a:pt x="517" y="0"/>
                  </a:moveTo>
                  <a:lnTo>
                    <a:pt x="405" y="45"/>
                  </a:lnTo>
                  <a:lnTo>
                    <a:pt x="315" y="90"/>
                  </a:lnTo>
                  <a:lnTo>
                    <a:pt x="203" y="157"/>
                  </a:lnTo>
                  <a:lnTo>
                    <a:pt x="135" y="225"/>
                  </a:lnTo>
                  <a:lnTo>
                    <a:pt x="68" y="315"/>
                  </a:lnTo>
                  <a:lnTo>
                    <a:pt x="23" y="427"/>
                  </a:lnTo>
                  <a:lnTo>
                    <a:pt x="0" y="540"/>
                  </a:lnTo>
                  <a:lnTo>
                    <a:pt x="0" y="674"/>
                  </a:lnTo>
                  <a:lnTo>
                    <a:pt x="23" y="809"/>
                  </a:lnTo>
                  <a:lnTo>
                    <a:pt x="225" y="1349"/>
                  </a:lnTo>
                  <a:lnTo>
                    <a:pt x="405" y="1911"/>
                  </a:lnTo>
                  <a:lnTo>
                    <a:pt x="742" y="3035"/>
                  </a:lnTo>
                  <a:lnTo>
                    <a:pt x="1079" y="4181"/>
                  </a:lnTo>
                  <a:lnTo>
                    <a:pt x="1259" y="4743"/>
                  </a:lnTo>
                  <a:lnTo>
                    <a:pt x="1439" y="5283"/>
                  </a:lnTo>
                  <a:lnTo>
                    <a:pt x="1506" y="5417"/>
                  </a:lnTo>
                  <a:lnTo>
                    <a:pt x="1574" y="5530"/>
                  </a:lnTo>
                  <a:lnTo>
                    <a:pt x="1664" y="5597"/>
                  </a:lnTo>
                  <a:lnTo>
                    <a:pt x="1776" y="5642"/>
                  </a:lnTo>
                  <a:lnTo>
                    <a:pt x="1888" y="5687"/>
                  </a:lnTo>
                  <a:lnTo>
                    <a:pt x="2113" y="5687"/>
                  </a:lnTo>
                  <a:lnTo>
                    <a:pt x="2226" y="5665"/>
                  </a:lnTo>
                  <a:lnTo>
                    <a:pt x="2338" y="5620"/>
                  </a:lnTo>
                  <a:lnTo>
                    <a:pt x="2428" y="5552"/>
                  </a:lnTo>
                  <a:lnTo>
                    <a:pt x="2518" y="5462"/>
                  </a:lnTo>
                  <a:lnTo>
                    <a:pt x="2585" y="5373"/>
                  </a:lnTo>
                  <a:lnTo>
                    <a:pt x="2630" y="5283"/>
                  </a:lnTo>
                  <a:lnTo>
                    <a:pt x="2653" y="5148"/>
                  </a:lnTo>
                  <a:lnTo>
                    <a:pt x="2653" y="5035"/>
                  </a:lnTo>
                  <a:lnTo>
                    <a:pt x="2608" y="4900"/>
                  </a:lnTo>
                  <a:lnTo>
                    <a:pt x="2428" y="4338"/>
                  </a:lnTo>
                  <a:lnTo>
                    <a:pt x="2248" y="3776"/>
                  </a:lnTo>
                  <a:lnTo>
                    <a:pt x="1911" y="2653"/>
                  </a:lnTo>
                  <a:lnTo>
                    <a:pt x="1574" y="1529"/>
                  </a:lnTo>
                  <a:lnTo>
                    <a:pt x="1394" y="967"/>
                  </a:lnTo>
                  <a:lnTo>
                    <a:pt x="1192" y="405"/>
                  </a:lnTo>
                  <a:lnTo>
                    <a:pt x="1147" y="270"/>
                  </a:lnTo>
                  <a:lnTo>
                    <a:pt x="1057" y="180"/>
                  </a:lnTo>
                  <a:lnTo>
                    <a:pt x="967" y="90"/>
                  </a:lnTo>
                  <a:lnTo>
                    <a:pt x="877" y="45"/>
                  </a:lnTo>
                  <a:lnTo>
                    <a:pt x="765" y="22"/>
                  </a:lnTo>
                  <a:lnTo>
                    <a:pt x="630"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5"/>
            <p:cNvSpPr/>
            <p:nvPr/>
          </p:nvSpPr>
          <p:spPr>
            <a:xfrm>
              <a:off x="4686650" y="1807150"/>
              <a:ext cx="89950" cy="172550"/>
            </a:xfrm>
            <a:custGeom>
              <a:avLst/>
              <a:gdLst/>
              <a:ahLst/>
              <a:cxnLst/>
              <a:rect l="l" t="t" r="r" b="b"/>
              <a:pathLst>
                <a:path w="3598" h="6902" extrusionOk="0">
                  <a:moveTo>
                    <a:pt x="630" y="1"/>
                  </a:moveTo>
                  <a:lnTo>
                    <a:pt x="540" y="23"/>
                  </a:lnTo>
                  <a:lnTo>
                    <a:pt x="428" y="68"/>
                  </a:lnTo>
                  <a:lnTo>
                    <a:pt x="315" y="113"/>
                  </a:lnTo>
                  <a:lnTo>
                    <a:pt x="226" y="180"/>
                  </a:lnTo>
                  <a:lnTo>
                    <a:pt x="158" y="270"/>
                  </a:lnTo>
                  <a:lnTo>
                    <a:pt x="91" y="383"/>
                  </a:lnTo>
                  <a:lnTo>
                    <a:pt x="46" y="495"/>
                  </a:lnTo>
                  <a:lnTo>
                    <a:pt x="1" y="608"/>
                  </a:lnTo>
                  <a:lnTo>
                    <a:pt x="1" y="720"/>
                  </a:lnTo>
                  <a:lnTo>
                    <a:pt x="23" y="855"/>
                  </a:lnTo>
                  <a:lnTo>
                    <a:pt x="91" y="990"/>
                  </a:lnTo>
                  <a:lnTo>
                    <a:pt x="428" y="1664"/>
                  </a:lnTo>
                  <a:lnTo>
                    <a:pt x="743" y="2338"/>
                  </a:lnTo>
                  <a:lnTo>
                    <a:pt x="1057" y="3013"/>
                  </a:lnTo>
                  <a:lnTo>
                    <a:pt x="1350" y="3710"/>
                  </a:lnTo>
                  <a:lnTo>
                    <a:pt x="1642" y="4407"/>
                  </a:lnTo>
                  <a:lnTo>
                    <a:pt x="1889" y="5103"/>
                  </a:lnTo>
                  <a:lnTo>
                    <a:pt x="2406" y="6497"/>
                  </a:lnTo>
                  <a:lnTo>
                    <a:pt x="2451" y="6632"/>
                  </a:lnTo>
                  <a:lnTo>
                    <a:pt x="2541" y="6744"/>
                  </a:lnTo>
                  <a:lnTo>
                    <a:pt x="2631" y="6812"/>
                  </a:lnTo>
                  <a:lnTo>
                    <a:pt x="2721" y="6879"/>
                  </a:lnTo>
                  <a:lnTo>
                    <a:pt x="2833" y="6902"/>
                  </a:lnTo>
                  <a:lnTo>
                    <a:pt x="3058" y="6902"/>
                  </a:lnTo>
                  <a:lnTo>
                    <a:pt x="3170" y="6879"/>
                  </a:lnTo>
                  <a:lnTo>
                    <a:pt x="3283" y="6834"/>
                  </a:lnTo>
                  <a:lnTo>
                    <a:pt x="3373" y="6767"/>
                  </a:lnTo>
                  <a:lnTo>
                    <a:pt x="3463" y="6677"/>
                  </a:lnTo>
                  <a:lnTo>
                    <a:pt x="3530" y="6587"/>
                  </a:lnTo>
                  <a:lnTo>
                    <a:pt x="3575" y="6497"/>
                  </a:lnTo>
                  <a:lnTo>
                    <a:pt x="3597" y="6362"/>
                  </a:lnTo>
                  <a:lnTo>
                    <a:pt x="3597" y="6250"/>
                  </a:lnTo>
                  <a:lnTo>
                    <a:pt x="3575" y="6115"/>
                  </a:lnTo>
                  <a:lnTo>
                    <a:pt x="3305" y="5351"/>
                  </a:lnTo>
                  <a:lnTo>
                    <a:pt x="3035" y="4631"/>
                  </a:lnTo>
                  <a:lnTo>
                    <a:pt x="2766" y="3889"/>
                  </a:lnTo>
                  <a:lnTo>
                    <a:pt x="2451" y="3148"/>
                  </a:lnTo>
                  <a:lnTo>
                    <a:pt x="2136" y="2428"/>
                  </a:lnTo>
                  <a:lnTo>
                    <a:pt x="1822" y="1709"/>
                  </a:lnTo>
                  <a:lnTo>
                    <a:pt x="1462" y="1012"/>
                  </a:lnTo>
                  <a:lnTo>
                    <a:pt x="1125" y="315"/>
                  </a:lnTo>
                  <a:lnTo>
                    <a:pt x="1035" y="180"/>
                  </a:lnTo>
                  <a:lnTo>
                    <a:pt x="945" y="113"/>
                  </a:lnTo>
                  <a:lnTo>
                    <a:pt x="855" y="46"/>
                  </a:lnTo>
                  <a:lnTo>
                    <a:pt x="743" y="23"/>
                  </a:lnTo>
                  <a:lnTo>
                    <a:pt x="630"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5"/>
            <p:cNvSpPr/>
            <p:nvPr/>
          </p:nvSpPr>
          <p:spPr>
            <a:xfrm>
              <a:off x="4746800" y="2079700"/>
              <a:ext cx="61275" cy="126475"/>
            </a:xfrm>
            <a:custGeom>
              <a:avLst/>
              <a:gdLst/>
              <a:ahLst/>
              <a:cxnLst/>
              <a:rect l="l" t="t" r="r" b="b"/>
              <a:pathLst>
                <a:path w="2451" h="5059" extrusionOk="0">
                  <a:moveTo>
                    <a:pt x="517" y="1"/>
                  </a:moveTo>
                  <a:lnTo>
                    <a:pt x="405" y="23"/>
                  </a:lnTo>
                  <a:lnTo>
                    <a:pt x="315" y="68"/>
                  </a:lnTo>
                  <a:lnTo>
                    <a:pt x="202" y="136"/>
                  </a:lnTo>
                  <a:lnTo>
                    <a:pt x="135" y="226"/>
                  </a:lnTo>
                  <a:lnTo>
                    <a:pt x="67" y="316"/>
                  </a:lnTo>
                  <a:lnTo>
                    <a:pt x="22" y="406"/>
                  </a:lnTo>
                  <a:lnTo>
                    <a:pt x="0" y="540"/>
                  </a:lnTo>
                  <a:lnTo>
                    <a:pt x="0" y="653"/>
                  </a:lnTo>
                  <a:lnTo>
                    <a:pt x="22" y="788"/>
                  </a:lnTo>
                  <a:lnTo>
                    <a:pt x="202" y="1282"/>
                  </a:lnTo>
                  <a:lnTo>
                    <a:pt x="337" y="1754"/>
                  </a:lnTo>
                  <a:lnTo>
                    <a:pt x="629" y="2721"/>
                  </a:lnTo>
                  <a:lnTo>
                    <a:pt x="922" y="3710"/>
                  </a:lnTo>
                  <a:lnTo>
                    <a:pt x="1057" y="4182"/>
                  </a:lnTo>
                  <a:lnTo>
                    <a:pt x="1236" y="4654"/>
                  </a:lnTo>
                  <a:lnTo>
                    <a:pt x="1281" y="4789"/>
                  </a:lnTo>
                  <a:lnTo>
                    <a:pt x="1371" y="4901"/>
                  </a:lnTo>
                  <a:lnTo>
                    <a:pt x="1461" y="4969"/>
                  </a:lnTo>
                  <a:lnTo>
                    <a:pt x="1574" y="5014"/>
                  </a:lnTo>
                  <a:lnTo>
                    <a:pt x="1686" y="5059"/>
                  </a:lnTo>
                  <a:lnTo>
                    <a:pt x="1911" y="5059"/>
                  </a:lnTo>
                  <a:lnTo>
                    <a:pt x="2023" y="5036"/>
                  </a:lnTo>
                  <a:lnTo>
                    <a:pt x="2136" y="4991"/>
                  </a:lnTo>
                  <a:lnTo>
                    <a:pt x="2225" y="4924"/>
                  </a:lnTo>
                  <a:lnTo>
                    <a:pt x="2315" y="4834"/>
                  </a:lnTo>
                  <a:lnTo>
                    <a:pt x="2383" y="4744"/>
                  </a:lnTo>
                  <a:lnTo>
                    <a:pt x="2428" y="4654"/>
                  </a:lnTo>
                  <a:lnTo>
                    <a:pt x="2450" y="4519"/>
                  </a:lnTo>
                  <a:lnTo>
                    <a:pt x="2428" y="4407"/>
                  </a:lnTo>
                  <a:lnTo>
                    <a:pt x="2405" y="4272"/>
                  </a:lnTo>
                  <a:lnTo>
                    <a:pt x="2248" y="3777"/>
                  </a:lnTo>
                  <a:lnTo>
                    <a:pt x="2091" y="3305"/>
                  </a:lnTo>
                  <a:lnTo>
                    <a:pt x="1798" y="2339"/>
                  </a:lnTo>
                  <a:lnTo>
                    <a:pt x="1506" y="1350"/>
                  </a:lnTo>
                  <a:lnTo>
                    <a:pt x="1371" y="878"/>
                  </a:lnTo>
                  <a:lnTo>
                    <a:pt x="1191" y="406"/>
                  </a:lnTo>
                  <a:lnTo>
                    <a:pt x="1146" y="271"/>
                  </a:lnTo>
                  <a:lnTo>
                    <a:pt x="1057" y="158"/>
                  </a:lnTo>
                  <a:lnTo>
                    <a:pt x="967" y="91"/>
                  </a:lnTo>
                  <a:lnTo>
                    <a:pt x="877" y="46"/>
                  </a:lnTo>
                  <a:lnTo>
                    <a:pt x="764"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5"/>
            <p:cNvSpPr/>
            <p:nvPr/>
          </p:nvSpPr>
          <p:spPr>
            <a:xfrm>
              <a:off x="4924925" y="1280025"/>
              <a:ext cx="872225" cy="1785975"/>
            </a:xfrm>
            <a:custGeom>
              <a:avLst/>
              <a:gdLst/>
              <a:ahLst/>
              <a:cxnLst/>
              <a:rect l="l" t="t" r="r" b="b"/>
              <a:pathLst>
                <a:path w="34889" h="71439" extrusionOk="0">
                  <a:moveTo>
                    <a:pt x="5643" y="0"/>
                  </a:moveTo>
                  <a:lnTo>
                    <a:pt x="5171" y="23"/>
                  </a:lnTo>
                  <a:lnTo>
                    <a:pt x="4676" y="68"/>
                  </a:lnTo>
                  <a:lnTo>
                    <a:pt x="4204" y="135"/>
                  </a:lnTo>
                  <a:lnTo>
                    <a:pt x="3710" y="247"/>
                  </a:lnTo>
                  <a:lnTo>
                    <a:pt x="3260" y="382"/>
                  </a:lnTo>
                  <a:lnTo>
                    <a:pt x="2833" y="562"/>
                  </a:lnTo>
                  <a:lnTo>
                    <a:pt x="2451" y="787"/>
                  </a:lnTo>
                  <a:lnTo>
                    <a:pt x="2091" y="1057"/>
                  </a:lnTo>
                  <a:lnTo>
                    <a:pt x="1777" y="1371"/>
                  </a:lnTo>
                  <a:lnTo>
                    <a:pt x="1462" y="1709"/>
                  </a:lnTo>
                  <a:lnTo>
                    <a:pt x="1215" y="2113"/>
                  </a:lnTo>
                  <a:lnTo>
                    <a:pt x="967" y="2518"/>
                  </a:lnTo>
                  <a:lnTo>
                    <a:pt x="765" y="2990"/>
                  </a:lnTo>
                  <a:lnTo>
                    <a:pt x="585" y="3484"/>
                  </a:lnTo>
                  <a:lnTo>
                    <a:pt x="428" y="4001"/>
                  </a:lnTo>
                  <a:lnTo>
                    <a:pt x="293" y="4563"/>
                  </a:lnTo>
                  <a:lnTo>
                    <a:pt x="181" y="5148"/>
                  </a:lnTo>
                  <a:lnTo>
                    <a:pt x="113" y="5755"/>
                  </a:lnTo>
                  <a:lnTo>
                    <a:pt x="46" y="6407"/>
                  </a:lnTo>
                  <a:lnTo>
                    <a:pt x="1" y="7059"/>
                  </a:lnTo>
                  <a:lnTo>
                    <a:pt x="1" y="7756"/>
                  </a:lnTo>
                  <a:lnTo>
                    <a:pt x="1" y="8475"/>
                  </a:lnTo>
                  <a:lnTo>
                    <a:pt x="23" y="9217"/>
                  </a:lnTo>
                  <a:lnTo>
                    <a:pt x="68" y="9981"/>
                  </a:lnTo>
                  <a:lnTo>
                    <a:pt x="136" y="10768"/>
                  </a:lnTo>
                  <a:lnTo>
                    <a:pt x="203" y="11577"/>
                  </a:lnTo>
                  <a:lnTo>
                    <a:pt x="316" y="12386"/>
                  </a:lnTo>
                  <a:lnTo>
                    <a:pt x="428" y="13218"/>
                  </a:lnTo>
                  <a:lnTo>
                    <a:pt x="698" y="14949"/>
                  </a:lnTo>
                  <a:lnTo>
                    <a:pt x="1035" y="16702"/>
                  </a:lnTo>
                  <a:lnTo>
                    <a:pt x="1395" y="18501"/>
                  </a:lnTo>
                  <a:lnTo>
                    <a:pt x="1822" y="20344"/>
                  </a:lnTo>
                  <a:lnTo>
                    <a:pt x="2271" y="22187"/>
                  </a:lnTo>
                  <a:lnTo>
                    <a:pt x="2766" y="24053"/>
                  </a:lnTo>
                  <a:lnTo>
                    <a:pt x="3260" y="25919"/>
                  </a:lnTo>
                  <a:lnTo>
                    <a:pt x="3800" y="27784"/>
                  </a:lnTo>
                  <a:lnTo>
                    <a:pt x="4339" y="29605"/>
                  </a:lnTo>
                  <a:lnTo>
                    <a:pt x="4879" y="31403"/>
                  </a:lnTo>
                  <a:lnTo>
                    <a:pt x="5958" y="34865"/>
                  </a:lnTo>
                  <a:lnTo>
                    <a:pt x="7891" y="40980"/>
                  </a:lnTo>
                  <a:lnTo>
                    <a:pt x="8655" y="43475"/>
                  </a:lnTo>
                  <a:lnTo>
                    <a:pt x="8970" y="44531"/>
                  </a:lnTo>
                  <a:lnTo>
                    <a:pt x="9217" y="45475"/>
                  </a:lnTo>
                  <a:lnTo>
                    <a:pt x="9689" y="47251"/>
                  </a:lnTo>
                  <a:lnTo>
                    <a:pt x="10184" y="49027"/>
                  </a:lnTo>
                  <a:lnTo>
                    <a:pt x="10723" y="50780"/>
                  </a:lnTo>
                  <a:lnTo>
                    <a:pt x="11263" y="52511"/>
                  </a:lnTo>
                  <a:lnTo>
                    <a:pt x="11825" y="54265"/>
                  </a:lnTo>
                  <a:lnTo>
                    <a:pt x="12409" y="55996"/>
                  </a:lnTo>
                  <a:lnTo>
                    <a:pt x="13016" y="57727"/>
                  </a:lnTo>
                  <a:lnTo>
                    <a:pt x="13623" y="59457"/>
                  </a:lnTo>
                  <a:lnTo>
                    <a:pt x="13960" y="60469"/>
                  </a:lnTo>
                  <a:lnTo>
                    <a:pt x="14365" y="61818"/>
                  </a:lnTo>
                  <a:lnTo>
                    <a:pt x="14837" y="63391"/>
                  </a:lnTo>
                  <a:lnTo>
                    <a:pt x="15354" y="65055"/>
                  </a:lnTo>
                  <a:lnTo>
                    <a:pt x="15871" y="66673"/>
                  </a:lnTo>
                  <a:lnTo>
                    <a:pt x="16141" y="67415"/>
                  </a:lnTo>
                  <a:lnTo>
                    <a:pt x="16411" y="68112"/>
                  </a:lnTo>
                  <a:lnTo>
                    <a:pt x="16658" y="68719"/>
                  </a:lnTo>
                  <a:lnTo>
                    <a:pt x="16883" y="69258"/>
                  </a:lnTo>
                  <a:lnTo>
                    <a:pt x="17107" y="69663"/>
                  </a:lnTo>
                  <a:lnTo>
                    <a:pt x="17220" y="69820"/>
                  </a:lnTo>
                  <a:lnTo>
                    <a:pt x="17310" y="69933"/>
                  </a:lnTo>
                  <a:lnTo>
                    <a:pt x="17647" y="70270"/>
                  </a:lnTo>
                  <a:lnTo>
                    <a:pt x="18007" y="70540"/>
                  </a:lnTo>
                  <a:lnTo>
                    <a:pt x="18366" y="70787"/>
                  </a:lnTo>
                  <a:lnTo>
                    <a:pt x="18748" y="70967"/>
                  </a:lnTo>
                  <a:lnTo>
                    <a:pt x="19130" y="71124"/>
                  </a:lnTo>
                  <a:lnTo>
                    <a:pt x="19535" y="71259"/>
                  </a:lnTo>
                  <a:lnTo>
                    <a:pt x="19940" y="71349"/>
                  </a:lnTo>
                  <a:lnTo>
                    <a:pt x="20367" y="71394"/>
                  </a:lnTo>
                  <a:lnTo>
                    <a:pt x="20794" y="71439"/>
                  </a:lnTo>
                  <a:lnTo>
                    <a:pt x="21671" y="71439"/>
                  </a:lnTo>
                  <a:lnTo>
                    <a:pt x="22098" y="71416"/>
                  </a:lnTo>
                  <a:lnTo>
                    <a:pt x="22974" y="71304"/>
                  </a:lnTo>
                  <a:lnTo>
                    <a:pt x="23829" y="71169"/>
                  </a:lnTo>
                  <a:lnTo>
                    <a:pt x="24570" y="71034"/>
                  </a:lnTo>
                  <a:lnTo>
                    <a:pt x="25357" y="70877"/>
                  </a:lnTo>
                  <a:lnTo>
                    <a:pt x="26211" y="70674"/>
                  </a:lnTo>
                  <a:lnTo>
                    <a:pt x="27111" y="70450"/>
                  </a:lnTo>
                  <a:lnTo>
                    <a:pt x="28931" y="69955"/>
                  </a:lnTo>
                  <a:lnTo>
                    <a:pt x="29853" y="69685"/>
                  </a:lnTo>
                  <a:lnTo>
                    <a:pt x="30730" y="69416"/>
                  </a:lnTo>
                  <a:lnTo>
                    <a:pt x="31584" y="69123"/>
                  </a:lnTo>
                  <a:lnTo>
                    <a:pt x="32348" y="68854"/>
                  </a:lnTo>
                  <a:lnTo>
                    <a:pt x="33067" y="68606"/>
                  </a:lnTo>
                  <a:lnTo>
                    <a:pt x="33674" y="68337"/>
                  </a:lnTo>
                  <a:lnTo>
                    <a:pt x="34191" y="68112"/>
                  </a:lnTo>
                  <a:lnTo>
                    <a:pt x="34574" y="67887"/>
                  </a:lnTo>
                  <a:lnTo>
                    <a:pt x="34708" y="67797"/>
                  </a:lnTo>
                  <a:lnTo>
                    <a:pt x="34798" y="67707"/>
                  </a:lnTo>
                  <a:lnTo>
                    <a:pt x="34866" y="67617"/>
                  </a:lnTo>
                  <a:lnTo>
                    <a:pt x="34888" y="67527"/>
                  </a:lnTo>
                  <a:lnTo>
                    <a:pt x="34866" y="66965"/>
                  </a:lnTo>
                  <a:lnTo>
                    <a:pt x="34843" y="66358"/>
                  </a:lnTo>
                  <a:lnTo>
                    <a:pt x="34776" y="65752"/>
                  </a:lnTo>
                  <a:lnTo>
                    <a:pt x="34686" y="65145"/>
                  </a:lnTo>
                  <a:lnTo>
                    <a:pt x="34574" y="64515"/>
                  </a:lnTo>
                  <a:lnTo>
                    <a:pt x="34461" y="63863"/>
                  </a:lnTo>
                  <a:lnTo>
                    <a:pt x="34169" y="62604"/>
                  </a:lnTo>
                  <a:lnTo>
                    <a:pt x="33854" y="61323"/>
                  </a:lnTo>
                  <a:lnTo>
                    <a:pt x="33517" y="60087"/>
                  </a:lnTo>
                  <a:lnTo>
                    <a:pt x="32865" y="57771"/>
                  </a:lnTo>
                  <a:lnTo>
                    <a:pt x="31157" y="51657"/>
                  </a:lnTo>
                  <a:lnTo>
                    <a:pt x="29853" y="46959"/>
                  </a:lnTo>
                  <a:lnTo>
                    <a:pt x="28392" y="41699"/>
                  </a:lnTo>
                  <a:lnTo>
                    <a:pt x="26841" y="36304"/>
                  </a:lnTo>
                  <a:lnTo>
                    <a:pt x="25357" y="31156"/>
                  </a:lnTo>
                  <a:lnTo>
                    <a:pt x="24660" y="28818"/>
                  </a:lnTo>
                  <a:lnTo>
                    <a:pt x="24008" y="26683"/>
                  </a:lnTo>
                  <a:lnTo>
                    <a:pt x="23424" y="24817"/>
                  </a:lnTo>
                  <a:lnTo>
                    <a:pt x="22907" y="23289"/>
                  </a:lnTo>
                  <a:lnTo>
                    <a:pt x="22457" y="22007"/>
                  </a:lnTo>
                  <a:lnTo>
                    <a:pt x="21918" y="20456"/>
                  </a:lnTo>
                  <a:lnTo>
                    <a:pt x="21266" y="18703"/>
                  </a:lnTo>
                  <a:lnTo>
                    <a:pt x="20524" y="16792"/>
                  </a:lnTo>
                  <a:lnTo>
                    <a:pt x="20097" y="15781"/>
                  </a:lnTo>
                  <a:lnTo>
                    <a:pt x="19648" y="14746"/>
                  </a:lnTo>
                  <a:lnTo>
                    <a:pt x="19198" y="13712"/>
                  </a:lnTo>
                  <a:lnTo>
                    <a:pt x="18703" y="12656"/>
                  </a:lnTo>
                  <a:lnTo>
                    <a:pt x="18186" y="11622"/>
                  </a:lnTo>
                  <a:lnTo>
                    <a:pt x="17647" y="10565"/>
                  </a:lnTo>
                  <a:lnTo>
                    <a:pt x="17062" y="9531"/>
                  </a:lnTo>
                  <a:lnTo>
                    <a:pt x="16478" y="8520"/>
                  </a:lnTo>
                  <a:lnTo>
                    <a:pt x="15871" y="7531"/>
                  </a:lnTo>
                  <a:lnTo>
                    <a:pt x="15219" y="6587"/>
                  </a:lnTo>
                  <a:lnTo>
                    <a:pt x="14545" y="5665"/>
                  </a:lnTo>
                  <a:lnTo>
                    <a:pt x="13870" y="4788"/>
                  </a:lnTo>
                  <a:lnTo>
                    <a:pt x="13511" y="4384"/>
                  </a:lnTo>
                  <a:lnTo>
                    <a:pt x="13151" y="3979"/>
                  </a:lnTo>
                  <a:lnTo>
                    <a:pt x="12769" y="3574"/>
                  </a:lnTo>
                  <a:lnTo>
                    <a:pt x="12409" y="3215"/>
                  </a:lnTo>
                  <a:lnTo>
                    <a:pt x="12027" y="2855"/>
                  </a:lnTo>
                  <a:lnTo>
                    <a:pt x="11645" y="2518"/>
                  </a:lnTo>
                  <a:lnTo>
                    <a:pt x="11263" y="2181"/>
                  </a:lnTo>
                  <a:lnTo>
                    <a:pt x="10858" y="1888"/>
                  </a:lnTo>
                  <a:lnTo>
                    <a:pt x="10454" y="1596"/>
                  </a:lnTo>
                  <a:lnTo>
                    <a:pt x="10049" y="1349"/>
                  </a:lnTo>
                  <a:lnTo>
                    <a:pt x="9622" y="1102"/>
                  </a:lnTo>
                  <a:lnTo>
                    <a:pt x="9217" y="877"/>
                  </a:lnTo>
                  <a:lnTo>
                    <a:pt x="8790" y="675"/>
                  </a:lnTo>
                  <a:lnTo>
                    <a:pt x="8341" y="495"/>
                  </a:lnTo>
                  <a:lnTo>
                    <a:pt x="7913" y="360"/>
                  </a:lnTo>
                  <a:lnTo>
                    <a:pt x="7464" y="225"/>
                  </a:lnTo>
                  <a:lnTo>
                    <a:pt x="7014" y="135"/>
                  </a:lnTo>
                  <a:lnTo>
                    <a:pt x="6565" y="68"/>
                  </a:lnTo>
                  <a:lnTo>
                    <a:pt x="6093" y="23"/>
                  </a:lnTo>
                  <a:lnTo>
                    <a:pt x="5643"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5"/>
            <p:cNvSpPr/>
            <p:nvPr/>
          </p:nvSpPr>
          <p:spPr>
            <a:xfrm>
              <a:off x="5012050" y="1281700"/>
              <a:ext cx="572100" cy="1771375"/>
            </a:xfrm>
            <a:custGeom>
              <a:avLst/>
              <a:gdLst/>
              <a:ahLst/>
              <a:cxnLst/>
              <a:rect l="l" t="t" r="r" b="b"/>
              <a:pathLst>
                <a:path w="22884" h="70855" extrusionOk="0">
                  <a:moveTo>
                    <a:pt x="1236" y="1"/>
                  </a:moveTo>
                  <a:lnTo>
                    <a:pt x="742" y="68"/>
                  </a:lnTo>
                  <a:lnTo>
                    <a:pt x="225" y="180"/>
                  </a:lnTo>
                  <a:lnTo>
                    <a:pt x="0" y="225"/>
                  </a:lnTo>
                  <a:lnTo>
                    <a:pt x="719" y="2361"/>
                  </a:lnTo>
                  <a:lnTo>
                    <a:pt x="1461" y="4496"/>
                  </a:lnTo>
                  <a:lnTo>
                    <a:pt x="2226" y="6610"/>
                  </a:lnTo>
                  <a:lnTo>
                    <a:pt x="3012" y="8723"/>
                  </a:lnTo>
                  <a:lnTo>
                    <a:pt x="4586" y="12949"/>
                  </a:lnTo>
                  <a:lnTo>
                    <a:pt x="5373" y="15062"/>
                  </a:lnTo>
                  <a:lnTo>
                    <a:pt x="6114" y="17175"/>
                  </a:lnTo>
                  <a:lnTo>
                    <a:pt x="7868" y="22300"/>
                  </a:lnTo>
                  <a:lnTo>
                    <a:pt x="9576" y="27425"/>
                  </a:lnTo>
                  <a:lnTo>
                    <a:pt x="10408" y="30010"/>
                  </a:lnTo>
                  <a:lnTo>
                    <a:pt x="11240" y="32595"/>
                  </a:lnTo>
                  <a:lnTo>
                    <a:pt x="12049" y="35180"/>
                  </a:lnTo>
                  <a:lnTo>
                    <a:pt x="12836" y="37766"/>
                  </a:lnTo>
                  <a:lnTo>
                    <a:pt x="14319" y="42711"/>
                  </a:lnTo>
                  <a:lnTo>
                    <a:pt x="15061" y="45184"/>
                  </a:lnTo>
                  <a:lnTo>
                    <a:pt x="15758" y="47656"/>
                  </a:lnTo>
                  <a:lnTo>
                    <a:pt x="16455" y="50151"/>
                  </a:lnTo>
                  <a:lnTo>
                    <a:pt x="17129" y="52647"/>
                  </a:lnTo>
                  <a:lnTo>
                    <a:pt x="17759" y="55142"/>
                  </a:lnTo>
                  <a:lnTo>
                    <a:pt x="18388" y="57660"/>
                  </a:lnTo>
                  <a:lnTo>
                    <a:pt x="19152" y="60964"/>
                  </a:lnTo>
                  <a:lnTo>
                    <a:pt x="19939" y="64268"/>
                  </a:lnTo>
                  <a:lnTo>
                    <a:pt x="20344" y="65932"/>
                  </a:lnTo>
                  <a:lnTo>
                    <a:pt x="20771" y="67573"/>
                  </a:lnTo>
                  <a:lnTo>
                    <a:pt x="21220" y="69214"/>
                  </a:lnTo>
                  <a:lnTo>
                    <a:pt x="21670" y="70855"/>
                  </a:lnTo>
                  <a:lnTo>
                    <a:pt x="22884" y="70562"/>
                  </a:lnTo>
                  <a:lnTo>
                    <a:pt x="22434" y="68989"/>
                  </a:lnTo>
                  <a:lnTo>
                    <a:pt x="22007" y="67415"/>
                  </a:lnTo>
                  <a:lnTo>
                    <a:pt x="21602" y="65819"/>
                  </a:lnTo>
                  <a:lnTo>
                    <a:pt x="21198" y="64246"/>
                  </a:lnTo>
                  <a:lnTo>
                    <a:pt x="20456" y="61054"/>
                  </a:lnTo>
                  <a:lnTo>
                    <a:pt x="19692" y="57884"/>
                  </a:lnTo>
                  <a:lnTo>
                    <a:pt x="19062" y="55299"/>
                  </a:lnTo>
                  <a:lnTo>
                    <a:pt x="18410" y="52714"/>
                  </a:lnTo>
                  <a:lnTo>
                    <a:pt x="17736" y="50174"/>
                  </a:lnTo>
                  <a:lnTo>
                    <a:pt x="17017" y="47611"/>
                  </a:lnTo>
                  <a:lnTo>
                    <a:pt x="16297" y="45049"/>
                  </a:lnTo>
                  <a:lnTo>
                    <a:pt x="15556" y="42509"/>
                  </a:lnTo>
                  <a:lnTo>
                    <a:pt x="14027" y="37428"/>
                  </a:lnTo>
                  <a:lnTo>
                    <a:pt x="13263" y="34911"/>
                  </a:lnTo>
                  <a:lnTo>
                    <a:pt x="12476" y="32393"/>
                  </a:lnTo>
                  <a:lnTo>
                    <a:pt x="11689" y="29898"/>
                  </a:lnTo>
                  <a:lnTo>
                    <a:pt x="10880" y="27380"/>
                  </a:lnTo>
                  <a:lnTo>
                    <a:pt x="9216" y="22390"/>
                  </a:lnTo>
                  <a:lnTo>
                    <a:pt x="7508" y="17399"/>
                  </a:lnTo>
                  <a:lnTo>
                    <a:pt x="6721" y="15219"/>
                  </a:lnTo>
                  <a:lnTo>
                    <a:pt x="5935" y="13061"/>
                  </a:lnTo>
                  <a:lnTo>
                    <a:pt x="4316" y="8723"/>
                  </a:lnTo>
                  <a:lnTo>
                    <a:pt x="3507" y="6542"/>
                  </a:lnTo>
                  <a:lnTo>
                    <a:pt x="2720" y="4362"/>
                  </a:lnTo>
                  <a:lnTo>
                    <a:pt x="1956" y="2181"/>
                  </a:lnTo>
                  <a:lnTo>
                    <a:pt x="1236" y="1"/>
                  </a:lnTo>
                  <a:close/>
                </a:path>
              </a:pathLst>
            </a:custGeom>
            <a:solidFill>
              <a:srgbClr val="A6CC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5"/>
            <p:cNvSpPr/>
            <p:nvPr/>
          </p:nvSpPr>
          <p:spPr>
            <a:xfrm>
              <a:off x="5590875" y="2649000"/>
              <a:ext cx="77575" cy="200075"/>
            </a:xfrm>
            <a:custGeom>
              <a:avLst/>
              <a:gdLst/>
              <a:ahLst/>
              <a:cxnLst/>
              <a:rect l="l" t="t" r="r" b="b"/>
              <a:pathLst>
                <a:path w="3103" h="8003" extrusionOk="0">
                  <a:moveTo>
                    <a:pt x="585" y="0"/>
                  </a:moveTo>
                  <a:lnTo>
                    <a:pt x="473" y="23"/>
                  </a:lnTo>
                  <a:lnTo>
                    <a:pt x="360" y="68"/>
                  </a:lnTo>
                  <a:lnTo>
                    <a:pt x="248" y="135"/>
                  </a:lnTo>
                  <a:lnTo>
                    <a:pt x="158" y="203"/>
                  </a:lnTo>
                  <a:lnTo>
                    <a:pt x="90" y="292"/>
                  </a:lnTo>
                  <a:lnTo>
                    <a:pt x="45" y="382"/>
                  </a:lnTo>
                  <a:lnTo>
                    <a:pt x="0" y="495"/>
                  </a:lnTo>
                  <a:lnTo>
                    <a:pt x="0" y="630"/>
                  </a:lnTo>
                  <a:lnTo>
                    <a:pt x="23" y="765"/>
                  </a:lnTo>
                  <a:lnTo>
                    <a:pt x="450" y="2473"/>
                  </a:lnTo>
                  <a:lnTo>
                    <a:pt x="877" y="4204"/>
                  </a:lnTo>
                  <a:lnTo>
                    <a:pt x="1102" y="5058"/>
                  </a:lnTo>
                  <a:lnTo>
                    <a:pt x="1349" y="5890"/>
                  </a:lnTo>
                  <a:lnTo>
                    <a:pt x="1596" y="6744"/>
                  </a:lnTo>
                  <a:lnTo>
                    <a:pt x="1889" y="7576"/>
                  </a:lnTo>
                  <a:lnTo>
                    <a:pt x="1934" y="7711"/>
                  </a:lnTo>
                  <a:lnTo>
                    <a:pt x="2024" y="7801"/>
                  </a:lnTo>
                  <a:lnTo>
                    <a:pt x="2114" y="7890"/>
                  </a:lnTo>
                  <a:lnTo>
                    <a:pt x="2203" y="7958"/>
                  </a:lnTo>
                  <a:lnTo>
                    <a:pt x="2316" y="7980"/>
                  </a:lnTo>
                  <a:lnTo>
                    <a:pt x="2451" y="8003"/>
                  </a:lnTo>
                  <a:lnTo>
                    <a:pt x="2563" y="8003"/>
                  </a:lnTo>
                  <a:lnTo>
                    <a:pt x="2675" y="7980"/>
                  </a:lnTo>
                  <a:lnTo>
                    <a:pt x="2788" y="7935"/>
                  </a:lnTo>
                  <a:lnTo>
                    <a:pt x="2878" y="7890"/>
                  </a:lnTo>
                  <a:lnTo>
                    <a:pt x="2968" y="7801"/>
                  </a:lnTo>
                  <a:lnTo>
                    <a:pt x="3035" y="7733"/>
                  </a:lnTo>
                  <a:lnTo>
                    <a:pt x="3080" y="7621"/>
                  </a:lnTo>
                  <a:lnTo>
                    <a:pt x="3103" y="7508"/>
                  </a:lnTo>
                  <a:lnTo>
                    <a:pt x="3103" y="7396"/>
                  </a:lnTo>
                  <a:lnTo>
                    <a:pt x="3080" y="7261"/>
                  </a:lnTo>
                  <a:lnTo>
                    <a:pt x="2788" y="6407"/>
                  </a:lnTo>
                  <a:lnTo>
                    <a:pt x="2541" y="5575"/>
                  </a:lnTo>
                  <a:lnTo>
                    <a:pt x="2293" y="4721"/>
                  </a:lnTo>
                  <a:lnTo>
                    <a:pt x="2069" y="3867"/>
                  </a:lnTo>
                  <a:lnTo>
                    <a:pt x="1641" y="2158"/>
                  </a:lnTo>
                  <a:lnTo>
                    <a:pt x="1214" y="450"/>
                  </a:lnTo>
                  <a:lnTo>
                    <a:pt x="1169" y="315"/>
                  </a:lnTo>
                  <a:lnTo>
                    <a:pt x="1102" y="203"/>
                  </a:lnTo>
                  <a:lnTo>
                    <a:pt x="1012" y="113"/>
                  </a:lnTo>
                  <a:lnTo>
                    <a:pt x="922" y="68"/>
                  </a:lnTo>
                  <a:lnTo>
                    <a:pt x="810" y="23"/>
                  </a:lnTo>
                  <a:lnTo>
                    <a:pt x="697"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5"/>
            <p:cNvSpPr/>
            <p:nvPr/>
          </p:nvSpPr>
          <p:spPr>
            <a:xfrm>
              <a:off x="5354275" y="2865925"/>
              <a:ext cx="66350" cy="138275"/>
            </a:xfrm>
            <a:custGeom>
              <a:avLst/>
              <a:gdLst/>
              <a:ahLst/>
              <a:cxnLst/>
              <a:rect l="l" t="t" r="r" b="b"/>
              <a:pathLst>
                <a:path w="2654" h="5531" extrusionOk="0">
                  <a:moveTo>
                    <a:pt x="675" y="0"/>
                  </a:moveTo>
                  <a:lnTo>
                    <a:pt x="563" y="23"/>
                  </a:lnTo>
                  <a:lnTo>
                    <a:pt x="428" y="45"/>
                  </a:lnTo>
                  <a:lnTo>
                    <a:pt x="338" y="68"/>
                  </a:lnTo>
                  <a:lnTo>
                    <a:pt x="226" y="135"/>
                  </a:lnTo>
                  <a:lnTo>
                    <a:pt x="136" y="203"/>
                  </a:lnTo>
                  <a:lnTo>
                    <a:pt x="68" y="292"/>
                  </a:lnTo>
                  <a:lnTo>
                    <a:pt x="23" y="382"/>
                  </a:lnTo>
                  <a:lnTo>
                    <a:pt x="1" y="495"/>
                  </a:lnTo>
                  <a:lnTo>
                    <a:pt x="1" y="630"/>
                  </a:lnTo>
                  <a:lnTo>
                    <a:pt x="46" y="764"/>
                  </a:lnTo>
                  <a:lnTo>
                    <a:pt x="428" y="1843"/>
                  </a:lnTo>
                  <a:lnTo>
                    <a:pt x="788" y="2900"/>
                  </a:lnTo>
                  <a:lnTo>
                    <a:pt x="1125" y="4001"/>
                  </a:lnTo>
                  <a:lnTo>
                    <a:pt x="1439" y="5103"/>
                  </a:lnTo>
                  <a:lnTo>
                    <a:pt x="1484" y="5215"/>
                  </a:lnTo>
                  <a:lnTo>
                    <a:pt x="1552" y="5328"/>
                  </a:lnTo>
                  <a:lnTo>
                    <a:pt x="1642" y="5418"/>
                  </a:lnTo>
                  <a:lnTo>
                    <a:pt x="1732" y="5485"/>
                  </a:lnTo>
                  <a:lnTo>
                    <a:pt x="1844" y="5508"/>
                  </a:lnTo>
                  <a:lnTo>
                    <a:pt x="1956" y="5530"/>
                  </a:lnTo>
                  <a:lnTo>
                    <a:pt x="2069" y="5530"/>
                  </a:lnTo>
                  <a:lnTo>
                    <a:pt x="2181" y="5508"/>
                  </a:lnTo>
                  <a:lnTo>
                    <a:pt x="2294" y="5463"/>
                  </a:lnTo>
                  <a:lnTo>
                    <a:pt x="2384" y="5418"/>
                  </a:lnTo>
                  <a:lnTo>
                    <a:pt x="2474" y="5328"/>
                  </a:lnTo>
                  <a:lnTo>
                    <a:pt x="2563" y="5260"/>
                  </a:lnTo>
                  <a:lnTo>
                    <a:pt x="2608" y="5148"/>
                  </a:lnTo>
                  <a:lnTo>
                    <a:pt x="2653" y="5036"/>
                  </a:lnTo>
                  <a:lnTo>
                    <a:pt x="2653" y="4901"/>
                  </a:lnTo>
                  <a:lnTo>
                    <a:pt x="2631" y="4766"/>
                  </a:lnTo>
                  <a:lnTo>
                    <a:pt x="2316" y="3664"/>
                  </a:lnTo>
                  <a:lnTo>
                    <a:pt x="1979" y="2585"/>
                  </a:lnTo>
                  <a:lnTo>
                    <a:pt x="1619" y="1506"/>
                  </a:lnTo>
                  <a:lnTo>
                    <a:pt x="1237" y="427"/>
                  </a:lnTo>
                  <a:lnTo>
                    <a:pt x="1170" y="292"/>
                  </a:lnTo>
                  <a:lnTo>
                    <a:pt x="1102" y="203"/>
                  </a:lnTo>
                  <a:lnTo>
                    <a:pt x="1012" y="113"/>
                  </a:lnTo>
                  <a:lnTo>
                    <a:pt x="900" y="68"/>
                  </a:lnTo>
                  <a:lnTo>
                    <a:pt x="788" y="23"/>
                  </a:lnTo>
                  <a:lnTo>
                    <a:pt x="675"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5"/>
            <p:cNvSpPr/>
            <p:nvPr/>
          </p:nvSpPr>
          <p:spPr>
            <a:xfrm>
              <a:off x="5327875" y="2675975"/>
              <a:ext cx="38225" cy="65200"/>
            </a:xfrm>
            <a:custGeom>
              <a:avLst/>
              <a:gdLst/>
              <a:ahLst/>
              <a:cxnLst/>
              <a:rect l="l" t="t" r="r" b="b"/>
              <a:pathLst>
                <a:path w="1529" h="2608" extrusionOk="0">
                  <a:moveTo>
                    <a:pt x="607" y="0"/>
                  </a:moveTo>
                  <a:lnTo>
                    <a:pt x="495" y="23"/>
                  </a:lnTo>
                  <a:lnTo>
                    <a:pt x="382" y="68"/>
                  </a:lnTo>
                  <a:lnTo>
                    <a:pt x="270" y="113"/>
                  </a:lnTo>
                  <a:lnTo>
                    <a:pt x="180" y="203"/>
                  </a:lnTo>
                  <a:lnTo>
                    <a:pt x="113" y="292"/>
                  </a:lnTo>
                  <a:lnTo>
                    <a:pt x="45" y="382"/>
                  </a:lnTo>
                  <a:lnTo>
                    <a:pt x="0" y="495"/>
                  </a:lnTo>
                  <a:lnTo>
                    <a:pt x="0" y="630"/>
                  </a:lnTo>
                  <a:lnTo>
                    <a:pt x="23" y="765"/>
                  </a:lnTo>
                  <a:lnTo>
                    <a:pt x="315" y="2158"/>
                  </a:lnTo>
                  <a:lnTo>
                    <a:pt x="360" y="2293"/>
                  </a:lnTo>
                  <a:lnTo>
                    <a:pt x="427" y="2406"/>
                  </a:lnTo>
                  <a:lnTo>
                    <a:pt x="517" y="2495"/>
                  </a:lnTo>
                  <a:lnTo>
                    <a:pt x="607" y="2563"/>
                  </a:lnTo>
                  <a:lnTo>
                    <a:pt x="720" y="2585"/>
                  </a:lnTo>
                  <a:lnTo>
                    <a:pt x="832" y="2608"/>
                  </a:lnTo>
                  <a:lnTo>
                    <a:pt x="944" y="2608"/>
                  </a:lnTo>
                  <a:lnTo>
                    <a:pt x="1057" y="2585"/>
                  </a:lnTo>
                  <a:lnTo>
                    <a:pt x="1169" y="2540"/>
                  </a:lnTo>
                  <a:lnTo>
                    <a:pt x="1259" y="2495"/>
                  </a:lnTo>
                  <a:lnTo>
                    <a:pt x="1349" y="2406"/>
                  </a:lnTo>
                  <a:lnTo>
                    <a:pt x="1439" y="2316"/>
                  </a:lnTo>
                  <a:lnTo>
                    <a:pt x="1484" y="2226"/>
                  </a:lnTo>
                  <a:lnTo>
                    <a:pt x="1529" y="2113"/>
                  </a:lnTo>
                  <a:lnTo>
                    <a:pt x="1529" y="1978"/>
                  </a:lnTo>
                  <a:lnTo>
                    <a:pt x="1529" y="1844"/>
                  </a:lnTo>
                  <a:lnTo>
                    <a:pt x="1214" y="450"/>
                  </a:lnTo>
                  <a:lnTo>
                    <a:pt x="1169" y="315"/>
                  </a:lnTo>
                  <a:lnTo>
                    <a:pt x="1102" y="203"/>
                  </a:lnTo>
                  <a:lnTo>
                    <a:pt x="1012" y="113"/>
                  </a:lnTo>
                  <a:lnTo>
                    <a:pt x="922" y="68"/>
                  </a:lnTo>
                  <a:lnTo>
                    <a:pt x="832" y="23"/>
                  </a:lnTo>
                  <a:lnTo>
                    <a:pt x="720"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5"/>
            <p:cNvSpPr/>
            <p:nvPr/>
          </p:nvSpPr>
          <p:spPr>
            <a:xfrm>
              <a:off x="5389675" y="2796225"/>
              <a:ext cx="69725" cy="157950"/>
            </a:xfrm>
            <a:custGeom>
              <a:avLst/>
              <a:gdLst/>
              <a:ahLst/>
              <a:cxnLst/>
              <a:rect l="l" t="t" r="r" b="b"/>
              <a:pathLst>
                <a:path w="2789" h="6318" extrusionOk="0">
                  <a:moveTo>
                    <a:pt x="563" y="1"/>
                  </a:moveTo>
                  <a:lnTo>
                    <a:pt x="451" y="23"/>
                  </a:lnTo>
                  <a:lnTo>
                    <a:pt x="338" y="68"/>
                  </a:lnTo>
                  <a:lnTo>
                    <a:pt x="226" y="113"/>
                  </a:lnTo>
                  <a:lnTo>
                    <a:pt x="158" y="203"/>
                  </a:lnTo>
                  <a:lnTo>
                    <a:pt x="68" y="271"/>
                  </a:lnTo>
                  <a:lnTo>
                    <a:pt x="23" y="383"/>
                  </a:lnTo>
                  <a:lnTo>
                    <a:pt x="1" y="495"/>
                  </a:lnTo>
                  <a:lnTo>
                    <a:pt x="1" y="630"/>
                  </a:lnTo>
                  <a:lnTo>
                    <a:pt x="23" y="765"/>
                  </a:lnTo>
                  <a:lnTo>
                    <a:pt x="428" y="2046"/>
                  </a:lnTo>
                  <a:lnTo>
                    <a:pt x="833" y="3305"/>
                  </a:lnTo>
                  <a:lnTo>
                    <a:pt x="1215" y="4587"/>
                  </a:lnTo>
                  <a:lnTo>
                    <a:pt x="1395" y="5216"/>
                  </a:lnTo>
                  <a:lnTo>
                    <a:pt x="1575" y="5868"/>
                  </a:lnTo>
                  <a:lnTo>
                    <a:pt x="1619" y="6003"/>
                  </a:lnTo>
                  <a:lnTo>
                    <a:pt x="1687" y="6115"/>
                  </a:lnTo>
                  <a:lnTo>
                    <a:pt x="1754" y="6183"/>
                  </a:lnTo>
                  <a:lnTo>
                    <a:pt x="1867" y="6250"/>
                  </a:lnTo>
                  <a:lnTo>
                    <a:pt x="1979" y="6295"/>
                  </a:lnTo>
                  <a:lnTo>
                    <a:pt x="2069" y="6317"/>
                  </a:lnTo>
                  <a:lnTo>
                    <a:pt x="2204" y="6317"/>
                  </a:lnTo>
                  <a:lnTo>
                    <a:pt x="2316" y="6295"/>
                  </a:lnTo>
                  <a:lnTo>
                    <a:pt x="2406" y="6250"/>
                  </a:lnTo>
                  <a:lnTo>
                    <a:pt x="2519" y="6183"/>
                  </a:lnTo>
                  <a:lnTo>
                    <a:pt x="2609" y="6115"/>
                  </a:lnTo>
                  <a:lnTo>
                    <a:pt x="2676" y="6025"/>
                  </a:lnTo>
                  <a:lnTo>
                    <a:pt x="2743" y="5935"/>
                  </a:lnTo>
                  <a:lnTo>
                    <a:pt x="2766" y="5800"/>
                  </a:lnTo>
                  <a:lnTo>
                    <a:pt x="2788" y="5688"/>
                  </a:lnTo>
                  <a:lnTo>
                    <a:pt x="2766" y="5531"/>
                  </a:lnTo>
                  <a:lnTo>
                    <a:pt x="2586" y="4901"/>
                  </a:lnTo>
                  <a:lnTo>
                    <a:pt x="2406" y="4249"/>
                  </a:lnTo>
                  <a:lnTo>
                    <a:pt x="2024" y="2968"/>
                  </a:lnTo>
                  <a:lnTo>
                    <a:pt x="1619" y="1709"/>
                  </a:lnTo>
                  <a:lnTo>
                    <a:pt x="1215" y="428"/>
                  </a:lnTo>
                  <a:lnTo>
                    <a:pt x="1170" y="293"/>
                  </a:lnTo>
                  <a:lnTo>
                    <a:pt x="1080" y="203"/>
                  </a:lnTo>
                  <a:lnTo>
                    <a:pt x="990" y="113"/>
                  </a:lnTo>
                  <a:lnTo>
                    <a:pt x="900" y="46"/>
                  </a:lnTo>
                  <a:lnTo>
                    <a:pt x="788" y="23"/>
                  </a:lnTo>
                  <a:lnTo>
                    <a:pt x="675" y="1"/>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5"/>
            <p:cNvSpPr/>
            <p:nvPr/>
          </p:nvSpPr>
          <p:spPr>
            <a:xfrm>
              <a:off x="5281225" y="2382625"/>
              <a:ext cx="73075" cy="142750"/>
            </a:xfrm>
            <a:custGeom>
              <a:avLst/>
              <a:gdLst/>
              <a:ahLst/>
              <a:cxnLst/>
              <a:rect l="l" t="t" r="r" b="b"/>
              <a:pathLst>
                <a:path w="2923" h="5710" extrusionOk="0">
                  <a:moveTo>
                    <a:pt x="540" y="0"/>
                  </a:moveTo>
                  <a:lnTo>
                    <a:pt x="428" y="23"/>
                  </a:lnTo>
                  <a:lnTo>
                    <a:pt x="315" y="68"/>
                  </a:lnTo>
                  <a:lnTo>
                    <a:pt x="225" y="113"/>
                  </a:lnTo>
                  <a:lnTo>
                    <a:pt x="135" y="180"/>
                  </a:lnTo>
                  <a:lnTo>
                    <a:pt x="68" y="270"/>
                  </a:lnTo>
                  <a:lnTo>
                    <a:pt x="23" y="382"/>
                  </a:lnTo>
                  <a:lnTo>
                    <a:pt x="1" y="495"/>
                  </a:lnTo>
                  <a:lnTo>
                    <a:pt x="1" y="607"/>
                  </a:lnTo>
                  <a:lnTo>
                    <a:pt x="23" y="742"/>
                  </a:lnTo>
                  <a:lnTo>
                    <a:pt x="428" y="1911"/>
                  </a:lnTo>
                  <a:lnTo>
                    <a:pt x="855" y="3080"/>
                  </a:lnTo>
                  <a:lnTo>
                    <a:pt x="1304" y="4249"/>
                  </a:lnTo>
                  <a:lnTo>
                    <a:pt x="1799" y="5373"/>
                  </a:lnTo>
                  <a:lnTo>
                    <a:pt x="1866" y="5508"/>
                  </a:lnTo>
                  <a:lnTo>
                    <a:pt x="1934" y="5597"/>
                  </a:lnTo>
                  <a:lnTo>
                    <a:pt x="2046" y="5665"/>
                  </a:lnTo>
                  <a:lnTo>
                    <a:pt x="2136" y="5687"/>
                  </a:lnTo>
                  <a:lnTo>
                    <a:pt x="2248" y="5710"/>
                  </a:lnTo>
                  <a:lnTo>
                    <a:pt x="2361" y="5687"/>
                  </a:lnTo>
                  <a:lnTo>
                    <a:pt x="2473" y="5665"/>
                  </a:lnTo>
                  <a:lnTo>
                    <a:pt x="2563" y="5620"/>
                  </a:lnTo>
                  <a:lnTo>
                    <a:pt x="2653" y="5553"/>
                  </a:lnTo>
                  <a:lnTo>
                    <a:pt x="2743" y="5463"/>
                  </a:lnTo>
                  <a:lnTo>
                    <a:pt x="2810" y="5373"/>
                  </a:lnTo>
                  <a:lnTo>
                    <a:pt x="2878" y="5260"/>
                  </a:lnTo>
                  <a:lnTo>
                    <a:pt x="2900" y="5148"/>
                  </a:lnTo>
                  <a:lnTo>
                    <a:pt x="2923" y="5013"/>
                  </a:lnTo>
                  <a:lnTo>
                    <a:pt x="2900" y="4901"/>
                  </a:lnTo>
                  <a:lnTo>
                    <a:pt x="2855" y="4766"/>
                  </a:lnTo>
                  <a:lnTo>
                    <a:pt x="2406" y="3687"/>
                  </a:lnTo>
                  <a:lnTo>
                    <a:pt x="2001" y="2608"/>
                  </a:lnTo>
                  <a:lnTo>
                    <a:pt x="1597" y="1506"/>
                  </a:lnTo>
                  <a:lnTo>
                    <a:pt x="1214" y="427"/>
                  </a:lnTo>
                  <a:lnTo>
                    <a:pt x="1169" y="292"/>
                  </a:lnTo>
                  <a:lnTo>
                    <a:pt x="1080" y="180"/>
                  </a:lnTo>
                  <a:lnTo>
                    <a:pt x="990" y="113"/>
                  </a:lnTo>
                  <a:lnTo>
                    <a:pt x="877" y="45"/>
                  </a:lnTo>
                  <a:lnTo>
                    <a:pt x="765"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5"/>
            <p:cNvSpPr/>
            <p:nvPr/>
          </p:nvSpPr>
          <p:spPr>
            <a:xfrm>
              <a:off x="5375075" y="1936975"/>
              <a:ext cx="73075" cy="134325"/>
            </a:xfrm>
            <a:custGeom>
              <a:avLst/>
              <a:gdLst/>
              <a:ahLst/>
              <a:cxnLst/>
              <a:rect l="l" t="t" r="r" b="b"/>
              <a:pathLst>
                <a:path w="2923" h="5373" extrusionOk="0">
                  <a:moveTo>
                    <a:pt x="630" y="0"/>
                  </a:moveTo>
                  <a:lnTo>
                    <a:pt x="518" y="23"/>
                  </a:lnTo>
                  <a:lnTo>
                    <a:pt x="405" y="45"/>
                  </a:lnTo>
                  <a:lnTo>
                    <a:pt x="315" y="90"/>
                  </a:lnTo>
                  <a:lnTo>
                    <a:pt x="225" y="158"/>
                  </a:lnTo>
                  <a:lnTo>
                    <a:pt x="135" y="248"/>
                  </a:lnTo>
                  <a:lnTo>
                    <a:pt x="68" y="337"/>
                  </a:lnTo>
                  <a:lnTo>
                    <a:pt x="23" y="427"/>
                  </a:lnTo>
                  <a:lnTo>
                    <a:pt x="1" y="540"/>
                  </a:lnTo>
                  <a:lnTo>
                    <a:pt x="1" y="652"/>
                  </a:lnTo>
                  <a:lnTo>
                    <a:pt x="23" y="787"/>
                  </a:lnTo>
                  <a:lnTo>
                    <a:pt x="90" y="922"/>
                  </a:lnTo>
                  <a:lnTo>
                    <a:pt x="360" y="1394"/>
                  </a:lnTo>
                  <a:lnTo>
                    <a:pt x="585" y="1889"/>
                  </a:lnTo>
                  <a:lnTo>
                    <a:pt x="810" y="2383"/>
                  </a:lnTo>
                  <a:lnTo>
                    <a:pt x="990" y="2900"/>
                  </a:lnTo>
                  <a:lnTo>
                    <a:pt x="1349" y="3912"/>
                  </a:lnTo>
                  <a:lnTo>
                    <a:pt x="1686" y="4946"/>
                  </a:lnTo>
                  <a:lnTo>
                    <a:pt x="1754" y="5081"/>
                  </a:lnTo>
                  <a:lnTo>
                    <a:pt x="1821" y="5193"/>
                  </a:lnTo>
                  <a:lnTo>
                    <a:pt x="1911" y="5260"/>
                  </a:lnTo>
                  <a:lnTo>
                    <a:pt x="2024" y="5328"/>
                  </a:lnTo>
                  <a:lnTo>
                    <a:pt x="2136" y="5350"/>
                  </a:lnTo>
                  <a:lnTo>
                    <a:pt x="2248" y="5373"/>
                  </a:lnTo>
                  <a:lnTo>
                    <a:pt x="2361" y="5373"/>
                  </a:lnTo>
                  <a:lnTo>
                    <a:pt x="2473" y="5350"/>
                  </a:lnTo>
                  <a:lnTo>
                    <a:pt x="2586" y="5305"/>
                  </a:lnTo>
                  <a:lnTo>
                    <a:pt x="2698" y="5260"/>
                  </a:lnTo>
                  <a:lnTo>
                    <a:pt x="2765" y="5193"/>
                  </a:lnTo>
                  <a:lnTo>
                    <a:pt x="2855" y="5103"/>
                  </a:lnTo>
                  <a:lnTo>
                    <a:pt x="2900" y="4991"/>
                  </a:lnTo>
                  <a:lnTo>
                    <a:pt x="2923" y="4878"/>
                  </a:lnTo>
                  <a:lnTo>
                    <a:pt x="2923" y="4766"/>
                  </a:lnTo>
                  <a:lnTo>
                    <a:pt x="2878" y="4631"/>
                  </a:lnTo>
                  <a:lnTo>
                    <a:pt x="2248" y="2765"/>
                  </a:lnTo>
                  <a:lnTo>
                    <a:pt x="1911" y="1844"/>
                  </a:lnTo>
                  <a:lnTo>
                    <a:pt x="1731" y="1394"/>
                  </a:lnTo>
                  <a:lnTo>
                    <a:pt x="1507" y="944"/>
                  </a:lnTo>
                  <a:lnTo>
                    <a:pt x="1507" y="832"/>
                  </a:lnTo>
                  <a:lnTo>
                    <a:pt x="1484" y="720"/>
                  </a:lnTo>
                  <a:lnTo>
                    <a:pt x="1417" y="585"/>
                  </a:lnTo>
                  <a:lnTo>
                    <a:pt x="1327" y="472"/>
                  </a:lnTo>
                  <a:lnTo>
                    <a:pt x="1169" y="292"/>
                  </a:lnTo>
                  <a:lnTo>
                    <a:pt x="1080" y="180"/>
                  </a:lnTo>
                  <a:lnTo>
                    <a:pt x="967" y="90"/>
                  </a:lnTo>
                  <a:lnTo>
                    <a:pt x="877" y="45"/>
                  </a:lnTo>
                  <a:lnTo>
                    <a:pt x="765"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5"/>
            <p:cNvSpPr/>
            <p:nvPr/>
          </p:nvSpPr>
          <p:spPr>
            <a:xfrm>
              <a:off x="5529625" y="2435450"/>
              <a:ext cx="61825" cy="111850"/>
            </a:xfrm>
            <a:custGeom>
              <a:avLst/>
              <a:gdLst/>
              <a:ahLst/>
              <a:cxnLst/>
              <a:rect l="l" t="t" r="r" b="b"/>
              <a:pathLst>
                <a:path w="2473" h="4474" extrusionOk="0">
                  <a:moveTo>
                    <a:pt x="562" y="0"/>
                  </a:moveTo>
                  <a:lnTo>
                    <a:pt x="450" y="45"/>
                  </a:lnTo>
                  <a:lnTo>
                    <a:pt x="360" y="90"/>
                  </a:lnTo>
                  <a:lnTo>
                    <a:pt x="270" y="158"/>
                  </a:lnTo>
                  <a:lnTo>
                    <a:pt x="180" y="247"/>
                  </a:lnTo>
                  <a:lnTo>
                    <a:pt x="113" y="337"/>
                  </a:lnTo>
                  <a:lnTo>
                    <a:pt x="45" y="450"/>
                  </a:lnTo>
                  <a:lnTo>
                    <a:pt x="23" y="562"/>
                  </a:lnTo>
                  <a:lnTo>
                    <a:pt x="0" y="675"/>
                  </a:lnTo>
                  <a:lnTo>
                    <a:pt x="23" y="809"/>
                  </a:lnTo>
                  <a:lnTo>
                    <a:pt x="45" y="944"/>
                  </a:lnTo>
                  <a:lnTo>
                    <a:pt x="360" y="1709"/>
                  </a:lnTo>
                  <a:lnTo>
                    <a:pt x="675" y="2495"/>
                  </a:lnTo>
                  <a:lnTo>
                    <a:pt x="1237" y="4046"/>
                  </a:lnTo>
                  <a:lnTo>
                    <a:pt x="1304" y="4181"/>
                  </a:lnTo>
                  <a:lnTo>
                    <a:pt x="1371" y="4271"/>
                  </a:lnTo>
                  <a:lnTo>
                    <a:pt x="1461" y="4361"/>
                  </a:lnTo>
                  <a:lnTo>
                    <a:pt x="1574" y="4406"/>
                  </a:lnTo>
                  <a:lnTo>
                    <a:pt x="1686" y="4451"/>
                  </a:lnTo>
                  <a:lnTo>
                    <a:pt x="1799" y="4474"/>
                  </a:lnTo>
                  <a:lnTo>
                    <a:pt x="1933" y="4474"/>
                  </a:lnTo>
                  <a:lnTo>
                    <a:pt x="2046" y="4451"/>
                  </a:lnTo>
                  <a:lnTo>
                    <a:pt x="2136" y="4406"/>
                  </a:lnTo>
                  <a:lnTo>
                    <a:pt x="2248" y="4339"/>
                  </a:lnTo>
                  <a:lnTo>
                    <a:pt x="2338" y="4271"/>
                  </a:lnTo>
                  <a:lnTo>
                    <a:pt x="2406" y="4181"/>
                  </a:lnTo>
                  <a:lnTo>
                    <a:pt x="2450" y="4091"/>
                  </a:lnTo>
                  <a:lnTo>
                    <a:pt x="2473" y="3979"/>
                  </a:lnTo>
                  <a:lnTo>
                    <a:pt x="2473" y="3867"/>
                  </a:lnTo>
                  <a:lnTo>
                    <a:pt x="2428" y="3732"/>
                  </a:lnTo>
                  <a:lnTo>
                    <a:pt x="1799" y="2023"/>
                  </a:lnTo>
                  <a:lnTo>
                    <a:pt x="1461" y="1169"/>
                  </a:lnTo>
                  <a:lnTo>
                    <a:pt x="1124" y="315"/>
                  </a:lnTo>
                  <a:lnTo>
                    <a:pt x="1057" y="203"/>
                  </a:lnTo>
                  <a:lnTo>
                    <a:pt x="967" y="113"/>
                  </a:lnTo>
                  <a:lnTo>
                    <a:pt x="877" y="45"/>
                  </a:lnTo>
                  <a:lnTo>
                    <a:pt x="787"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15"/>
            <p:cNvSpPr/>
            <p:nvPr/>
          </p:nvSpPr>
          <p:spPr>
            <a:xfrm>
              <a:off x="5258750" y="1553150"/>
              <a:ext cx="92175" cy="189400"/>
            </a:xfrm>
            <a:custGeom>
              <a:avLst/>
              <a:gdLst/>
              <a:ahLst/>
              <a:cxnLst/>
              <a:rect l="l" t="t" r="r" b="b"/>
              <a:pathLst>
                <a:path w="3687" h="7576" extrusionOk="0">
                  <a:moveTo>
                    <a:pt x="675" y="0"/>
                  </a:moveTo>
                  <a:lnTo>
                    <a:pt x="562" y="23"/>
                  </a:lnTo>
                  <a:lnTo>
                    <a:pt x="472" y="45"/>
                  </a:lnTo>
                  <a:lnTo>
                    <a:pt x="360" y="90"/>
                  </a:lnTo>
                  <a:lnTo>
                    <a:pt x="270" y="157"/>
                  </a:lnTo>
                  <a:lnTo>
                    <a:pt x="180" y="247"/>
                  </a:lnTo>
                  <a:lnTo>
                    <a:pt x="113" y="337"/>
                  </a:lnTo>
                  <a:lnTo>
                    <a:pt x="45" y="450"/>
                  </a:lnTo>
                  <a:lnTo>
                    <a:pt x="23" y="562"/>
                  </a:lnTo>
                  <a:lnTo>
                    <a:pt x="0" y="697"/>
                  </a:lnTo>
                  <a:lnTo>
                    <a:pt x="23" y="809"/>
                  </a:lnTo>
                  <a:lnTo>
                    <a:pt x="68" y="944"/>
                  </a:lnTo>
                  <a:lnTo>
                    <a:pt x="720" y="2473"/>
                  </a:lnTo>
                  <a:lnTo>
                    <a:pt x="1349" y="4024"/>
                  </a:lnTo>
                  <a:lnTo>
                    <a:pt x="1664" y="4788"/>
                  </a:lnTo>
                  <a:lnTo>
                    <a:pt x="1956" y="5575"/>
                  </a:lnTo>
                  <a:lnTo>
                    <a:pt x="2226" y="6362"/>
                  </a:lnTo>
                  <a:lnTo>
                    <a:pt x="2473" y="7148"/>
                  </a:lnTo>
                  <a:lnTo>
                    <a:pt x="2518" y="7283"/>
                  </a:lnTo>
                  <a:lnTo>
                    <a:pt x="2608" y="7396"/>
                  </a:lnTo>
                  <a:lnTo>
                    <a:pt x="2675" y="7463"/>
                  </a:lnTo>
                  <a:lnTo>
                    <a:pt x="2788" y="7531"/>
                  </a:lnTo>
                  <a:lnTo>
                    <a:pt x="2900" y="7576"/>
                  </a:lnTo>
                  <a:lnTo>
                    <a:pt x="3125" y="7576"/>
                  </a:lnTo>
                  <a:lnTo>
                    <a:pt x="3237" y="7553"/>
                  </a:lnTo>
                  <a:lnTo>
                    <a:pt x="3350" y="7531"/>
                  </a:lnTo>
                  <a:lnTo>
                    <a:pt x="3440" y="7463"/>
                  </a:lnTo>
                  <a:lnTo>
                    <a:pt x="3530" y="7396"/>
                  </a:lnTo>
                  <a:lnTo>
                    <a:pt x="3597" y="7306"/>
                  </a:lnTo>
                  <a:lnTo>
                    <a:pt x="3664" y="7193"/>
                  </a:lnTo>
                  <a:lnTo>
                    <a:pt x="3687" y="7081"/>
                  </a:lnTo>
                  <a:lnTo>
                    <a:pt x="3687" y="6969"/>
                  </a:lnTo>
                  <a:lnTo>
                    <a:pt x="3664" y="6811"/>
                  </a:lnTo>
                  <a:lnTo>
                    <a:pt x="3395" y="5979"/>
                  </a:lnTo>
                  <a:lnTo>
                    <a:pt x="3125" y="5170"/>
                  </a:lnTo>
                  <a:lnTo>
                    <a:pt x="2810" y="4339"/>
                  </a:lnTo>
                  <a:lnTo>
                    <a:pt x="2496" y="3529"/>
                  </a:lnTo>
                  <a:lnTo>
                    <a:pt x="1821" y="1933"/>
                  </a:lnTo>
                  <a:lnTo>
                    <a:pt x="1124" y="337"/>
                  </a:lnTo>
                  <a:lnTo>
                    <a:pt x="1057" y="202"/>
                  </a:lnTo>
                  <a:lnTo>
                    <a:pt x="989" y="112"/>
                  </a:lnTo>
                  <a:lnTo>
                    <a:pt x="877" y="45"/>
                  </a:lnTo>
                  <a:lnTo>
                    <a:pt x="787" y="23"/>
                  </a:lnTo>
                  <a:lnTo>
                    <a:pt x="675"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5"/>
            <p:cNvSpPr/>
            <p:nvPr/>
          </p:nvSpPr>
          <p:spPr>
            <a:xfrm>
              <a:off x="5068800" y="1743650"/>
              <a:ext cx="65775" cy="157375"/>
            </a:xfrm>
            <a:custGeom>
              <a:avLst/>
              <a:gdLst/>
              <a:ahLst/>
              <a:cxnLst/>
              <a:rect l="l" t="t" r="r" b="b"/>
              <a:pathLst>
                <a:path w="2631" h="6295" extrusionOk="0">
                  <a:moveTo>
                    <a:pt x="585" y="0"/>
                  </a:moveTo>
                  <a:lnTo>
                    <a:pt x="473" y="23"/>
                  </a:lnTo>
                  <a:lnTo>
                    <a:pt x="360" y="68"/>
                  </a:lnTo>
                  <a:lnTo>
                    <a:pt x="248" y="113"/>
                  </a:lnTo>
                  <a:lnTo>
                    <a:pt x="158" y="203"/>
                  </a:lnTo>
                  <a:lnTo>
                    <a:pt x="90" y="270"/>
                  </a:lnTo>
                  <a:lnTo>
                    <a:pt x="45" y="383"/>
                  </a:lnTo>
                  <a:lnTo>
                    <a:pt x="0" y="495"/>
                  </a:lnTo>
                  <a:lnTo>
                    <a:pt x="0" y="630"/>
                  </a:lnTo>
                  <a:lnTo>
                    <a:pt x="0" y="765"/>
                  </a:lnTo>
                  <a:lnTo>
                    <a:pt x="315" y="2069"/>
                  </a:lnTo>
                  <a:lnTo>
                    <a:pt x="630" y="3350"/>
                  </a:lnTo>
                  <a:lnTo>
                    <a:pt x="810" y="3979"/>
                  </a:lnTo>
                  <a:lnTo>
                    <a:pt x="990" y="4609"/>
                  </a:lnTo>
                  <a:lnTo>
                    <a:pt x="1192" y="5238"/>
                  </a:lnTo>
                  <a:lnTo>
                    <a:pt x="1394" y="5868"/>
                  </a:lnTo>
                  <a:lnTo>
                    <a:pt x="1462" y="6002"/>
                  </a:lnTo>
                  <a:lnTo>
                    <a:pt x="1552" y="6115"/>
                  </a:lnTo>
                  <a:lnTo>
                    <a:pt x="1641" y="6182"/>
                  </a:lnTo>
                  <a:lnTo>
                    <a:pt x="1731" y="6250"/>
                  </a:lnTo>
                  <a:lnTo>
                    <a:pt x="1844" y="6272"/>
                  </a:lnTo>
                  <a:lnTo>
                    <a:pt x="1979" y="6295"/>
                  </a:lnTo>
                  <a:lnTo>
                    <a:pt x="2091" y="6295"/>
                  </a:lnTo>
                  <a:lnTo>
                    <a:pt x="2203" y="6272"/>
                  </a:lnTo>
                  <a:lnTo>
                    <a:pt x="2316" y="6227"/>
                  </a:lnTo>
                  <a:lnTo>
                    <a:pt x="2406" y="6182"/>
                  </a:lnTo>
                  <a:lnTo>
                    <a:pt x="2496" y="6115"/>
                  </a:lnTo>
                  <a:lnTo>
                    <a:pt x="2563" y="6025"/>
                  </a:lnTo>
                  <a:lnTo>
                    <a:pt x="2608" y="5912"/>
                  </a:lnTo>
                  <a:lnTo>
                    <a:pt x="2631" y="5800"/>
                  </a:lnTo>
                  <a:lnTo>
                    <a:pt x="2631" y="5688"/>
                  </a:lnTo>
                  <a:lnTo>
                    <a:pt x="2608" y="5553"/>
                  </a:lnTo>
                  <a:lnTo>
                    <a:pt x="2383" y="4923"/>
                  </a:lnTo>
                  <a:lnTo>
                    <a:pt x="2181" y="4294"/>
                  </a:lnTo>
                  <a:lnTo>
                    <a:pt x="2001" y="3642"/>
                  </a:lnTo>
                  <a:lnTo>
                    <a:pt x="1821" y="3013"/>
                  </a:lnTo>
                  <a:lnTo>
                    <a:pt x="1507" y="1731"/>
                  </a:lnTo>
                  <a:lnTo>
                    <a:pt x="1214" y="450"/>
                  </a:lnTo>
                  <a:lnTo>
                    <a:pt x="1147" y="315"/>
                  </a:lnTo>
                  <a:lnTo>
                    <a:pt x="1102" y="203"/>
                  </a:lnTo>
                  <a:lnTo>
                    <a:pt x="1012" y="113"/>
                  </a:lnTo>
                  <a:lnTo>
                    <a:pt x="922" y="45"/>
                  </a:lnTo>
                  <a:lnTo>
                    <a:pt x="810" y="23"/>
                  </a:lnTo>
                  <a:lnTo>
                    <a:pt x="697"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5"/>
            <p:cNvSpPr/>
            <p:nvPr/>
          </p:nvSpPr>
          <p:spPr>
            <a:xfrm>
              <a:off x="5130050" y="2107250"/>
              <a:ext cx="46675" cy="84325"/>
            </a:xfrm>
            <a:custGeom>
              <a:avLst/>
              <a:gdLst/>
              <a:ahLst/>
              <a:cxnLst/>
              <a:rect l="l" t="t" r="r" b="b"/>
              <a:pathLst>
                <a:path w="1867" h="3373" extrusionOk="0">
                  <a:moveTo>
                    <a:pt x="585" y="0"/>
                  </a:moveTo>
                  <a:lnTo>
                    <a:pt x="473" y="23"/>
                  </a:lnTo>
                  <a:lnTo>
                    <a:pt x="360" y="68"/>
                  </a:lnTo>
                  <a:lnTo>
                    <a:pt x="270" y="135"/>
                  </a:lnTo>
                  <a:lnTo>
                    <a:pt x="181" y="203"/>
                  </a:lnTo>
                  <a:lnTo>
                    <a:pt x="91" y="293"/>
                  </a:lnTo>
                  <a:lnTo>
                    <a:pt x="46" y="383"/>
                  </a:lnTo>
                  <a:lnTo>
                    <a:pt x="23" y="517"/>
                  </a:lnTo>
                  <a:lnTo>
                    <a:pt x="1" y="630"/>
                  </a:lnTo>
                  <a:lnTo>
                    <a:pt x="46" y="765"/>
                  </a:lnTo>
                  <a:lnTo>
                    <a:pt x="653" y="2945"/>
                  </a:lnTo>
                  <a:lnTo>
                    <a:pt x="698" y="3080"/>
                  </a:lnTo>
                  <a:lnTo>
                    <a:pt x="787" y="3170"/>
                  </a:lnTo>
                  <a:lnTo>
                    <a:pt x="855" y="3260"/>
                  </a:lnTo>
                  <a:lnTo>
                    <a:pt x="967" y="3327"/>
                  </a:lnTo>
                  <a:lnTo>
                    <a:pt x="1080" y="3350"/>
                  </a:lnTo>
                  <a:lnTo>
                    <a:pt x="1192" y="3372"/>
                  </a:lnTo>
                  <a:lnTo>
                    <a:pt x="1304" y="3372"/>
                  </a:lnTo>
                  <a:lnTo>
                    <a:pt x="1417" y="3350"/>
                  </a:lnTo>
                  <a:lnTo>
                    <a:pt x="1529" y="3305"/>
                  </a:lnTo>
                  <a:lnTo>
                    <a:pt x="1619" y="3260"/>
                  </a:lnTo>
                  <a:lnTo>
                    <a:pt x="1709" y="3192"/>
                  </a:lnTo>
                  <a:lnTo>
                    <a:pt x="1777" y="3103"/>
                  </a:lnTo>
                  <a:lnTo>
                    <a:pt x="1844" y="2990"/>
                  </a:lnTo>
                  <a:lnTo>
                    <a:pt x="1866" y="2878"/>
                  </a:lnTo>
                  <a:lnTo>
                    <a:pt x="1866" y="2743"/>
                  </a:lnTo>
                  <a:lnTo>
                    <a:pt x="1844" y="2608"/>
                  </a:lnTo>
                  <a:lnTo>
                    <a:pt x="1237" y="450"/>
                  </a:lnTo>
                  <a:lnTo>
                    <a:pt x="1170" y="315"/>
                  </a:lnTo>
                  <a:lnTo>
                    <a:pt x="1102" y="203"/>
                  </a:lnTo>
                  <a:lnTo>
                    <a:pt x="1012" y="135"/>
                  </a:lnTo>
                  <a:lnTo>
                    <a:pt x="922" y="68"/>
                  </a:lnTo>
                  <a:lnTo>
                    <a:pt x="810" y="23"/>
                  </a:lnTo>
                  <a:lnTo>
                    <a:pt x="698"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5"/>
            <p:cNvSpPr/>
            <p:nvPr/>
          </p:nvSpPr>
          <p:spPr>
            <a:xfrm>
              <a:off x="5524550" y="2305075"/>
              <a:ext cx="62975" cy="106225"/>
            </a:xfrm>
            <a:custGeom>
              <a:avLst/>
              <a:gdLst/>
              <a:ahLst/>
              <a:cxnLst/>
              <a:rect l="l" t="t" r="r" b="b"/>
              <a:pathLst>
                <a:path w="2519" h="4249" extrusionOk="0">
                  <a:moveTo>
                    <a:pt x="563" y="0"/>
                  </a:moveTo>
                  <a:lnTo>
                    <a:pt x="451" y="23"/>
                  </a:lnTo>
                  <a:lnTo>
                    <a:pt x="338" y="68"/>
                  </a:lnTo>
                  <a:lnTo>
                    <a:pt x="248" y="112"/>
                  </a:lnTo>
                  <a:lnTo>
                    <a:pt x="158" y="180"/>
                  </a:lnTo>
                  <a:lnTo>
                    <a:pt x="91" y="270"/>
                  </a:lnTo>
                  <a:lnTo>
                    <a:pt x="46" y="382"/>
                  </a:lnTo>
                  <a:lnTo>
                    <a:pt x="1" y="495"/>
                  </a:lnTo>
                  <a:lnTo>
                    <a:pt x="1" y="607"/>
                  </a:lnTo>
                  <a:lnTo>
                    <a:pt x="46" y="742"/>
                  </a:lnTo>
                  <a:lnTo>
                    <a:pt x="316" y="1529"/>
                  </a:lnTo>
                  <a:lnTo>
                    <a:pt x="630" y="2315"/>
                  </a:lnTo>
                  <a:lnTo>
                    <a:pt x="1282" y="3844"/>
                  </a:lnTo>
                  <a:lnTo>
                    <a:pt x="1350" y="3979"/>
                  </a:lnTo>
                  <a:lnTo>
                    <a:pt x="1440" y="4069"/>
                  </a:lnTo>
                  <a:lnTo>
                    <a:pt x="1530" y="4159"/>
                  </a:lnTo>
                  <a:lnTo>
                    <a:pt x="1642" y="4204"/>
                  </a:lnTo>
                  <a:lnTo>
                    <a:pt x="1754" y="4249"/>
                  </a:lnTo>
                  <a:lnTo>
                    <a:pt x="1979" y="4249"/>
                  </a:lnTo>
                  <a:lnTo>
                    <a:pt x="2092" y="4226"/>
                  </a:lnTo>
                  <a:lnTo>
                    <a:pt x="2204" y="4204"/>
                  </a:lnTo>
                  <a:lnTo>
                    <a:pt x="2316" y="4136"/>
                  </a:lnTo>
                  <a:lnTo>
                    <a:pt x="2384" y="4069"/>
                  </a:lnTo>
                  <a:lnTo>
                    <a:pt x="2451" y="3979"/>
                  </a:lnTo>
                  <a:lnTo>
                    <a:pt x="2496" y="3889"/>
                  </a:lnTo>
                  <a:lnTo>
                    <a:pt x="2519" y="3777"/>
                  </a:lnTo>
                  <a:lnTo>
                    <a:pt x="2519" y="3642"/>
                  </a:lnTo>
                  <a:lnTo>
                    <a:pt x="2474" y="3529"/>
                  </a:lnTo>
                  <a:lnTo>
                    <a:pt x="1822" y="1978"/>
                  </a:lnTo>
                  <a:lnTo>
                    <a:pt x="1507" y="1214"/>
                  </a:lnTo>
                  <a:lnTo>
                    <a:pt x="1237" y="427"/>
                  </a:lnTo>
                  <a:lnTo>
                    <a:pt x="1170" y="292"/>
                  </a:lnTo>
                  <a:lnTo>
                    <a:pt x="1102" y="180"/>
                  </a:lnTo>
                  <a:lnTo>
                    <a:pt x="1013" y="112"/>
                  </a:lnTo>
                  <a:lnTo>
                    <a:pt x="900" y="45"/>
                  </a:lnTo>
                  <a:lnTo>
                    <a:pt x="788" y="23"/>
                  </a:lnTo>
                  <a:lnTo>
                    <a:pt x="675" y="0"/>
                  </a:lnTo>
                  <a:close/>
                </a:path>
              </a:pathLst>
            </a:custGeom>
            <a:solidFill>
              <a:srgbClr val="83AF6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5"/>
            <p:cNvSpPr/>
            <p:nvPr/>
          </p:nvSpPr>
          <p:spPr>
            <a:xfrm>
              <a:off x="5431275" y="1218750"/>
              <a:ext cx="796900" cy="1894450"/>
            </a:xfrm>
            <a:custGeom>
              <a:avLst/>
              <a:gdLst/>
              <a:ahLst/>
              <a:cxnLst/>
              <a:rect l="l" t="t" r="r" b="b"/>
              <a:pathLst>
                <a:path w="31876" h="75778" extrusionOk="0">
                  <a:moveTo>
                    <a:pt x="24930" y="1"/>
                  </a:moveTo>
                  <a:lnTo>
                    <a:pt x="24435" y="46"/>
                  </a:lnTo>
                  <a:lnTo>
                    <a:pt x="23941" y="136"/>
                  </a:lnTo>
                  <a:lnTo>
                    <a:pt x="23446" y="271"/>
                  </a:lnTo>
                  <a:lnTo>
                    <a:pt x="22974" y="451"/>
                  </a:lnTo>
                  <a:lnTo>
                    <a:pt x="22502" y="653"/>
                  </a:lnTo>
                  <a:lnTo>
                    <a:pt x="22030" y="900"/>
                  </a:lnTo>
                  <a:lnTo>
                    <a:pt x="21580" y="1192"/>
                  </a:lnTo>
                  <a:lnTo>
                    <a:pt x="21131" y="1507"/>
                  </a:lnTo>
                  <a:lnTo>
                    <a:pt x="20704" y="1844"/>
                  </a:lnTo>
                  <a:lnTo>
                    <a:pt x="20254" y="2204"/>
                  </a:lnTo>
                  <a:lnTo>
                    <a:pt x="19849" y="2586"/>
                  </a:lnTo>
                  <a:lnTo>
                    <a:pt x="19422" y="2991"/>
                  </a:lnTo>
                  <a:lnTo>
                    <a:pt x="19018" y="3418"/>
                  </a:lnTo>
                  <a:lnTo>
                    <a:pt x="18636" y="3845"/>
                  </a:lnTo>
                  <a:lnTo>
                    <a:pt x="18253" y="4295"/>
                  </a:lnTo>
                  <a:lnTo>
                    <a:pt x="17894" y="4767"/>
                  </a:lnTo>
                  <a:lnTo>
                    <a:pt x="17197" y="5688"/>
                  </a:lnTo>
                  <a:lnTo>
                    <a:pt x="16545" y="6610"/>
                  </a:lnTo>
                  <a:lnTo>
                    <a:pt x="15938" y="7531"/>
                  </a:lnTo>
                  <a:lnTo>
                    <a:pt x="15399" y="8386"/>
                  </a:lnTo>
                  <a:lnTo>
                    <a:pt x="14927" y="9195"/>
                  </a:lnTo>
                  <a:lnTo>
                    <a:pt x="14522" y="9914"/>
                  </a:lnTo>
                  <a:lnTo>
                    <a:pt x="13645" y="11533"/>
                  </a:lnTo>
                  <a:lnTo>
                    <a:pt x="12813" y="13174"/>
                  </a:lnTo>
                  <a:lnTo>
                    <a:pt x="12027" y="14837"/>
                  </a:lnTo>
                  <a:lnTo>
                    <a:pt x="11240" y="16546"/>
                  </a:lnTo>
                  <a:lnTo>
                    <a:pt x="10521" y="18254"/>
                  </a:lnTo>
                  <a:lnTo>
                    <a:pt x="9801" y="19985"/>
                  </a:lnTo>
                  <a:lnTo>
                    <a:pt x="9127" y="21738"/>
                  </a:lnTo>
                  <a:lnTo>
                    <a:pt x="8498" y="23514"/>
                  </a:lnTo>
                  <a:lnTo>
                    <a:pt x="7868" y="25290"/>
                  </a:lnTo>
                  <a:lnTo>
                    <a:pt x="7284" y="27066"/>
                  </a:lnTo>
                  <a:lnTo>
                    <a:pt x="6699" y="28864"/>
                  </a:lnTo>
                  <a:lnTo>
                    <a:pt x="6160" y="30662"/>
                  </a:lnTo>
                  <a:lnTo>
                    <a:pt x="5643" y="32438"/>
                  </a:lnTo>
                  <a:lnTo>
                    <a:pt x="5126" y="34214"/>
                  </a:lnTo>
                  <a:lnTo>
                    <a:pt x="4654" y="36012"/>
                  </a:lnTo>
                  <a:lnTo>
                    <a:pt x="4182" y="37766"/>
                  </a:lnTo>
                  <a:lnTo>
                    <a:pt x="3709" y="39722"/>
                  </a:lnTo>
                  <a:lnTo>
                    <a:pt x="3282" y="41655"/>
                  </a:lnTo>
                  <a:lnTo>
                    <a:pt x="2878" y="43610"/>
                  </a:lnTo>
                  <a:lnTo>
                    <a:pt x="2518" y="45589"/>
                  </a:lnTo>
                  <a:lnTo>
                    <a:pt x="2181" y="47544"/>
                  </a:lnTo>
                  <a:lnTo>
                    <a:pt x="1889" y="49522"/>
                  </a:lnTo>
                  <a:lnTo>
                    <a:pt x="1619" y="51501"/>
                  </a:lnTo>
                  <a:lnTo>
                    <a:pt x="1349" y="53479"/>
                  </a:lnTo>
                  <a:lnTo>
                    <a:pt x="877" y="57278"/>
                  </a:lnTo>
                  <a:lnTo>
                    <a:pt x="630" y="59188"/>
                  </a:lnTo>
                  <a:lnTo>
                    <a:pt x="428" y="61099"/>
                  </a:lnTo>
                  <a:lnTo>
                    <a:pt x="248" y="63010"/>
                  </a:lnTo>
                  <a:lnTo>
                    <a:pt x="90" y="64921"/>
                  </a:lnTo>
                  <a:lnTo>
                    <a:pt x="45" y="65865"/>
                  </a:lnTo>
                  <a:lnTo>
                    <a:pt x="23" y="66831"/>
                  </a:lnTo>
                  <a:lnTo>
                    <a:pt x="0" y="67775"/>
                  </a:lnTo>
                  <a:lnTo>
                    <a:pt x="0" y="68742"/>
                  </a:lnTo>
                  <a:lnTo>
                    <a:pt x="0" y="69259"/>
                  </a:lnTo>
                  <a:lnTo>
                    <a:pt x="23" y="69754"/>
                  </a:lnTo>
                  <a:lnTo>
                    <a:pt x="113" y="70698"/>
                  </a:lnTo>
                  <a:lnTo>
                    <a:pt x="248" y="71574"/>
                  </a:lnTo>
                  <a:lnTo>
                    <a:pt x="405" y="72384"/>
                  </a:lnTo>
                  <a:lnTo>
                    <a:pt x="585" y="73080"/>
                  </a:lnTo>
                  <a:lnTo>
                    <a:pt x="697" y="73373"/>
                  </a:lnTo>
                  <a:lnTo>
                    <a:pt x="810" y="73665"/>
                  </a:lnTo>
                  <a:lnTo>
                    <a:pt x="900" y="73890"/>
                  </a:lnTo>
                  <a:lnTo>
                    <a:pt x="1012" y="74115"/>
                  </a:lnTo>
                  <a:lnTo>
                    <a:pt x="1124" y="74272"/>
                  </a:lnTo>
                  <a:lnTo>
                    <a:pt x="1237" y="74407"/>
                  </a:lnTo>
                  <a:lnTo>
                    <a:pt x="1327" y="74497"/>
                  </a:lnTo>
                  <a:lnTo>
                    <a:pt x="1462" y="74587"/>
                  </a:lnTo>
                  <a:lnTo>
                    <a:pt x="1776" y="74744"/>
                  </a:lnTo>
                  <a:lnTo>
                    <a:pt x="2181" y="74901"/>
                  </a:lnTo>
                  <a:lnTo>
                    <a:pt x="2675" y="75036"/>
                  </a:lnTo>
                  <a:lnTo>
                    <a:pt x="3237" y="75171"/>
                  </a:lnTo>
                  <a:lnTo>
                    <a:pt x="3867" y="75306"/>
                  </a:lnTo>
                  <a:lnTo>
                    <a:pt x="4564" y="75418"/>
                  </a:lnTo>
                  <a:lnTo>
                    <a:pt x="5305" y="75508"/>
                  </a:lnTo>
                  <a:lnTo>
                    <a:pt x="6115" y="75598"/>
                  </a:lnTo>
                  <a:lnTo>
                    <a:pt x="6946" y="75666"/>
                  </a:lnTo>
                  <a:lnTo>
                    <a:pt x="7823" y="75711"/>
                  </a:lnTo>
                  <a:lnTo>
                    <a:pt x="8722" y="75756"/>
                  </a:lnTo>
                  <a:lnTo>
                    <a:pt x="9644" y="75778"/>
                  </a:lnTo>
                  <a:lnTo>
                    <a:pt x="10588" y="75778"/>
                  </a:lnTo>
                  <a:lnTo>
                    <a:pt x="11532" y="75756"/>
                  </a:lnTo>
                  <a:lnTo>
                    <a:pt x="12499" y="75711"/>
                  </a:lnTo>
                  <a:lnTo>
                    <a:pt x="13443" y="75643"/>
                  </a:lnTo>
                  <a:lnTo>
                    <a:pt x="14365" y="75576"/>
                  </a:lnTo>
                  <a:lnTo>
                    <a:pt x="15264" y="75463"/>
                  </a:lnTo>
                  <a:lnTo>
                    <a:pt x="16163" y="75328"/>
                  </a:lnTo>
                  <a:lnTo>
                    <a:pt x="17017" y="75171"/>
                  </a:lnTo>
                  <a:lnTo>
                    <a:pt x="17826" y="74991"/>
                  </a:lnTo>
                  <a:lnTo>
                    <a:pt x="18591" y="74789"/>
                  </a:lnTo>
                  <a:lnTo>
                    <a:pt x="19310" y="74564"/>
                  </a:lnTo>
                  <a:lnTo>
                    <a:pt x="19962" y="74294"/>
                  </a:lnTo>
                  <a:lnTo>
                    <a:pt x="20254" y="74159"/>
                  </a:lnTo>
                  <a:lnTo>
                    <a:pt x="20546" y="74002"/>
                  </a:lnTo>
                  <a:lnTo>
                    <a:pt x="20794" y="73845"/>
                  </a:lnTo>
                  <a:lnTo>
                    <a:pt x="21041" y="73687"/>
                  </a:lnTo>
                  <a:lnTo>
                    <a:pt x="21266" y="73508"/>
                  </a:lnTo>
                  <a:lnTo>
                    <a:pt x="21490" y="73328"/>
                  </a:lnTo>
                  <a:lnTo>
                    <a:pt x="21670" y="73148"/>
                  </a:lnTo>
                  <a:lnTo>
                    <a:pt x="21828" y="72946"/>
                  </a:lnTo>
                  <a:lnTo>
                    <a:pt x="21962" y="72743"/>
                  </a:lnTo>
                  <a:lnTo>
                    <a:pt x="22075" y="72519"/>
                  </a:lnTo>
                  <a:lnTo>
                    <a:pt x="22165" y="72294"/>
                  </a:lnTo>
                  <a:lnTo>
                    <a:pt x="22232" y="72069"/>
                  </a:lnTo>
                  <a:lnTo>
                    <a:pt x="22255" y="71844"/>
                  </a:lnTo>
                  <a:lnTo>
                    <a:pt x="22277" y="71597"/>
                  </a:lnTo>
                  <a:lnTo>
                    <a:pt x="22232" y="69866"/>
                  </a:lnTo>
                  <a:lnTo>
                    <a:pt x="22255" y="68135"/>
                  </a:lnTo>
                  <a:lnTo>
                    <a:pt x="22300" y="66427"/>
                  </a:lnTo>
                  <a:lnTo>
                    <a:pt x="22390" y="64741"/>
                  </a:lnTo>
                  <a:lnTo>
                    <a:pt x="22524" y="63055"/>
                  </a:lnTo>
                  <a:lnTo>
                    <a:pt x="22682" y="61391"/>
                  </a:lnTo>
                  <a:lnTo>
                    <a:pt x="22884" y="59728"/>
                  </a:lnTo>
                  <a:lnTo>
                    <a:pt x="23109" y="58064"/>
                  </a:lnTo>
                  <a:lnTo>
                    <a:pt x="23379" y="56401"/>
                  </a:lnTo>
                  <a:lnTo>
                    <a:pt x="23671" y="54760"/>
                  </a:lnTo>
                  <a:lnTo>
                    <a:pt x="23986" y="53097"/>
                  </a:lnTo>
                  <a:lnTo>
                    <a:pt x="24345" y="51456"/>
                  </a:lnTo>
                  <a:lnTo>
                    <a:pt x="24727" y="49792"/>
                  </a:lnTo>
                  <a:lnTo>
                    <a:pt x="25132" y="48151"/>
                  </a:lnTo>
                  <a:lnTo>
                    <a:pt x="25559" y="46488"/>
                  </a:lnTo>
                  <a:lnTo>
                    <a:pt x="26031" y="44802"/>
                  </a:lnTo>
                  <a:lnTo>
                    <a:pt x="26278" y="43858"/>
                  </a:lnTo>
                  <a:lnTo>
                    <a:pt x="26571" y="42621"/>
                  </a:lnTo>
                  <a:lnTo>
                    <a:pt x="27267" y="39497"/>
                  </a:lnTo>
                  <a:lnTo>
                    <a:pt x="28077" y="35743"/>
                  </a:lnTo>
                  <a:lnTo>
                    <a:pt x="28886" y="31674"/>
                  </a:lnTo>
                  <a:lnTo>
                    <a:pt x="29695" y="27628"/>
                  </a:lnTo>
                  <a:lnTo>
                    <a:pt x="30392" y="23851"/>
                  </a:lnTo>
                  <a:lnTo>
                    <a:pt x="30954" y="20727"/>
                  </a:lnTo>
                  <a:lnTo>
                    <a:pt x="31156" y="19468"/>
                  </a:lnTo>
                  <a:lnTo>
                    <a:pt x="31291" y="18501"/>
                  </a:lnTo>
                  <a:lnTo>
                    <a:pt x="31426" y="17422"/>
                  </a:lnTo>
                  <a:lnTo>
                    <a:pt x="31561" y="16253"/>
                  </a:lnTo>
                  <a:lnTo>
                    <a:pt x="31696" y="14995"/>
                  </a:lnTo>
                  <a:lnTo>
                    <a:pt x="31786" y="13691"/>
                  </a:lnTo>
                  <a:lnTo>
                    <a:pt x="31853" y="12342"/>
                  </a:lnTo>
                  <a:lnTo>
                    <a:pt x="31876" y="11668"/>
                  </a:lnTo>
                  <a:lnTo>
                    <a:pt x="31876" y="10993"/>
                  </a:lnTo>
                  <a:lnTo>
                    <a:pt x="31853" y="10296"/>
                  </a:lnTo>
                  <a:lnTo>
                    <a:pt x="31831" y="9622"/>
                  </a:lnTo>
                  <a:lnTo>
                    <a:pt x="31786" y="8948"/>
                  </a:lnTo>
                  <a:lnTo>
                    <a:pt x="31718" y="8273"/>
                  </a:lnTo>
                  <a:lnTo>
                    <a:pt x="31628" y="7621"/>
                  </a:lnTo>
                  <a:lnTo>
                    <a:pt x="31516" y="6970"/>
                  </a:lnTo>
                  <a:lnTo>
                    <a:pt x="31381" y="6340"/>
                  </a:lnTo>
                  <a:lnTo>
                    <a:pt x="31224" y="5711"/>
                  </a:lnTo>
                  <a:lnTo>
                    <a:pt x="31044" y="5104"/>
                  </a:lnTo>
                  <a:lnTo>
                    <a:pt x="30842" y="4542"/>
                  </a:lnTo>
                  <a:lnTo>
                    <a:pt x="30617" y="3980"/>
                  </a:lnTo>
                  <a:lnTo>
                    <a:pt x="30347" y="3440"/>
                  </a:lnTo>
                  <a:lnTo>
                    <a:pt x="30032" y="2946"/>
                  </a:lnTo>
                  <a:lnTo>
                    <a:pt x="29718" y="2451"/>
                  </a:lnTo>
                  <a:lnTo>
                    <a:pt x="29336" y="2024"/>
                  </a:lnTo>
                  <a:lnTo>
                    <a:pt x="28931" y="1597"/>
                  </a:lnTo>
                  <a:lnTo>
                    <a:pt x="28504" y="1237"/>
                  </a:lnTo>
                  <a:lnTo>
                    <a:pt x="28279" y="1058"/>
                  </a:lnTo>
                  <a:lnTo>
                    <a:pt x="28032" y="900"/>
                  </a:lnTo>
                  <a:lnTo>
                    <a:pt x="27762" y="743"/>
                  </a:lnTo>
                  <a:lnTo>
                    <a:pt x="27515" y="608"/>
                  </a:lnTo>
                  <a:lnTo>
                    <a:pt x="27245" y="473"/>
                  </a:lnTo>
                  <a:lnTo>
                    <a:pt x="26953" y="361"/>
                  </a:lnTo>
                  <a:lnTo>
                    <a:pt x="26683" y="271"/>
                  </a:lnTo>
                  <a:lnTo>
                    <a:pt x="26436" y="181"/>
                  </a:lnTo>
                  <a:lnTo>
                    <a:pt x="26188" y="113"/>
                  </a:lnTo>
                  <a:lnTo>
                    <a:pt x="25919" y="68"/>
                  </a:lnTo>
                  <a:lnTo>
                    <a:pt x="25424" y="23"/>
                  </a:lnTo>
                  <a:lnTo>
                    <a:pt x="24930" y="1"/>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5"/>
            <p:cNvSpPr/>
            <p:nvPr/>
          </p:nvSpPr>
          <p:spPr>
            <a:xfrm>
              <a:off x="5611100" y="1220450"/>
              <a:ext cx="497375" cy="1891650"/>
            </a:xfrm>
            <a:custGeom>
              <a:avLst/>
              <a:gdLst/>
              <a:ahLst/>
              <a:cxnLst/>
              <a:rect l="l" t="t" r="r" b="b"/>
              <a:pathLst>
                <a:path w="19895" h="75666" extrusionOk="0">
                  <a:moveTo>
                    <a:pt x="18703" y="0"/>
                  </a:moveTo>
                  <a:lnTo>
                    <a:pt x="18231" y="1124"/>
                  </a:lnTo>
                  <a:lnTo>
                    <a:pt x="17714" y="2248"/>
                  </a:lnTo>
                  <a:lnTo>
                    <a:pt x="17220" y="3372"/>
                  </a:lnTo>
                  <a:lnTo>
                    <a:pt x="16748" y="4496"/>
                  </a:lnTo>
                  <a:lnTo>
                    <a:pt x="16253" y="5733"/>
                  </a:lnTo>
                  <a:lnTo>
                    <a:pt x="15781" y="6969"/>
                  </a:lnTo>
                  <a:lnTo>
                    <a:pt x="15354" y="8228"/>
                  </a:lnTo>
                  <a:lnTo>
                    <a:pt x="14927" y="9509"/>
                  </a:lnTo>
                  <a:lnTo>
                    <a:pt x="14140" y="12049"/>
                  </a:lnTo>
                  <a:lnTo>
                    <a:pt x="13376" y="14589"/>
                  </a:lnTo>
                  <a:lnTo>
                    <a:pt x="12499" y="17399"/>
                  </a:lnTo>
                  <a:lnTo>
                    <a:pt x="11667" y="20209"/>
                  </a:lnTo>
                  <a:lnTo>
                    <a:pt x="10858" y="23041"/>
                  </a:lnTo>
                  <a:lnTo>
                    <a:pt x="10049" y="25874"/>
                  </a:lnTo>
                  <a:lnTo>
                    <a:pt x="9285" y="28706"/>
                  </a:lnTo>
                  <a:lnTo>
                    <a:pt x="8543" y="31561"/>
                  </a:lnTo>
                  <a:lnTo>
                    <a:pt x="7823" y="34393"/>
                  </a:lnTo>
                  <a:lnTo>
                    <a:pt x="7127" y="37248"/>
                  </a:lnTo>
                  <a:lnTo>
                    <a:pt x="5710" y="43273"/>
                  </a:lnTo>
                  <a:lnTo>
                    <a:pt x="5014" y="46285"/>
                  </a:lnTo>
                  <a:lnTo>
                    <a:pt x="4362" y="49320"/>
                  </a:lnTo>
                  <a:lnTo>
                    <a:pt x="3710" y="52332"/>
                  </a:lnTo>
                  <a:lnTo>
                    <a:pt x="3080" y="55366"/>
                  </a:lnTo>
                  <a:lnTo>
                    <a:pt x="2496" y="58401"/>
                  </a:lnTo>
                  <a:lnTo>
                    <a:pt x="1956" y="61436"/>
                  </a:lnTo>
                  <a:lnTo>
                    <a:pt x="1664" y="63212"/>
                  </a:lnTo>
                  <a:lnTo>
                    <a:pt x="1394" y="64965"/>
                  </a:lnTo>
                  <a:lnTo>
                    <a:pt x="1147" y="66741"/>
                  </a:lnTo>
                  <a:lnTo>
                    <a:pt x="900" y="68517"/>
                  </a:lnTo>
                  <a:lnTo>
                    <a:pt x="450" y="72068"/>
                  </a:lnTo>
                  <a:lnTo>
                    <a:pt x="1" y="75620"/>
                  </a:lnTo>
                  <a:lnTo>
                    <a:pt x="1237" y="75665"/>
                  </a:lnTo>
                  <a:lnTo>
                    <a:pt x="1687" y="72046"/>
                  </a:lnTo>
                  <a:lnTo>
                    <a:pt x="2159" y="68404"/>
                  </a:lnTo>
                  <a:lnTo>
                    <a:pt x="2406" y="66606"/>
                  </a:lnTo>
                  <a:lnTo>
                    <a:pt x="2676" y="64785"/>
                  </a:lnTo>
                  <a:lnTo>
                    <a:pt x="2945" y="62987"/>
                  </a:lnTo>
                  <a:lnTo>
                    <a:pt x="3260" y="61166"/>
                  </a:lnTo>
                  <a:lnTo>
                    <a:pt x="3800" y="58221"/>
                  </a:lnTo>
                  <a:lnTo>
                    <a:pt x="4384" y="55254"/>
                  </a:lnTo>
                  <a:lnTo>
                    <a:pt x="4991" y="52287"/>
                  </a:lnTo>
                  <a:lnTo>
                    <a:pt x="5620" y="49342"/>
                  </a:lnTo>
                  <a:lnTo>
                    <a:pt x="6272" y="46397"/>
                  </a:lnTo>
                  <a:lnTo>
                    <a:pt x="6947" y="43453"/>
                  </a:lnTo>
                  <a:lnTo>
                    <a:pt x="8318" y="37585"/>
                  </a:lnTo>
                  <a:lnTo>
                    <a:pt x="9037" y="34663"/>
                  </a:lnTo>
                  <a:lnTo>
                    <a:pt x="9779" y="31741"/>
                  </a:lnTo>
                  <a:lnTo>
                    <a:pt x="10543" y="28819"/>
                  </a:lnTo>
                  <a:lnTo>
                    <a:pt x="11330" y="25919"/>
                  </a:lnTo>
                  <a:lnTo>
                    <a:pt x="12139" y="23019"/>
                  </a:lnTo>
                  <a:lnTo>
                    <a:pt x="12971" y="20142"/>
                  </a:lnTo>
                  <a:lnTo>
                    <a:pt x="13848" y="17242"/>
                  </a:lnTo>
                  <a:lnTo>
                    <a:pt x="14724" y="14365"/>
                  </a:lnTo>
                  <a:lnTo>
                    <a:pt x="15601" y="11555"/>
                  </a:lnTo>
                  <a:lnTo>
                    <a:pt x="16051" y="10139"/>
                  </a:lnTo>
                  <a:lnTo>
                    <a:pt x="16523" y="8745"/>
                  </a:lnTo>
                  <a:lnTo>
                    <a:pt x="17017" y="7351"/>
                  </a:lnTo>
                  <a:lnTo>
                    <a:pt x="17512" y="5957"/>
                  </a:lnTo>
                  <a:lnTo>
                    <a:pt x="18051" y="4586"/>
                  </a:lnTo>
                  <a:lnTo>
                    <a:pt x="18636" y="3237"/>
                  </a:lnTo>
                  <a:lnTo>
                    <a:pt x="19288" y="1799"/>
                  </a:lnTo>
                  <a:lnTo>
                    <a:pt x="19895" y="360"/>
                  </a:lnTo>
                  <a:lnTo>
                    <a:pt x="19760" y="293"/>
                  </a:lnTo>
                  <a:lnTo>
                    <a:pt x="19490" y="203"/>
                  </a:lnTo>
                  <a:lnTo>
                    <a:pt x="19220" y="113"/>
                  </a:lnTo>
                  <a:lnTo>
                    <a:pt x="18973" y="45"/>
                  </a:lnTo>
                  <a:lnTo>
                    <a:pt x="18703"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5"/>
            <p:cNvSpPr/>
            <p:nvPr/>
          </p:nvSpPr>
          <p:spPr>
            <a:xfrm>
              <a:off x="5694275" y="2994050"/>
              <a:ext cx="34875" cy="65775"/>
            </a:xfrm>
            <a:custGeom>
              <a:avLst/>
              <a:gdLst/>
              <a:ahLst/>
              <a:cxnLst/>
              <a:rect l="l" t="t" r="r" b="b"/>
              <a:pathLst>
                <a:path w="1395" h="2631" extrusionOk="0">
                  <a:moveTo>
                    <a:pt x="653" y="0"/>
                  </a:moveTo>
                  <a:lnTo>
                    <a:pt x="540" y="45"/>
                  </a:lnTo>
                  <a:lnTo>
                    <a:pt x="428" y="113"/>
                  </a:lnTo>
                  <a:lnTo>
                    <a:pt x="338" y="180"/>
                  </a:lnTo>
                  <a:lnTo>
                    <a:pt x="270" y="270"/>
                  </a:lnTo>
                  <a:lnTo>
                    <a:pt x="225" y="383"/>
                  </a:lnTo>
                  <a:lnTo>
                    <a:pt x="180" y="495"/>
                  </a:lnTo>
                  <a:lnTo>
                    <a:pt x="158" y="607"/>
                  </a:lnTo>
                  <a:lnTo>
                    <a:pt x="1" y="2001"/>
                  </a:lnTo>
                  <a:lnTo>
                    <a:pt x="1" y="2136"/>
                  </a:lnTo>
                  <a:lnTo>
                    <a:pt x="46" y="2248"/>
                  </a:lnTo>
                  <a:lnTo>
                    <a:pt x="113" y="2338"/>
                  </a:lnTo>
                  <a:lnTo>
                    <a:pt x="180" y="2451"/>
                  </a:lnTo>
                  <a:lnTo>
                    <a:pt x="293" y="2518"/>
                  </a:lnTo>
                  <a:lnTo>
                    <a:pt x="383" y="2586"/>
                  </a:lnTo>
                  <a:lnTo>
                    <a:pt x="518" y="2608"/>
                  </a:lnTo>
                  <a:lnTo>
                    <a:pt x="630" y="2630"/>
                  </a:lnTo>
                  <a:lnTo>
                    <a:pt x="742" y="2608"/>
                  </a:lnTo>
                  <a:lnTo>
                    <a:pt x="877" y="2586"/>
                  </a:lnTo>
                  <a:lnTo>
                    <a:pt x="967" y="2518"/>
                  </a:lnTo>
                  <a:lnTo>
                    <a:pt x="1057" y="2451"/>
                  </a:lnTo>
                  <a:lnTo>
                    <a:pt x="1125" y="2338"/>
                  </a:lnTo>
                  <a:lnTo>
                    <a:pt x="1192" y="2248"/>
                  </a:lnTo>
                  <a:lnTo>
                    <a:pt x="1214" y="2136"/>
                  </a:lnTo>
                  <a:lnTo>
                    <a:pt x="1237" y="2001"/>
                  </a:lnTo>
                  <a:lnTo>
                    <a:pt x="1394" y="607"/>
                  </a:lnTo>
                  <a:lnTo>
                    <a:pt x="1394" y="495"/>
                  </a:lnTo>
                  <a:lnTo>
                    <a:pt x="1349" y="383"/>
                  </a:lnTo>
                  <a:lnTo>
                    <a:pt x="1304" y="270"/>
                  </a:lnTo>
                  <a:lnTo>
                    <a:pt x="1214" y="180"/>
                  </a:lnTo>
                  <a:lnTo>
                    <a:pt x="1125" y="113"/>
                  </a:lnTo>
                  <a:lnTo>
                    <a:pt x="1012" y="45"/>
                  </a:lnTo>
                  <a:lnTo>
                    <a:pt x="900"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5"/>
            <p:cNvSpPr/>
            <p:nvPr/>
          </p:nvSpPr>
          <p:spPr>
            <a:xfrm>
              <a:off x="5815675" y="2747900"/>
              <a:ext cx="35975" cy="151200"/>
            </a:xfrm>
            <a:custGeom>
              <a:avLst/>
              <a:gdLst/>
              <a:ahLst/>
              <a:cxnLst/>
              <a:rect l="l" t="t" r="r" b="b"/>
              <a:pathLst>
                <a:path w="1439" h="6048" extrusionOk="0">
                  <a:moveTo>
                    <a:pt x="585" y="1"/>
                  </a:moveTo>
                  <a:lnTo>
                    <a:pt x="472" y="23"/>
                  </a:lnTo>
                  <a:lnTo>
                    <a:pt x="360" y="46"/>
                  </a:lnTo>
                  <a:lnTo>
                    <a:pt x="270" y="90"/>
                  </a:lnTo>
                  <a:lnTo>
                    <a:pt x="180" y="158"/>
                  </a:lnTo>
                  <a:lnTo>
                    <a:pt x="90" y="248"/>
                  </a:lnTo>
                  <a:lnTo>
                    <a:pt x="45" y="338"/>
                  </a:lnTo>
                  <a:lnTo>
                    <a:pt x="0" y="473"/>
                  </a:lnTo>
                  <a:lnTo>
                    <a:pt x="0" y="608"/>
                  </a:lnTo>
                  <a:lnTo>
                    <a:pt x="112" y="3035"/>
                  </a:lnTo>
                  <a:lnTo>
                    <a:pt x="202" y="5463"/>
                  </a:lnTo>
                  <a:lnTo>
                    <a:pt x="225" y="5598"/>
                  </a:lnTo>
                  <a:lnTo>
                    <a:pt x="270" y="5710"/>
                  </a:lnTo>
                  <a:lnTo>
                    <a:pt x="337" y="5823"/>
                  </a:lnTo>
                  <a:lnTo>
                    <a:pt x="405" y="5913"/>
                  </a:lnTo>
                  <a:lnTo>
                    <a:pt x="517" y="5958"/>
                  </a:lnTo>
                  <a:lnTo>
                    <a:pt x="607" y="6025"/>
                  </a:lnTo>
                  <a:lnTo>
                    <a:pt x="719" y="6047"/>
                  </a:lnTo>
                  <a:lnTo>
                    <a:pt x="967" y="6047"/>
                  </a:lnTo>
                  <a:lnTo>
                    <a:pt x="1057" y="6025"/>
                  </a:lnTo>
                  <a:lnTo>
                    <a:pt x="1169" y="5980"/>
                  </a:lnTo>
                  <a:lnTo>
                    <a:pt x="1259" y="5913"/>
                  </a:lnTo>
                  <a:lnTo>
                    <a:pt x="1349" y="5823"/>
                  </a:lnTo>
                  <a:lnTo>
                    <a:pt x="1394" y="5710"/>
                  </a:lnTo>
                  <a:lnTo>
                    <a:pt x="1439" y="5598"/>
                  </a:lnTo>
                  <a:lnTo>
                    <a:pt x="1439" y="5463"/>
                  </a:lnTo>
                  <a:lnTo>
                    <a:pt x="1349" y="3035"/>
                  </a:lnTo>
                  <a:lnTo>
                    <a:pt x="1236" y="608"/>
                  </a:lnTo>
                  <a:lnTo>
                    <a:pt x="1214" y="473"/>
                  </a:lnTo>
                  <a:lnTo>
                    <a:pt x="1169" y="338"/>
                  </a:lnTo>
                  <a:lnTo>
                    <a:pt x="1102" y="248"/>
                  </a:lnTo>
                  <a:lnTo>
                    <a:pt x="1012" y="158"/>
                  </a:lnTo>
                  <a:lnTo>
                    <a:pt x="922" y="90"/>
                  </a:lnTo>
                  <a:lnTo>
                    <a:pt x="809" y="46"/>
                  </a:lnTo>
                  <a:lnTo>
                    <a:pt x="697" y="23"/>
                  </a:lnTo>
                  <a:lnTo>
                    <a:pt x="585"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15"/>
            <p:cNvSpPr/>
            <p:nvPr/>
          </p:nvSpPr>
          <p:spPr>
            <a:xfrm>
              <a:off x="5836450" y="2538850"/>
              <a:ext cx="48350" cy="136025"/>
            </a:xfrm>
            <a:custGeom>
              <a:avLst/>
              <a:gdLst/>
              <a:ahLst/>
              <a:cxnLst/>
              <a:rect l="l" t="t" r="r" b="b"/>
              <a:pathLst>
                <a:path w="1934" h="5441" extrusionOk="0">
                  <a:moveTo>
                    <a:pt x="1192" y="0"/>
                  </a:moveTo>
                  <a:lnTo>
                    <a:pt x="1080" y="23"/>
                  </a:lnTo>
                  <a:lnTo>
                    <a:pt x="990" y="45"/>
                  </a:lnTo>
                  <a:lnTo>
                    <a:pt x="900" y="113"/>
                  </a:lnTo>
                  <a:lnTo>
                    <a:pt x="833" y="203"/>
                  </a:lnTo>
                  <a:lnTo>
                    <a:pt x="765" y="315"/>
                  </a:lnTo>
                  <a:lnTo>
                    <a:pt x="743" y="450"/>
                  </a:lnTo>
                  <a:lnTo>
                    <a:pt x="653" y="989"/>
                  </a:lnTo>
                  <a:lnTo>
                    <a:pt x="540" y="1551"/>
                  </a:lnTo>
                  <a:lnTo>
                    <a:pt x="316" y="2630"/>
                  </a:lnTo>
                  <a:lnTo>
                    <a:pt x="203" y="3192"/>
                  </a:lnTo>
                  <a:lnTo>
                    <a:pt x="113" y="3732"/>
                  </a:lnTo>
                  <a:lnTo>
                    <a:pt x="46" y="4294"/>
                  </a:lnTo>
                  <a:lnTo>
                    <a:pt x="1" y="4833"/>
                  </a:lnTo>
                  <a:lnTo>
                    <a:pt x="1" y="4991"/>
                  </a:lnTo>
                  <a:lnTo>
                    <a:pt x="23" y="5103"/>
                  </a:lnTo>
                  <a:lnTo>
                    <a:pt x="91" y="5216"/>
                  </a:lnTo>
                  <a:lnTo>
                    <a:pt x="158" y="5283"/>
                  </a:lnTo>
                  <a:lnTo>
                    <a:pt x="248" y="5350"/>
                  </a:lnTo>
                  <a:lnTo>
                    <a:pt x="360" y="5395"/>
                  </a:lnTo>
                  <a:lnTo>
                    <a:pt x="450" y="5418"/>
                  </a:lnTo>
                  <a:lnTo>
                    <a:pt x="585" y="5440"/>
                  </a:lnTo>
                  <a:lnTo>
                    <a:pt x="698" y="5418"/>
                  </a:lnTo>
                  <a:lnTo>
                    <a:pt x="810" y="5395"/>
                  </a:lnTo>
                  <a:lnTo>
                    <a:pt x="922" y="5350"/>
                  </a:lnTo>
                  <a:lnTo>
                    <a:pt x="1012" y="5283"/>
                  </a:lnTo>
                  <a:lnTo>
                    <a:pt x="1102" y="5193"/>
                  </a:lnTo>
                  <a:lnTo>
                    <a:pt x="1170" y="5103"/>
                  </a:lnTo>
                  <a:lnTo>
                    <a:pt x="1215" y="4991"/>
                  </a:lnTo>
                  <a:lnTo>
                    <a:pt x="1237" y="4833"/>
                  </a:lnTo>
                  <a:lnTo>
                    <a:pt x="1282" y="4316"/>
                  </a:lnTo>
                  <a:lnTo>
                    <a:pt x="1350" y="3822"/>
                  </a:lnTo>
                  <a:lnTo>
                    <a:pt x="1439" y="3305"/>
                  </a:lnTo>
                  <a:lnTo>
                    <a:pt x="1529" y="2810"/>
                  </a:lnTo>
                  <a:lnTo>
                    <a:pt x="1754" y="1799"/>
                  </a:lnTo>
                  <a:lnTo>
                    <a:pt x="1844" y="1282"/>
                  </a:lnTo>
                  <a:lnTo>
                    <a:pt x="1934" y="765"/>
                  </a:lnTo>
                  <a:lnTo>
                    <a:pt x="1934" y="630"/>
                  </a:lnTo>
                  <a:lnTo>
                    <a:pt x="1912" y="495"/>
                  </a:lnTo>
                  <a:lnTo>
                    <a:pt x="1867" y="383"/>
                  </a:lnTo>
                  <a:lnTo>
                    <a:pt x="1799" y="293"/>
                  </a:lnTo>
                  <a:lnTo>
                    <a:pt x="1732" y="203"/>
                  </a:lnTo>
                  <a:lnTo>
                    <a:pt x="1642" y="113"/>
                  </a:lnTo>
                  <a:lnTo>
                    <a:pt x="1529" y="68"/>
                  </a:lnTo>
                  <a:lnTo>
                    <a:pt x="1417" y="23"/>
                  </a:lnTo>
                  <a:lnTo>
                    <a:pt x="1305"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15"/>
            <p:cNvSpPr/>
            <p:nvPr/>
          </p:nvSpPr>
          <p:spPr>
            <a:xfrm>
              <a:off x="5932000" y="2337650"/>
              <a:ext cx="30375" cy="30950"/>
            </a:xfrm>
            <a:custGeom>
              <a:avLst/>
              <a:gdLst/>
              <a:ahLst/>
              <a:cxnLst/>
              <a:rect l="l" t="t" r="r" b="b"/>
              <a:pathLst>
                <a:path w="1215" h="1238" extrusionOk="0">
                  <a:moveTo>
                    <a:pt x="472" y="1"/>
                  </a:moveTo>
                  <a:lnTo>
                    <a:pt x="337" y="46"/>
                  </a:lnTo>
                  <a:lnTo>
                    <a:pt x="248" y="113"/>
                  </a:lnTo>
                  <a:lnTo>
                    <a:pt x="158" y="181"/>
                  </a:lnTo>
                  <a:lnTo>
                    <a:pt x="90" y="271"/>
                  </a:lnTo>
                  <a:lnTo>
                    <a:pt x="45" y="383"/>
                  </a:lnTo>
                  <a:lnTo>
                    <a:pt x="23" y="495"/>
                  </a:lnTo>
                  <a:lnTo>
                    <a:pt x="0" y="608"/>
                  </a:lnTo>
                  <a:lnTo>
                    <a:pt x="23" y="720"/>
                  </a:lnTo>
                  <a:lnTo>
                    <a:pt x="45" y="833"/>
                  </a:lnTo>
                  <a:lnTo>
                    <a:pt x="90" y="945"/>
                  </a:lnTo>
                  <a:lnTo>
                    <a:pt x="158" y="1035"/>
                  </a:lnTo>
                  <a:lnTo>
                    <a:pt x="248" y="1125"/>
                  </a:lnTo>
                  <a:lnTo>
                    <a:pt x="337" y="1170"/>
                  </a:lnTo>
                  <a:lnTo>
                    <a:pt x="472" y="1215"/>
                  </a:lnTo>
                  <a:lnTo>
                    <a:pt x="607" y="1237"/>
                  </a:lnTo>
                  <a:lnTo>
                    <a:pt x="742" y="1215"/>
                  </a:lnTo>
                  <a:lnTo>
                    <a:pt x="877" y="1170"/>
                  </a:lnTo>
                  <a:lnTo>
                    <a:pt x="967" y="1125"/>
                  </a:lnTo>
                  <a:lnTo>
                    <a:pt x="1057" y="1035"/>
                  </a:lnTo>
                  <a:lnTo>
                    <a:pt x="1124" y="945"/>
                  </a:lnTo>
                  <a:lnTo>
                    <a:pt x="1169" y="833"/>
                  </a:lnTo>
                  <a:lnTo>
                    <a:pt x="1192" y="720"/>
                  </a:lnTo>
                  <a:lnTo>
                    <a:pt x="1214" y="608"/>
                  </a:lnTo>
                  <a:lnTo>
                    <a:pt x="1192" y="495"/>
                  </a:lnTo>
                  <a:lnTo>
                    <a:pt x="1169" y="383"/>
                  </a:lnTo>
                  <a:lnTo>
                    <a:pt x="1124" y="271"/>
                  </a:lnTo>
                  <a:lnTo>
                    <a:pt x="1057" y="181"/>
                  </a:lnTo>
                  <a:lnTo>
                    <a:pt x="967" y="113"/>
                  </a:lnTo>
                  <a:lnTo>
                    <a:pt x="877" y="46"/>
                  </a:lnTo>
                  <a:lnTo>
                    <a:pt x="742"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5"/>
            <p:cNvSpPr/>
            <p:nvPr/>
          </p:nvSpPr>
          <p:spPr>
            <a:xfrm>
              <a:off x="5872425" y="2742850"/>
              <a:ext cx="48925" cy="145575"/>
            </a:xfrm>
            <a:custGeom>
              <a:avLst/>
              <a:gdLst/>
              <a:ahLst/>
              <a:cxnLst/>
              <a:rect l="l" t="t" r="r" b="b"/>
              <a:pathLst>
                <a:path w="1957" h="5823" extrusionOk="0">
                  <a:moveTo>
                    <a:pt x="1124" y="0"/>
                  </a:moveTo>
                  <a:lnTo>
                    <a:pt x="1012" y="45"/>
                  </a:lnTo>
                  <a:lnTo>
                    <a:pt x="922" y="113"/>
                  </a:lnTo>
                  <a:lnTo>
                    <a:pt x="855" y="203"/>
                  </a:lnTo>
                  <a:lnTo>
                    <a:pt x="787" y="292"/>
                  </a:lnTo>
                  <a:lnTo>
                    <a:pt x="742" y="427"/>
                  </a:lnTo>
                  <a:lnTo>
                    <a:pt x="517" y="1641"/>
                  </a:lnTo>
                  <a:lnTo>
                    <a:pt x="315" y="2833"/>
                  </a:lnTo>
                  <a:lnTo>
                    <a:pt x="158" y="4047"/>
                  </a:lnTo>
                  <a:lnTo>
                    <a:pt x="0" y="5238"/>
                  </a:lnTo>
                  <a:lnTo>
                    <a:pt x="0" y="5373"/>
                  </a:lnTo>
                  <a:lnTo>
                    <a:pt x="23" y="5508"/>
                  </a:lnTo>
                  <a:lnTo>
                    <a:pt x="68" y="5598"/>
                  </a:lnTo>
                  <a:lnTo>
                    <a:pt x="135" y="5687"/>
                  </a:lnTo>
                  <a:lnTo>
                    <a:pt x="225" y="5755"/>
                  </a:lnTo>
                  <a:lnTo>
                    <a:pt x="315" y="5800"/>
                  </a:lnTo>
                  <a:lnTo>
                    <a:pt x="428" y="5822"/>
                  </a:lnTo>
                  <a:lnTo>
                    <a:pt x="652" y="5822"/>
                  </a:lnTo>
                  <a:lnTo>
                    <a:pt x="765" y="5800"/>
                  </a:lnTo>
                  <a:lnTo>
                    <a:pt x="877" y="5755"/>
                  </a:lnTo>
                  <a:lnTo>
                    <a:pt x="990" y="5687"/>
                  </a:lnTo>
                  <a:lnTo>
                    <a:pt x="1079" y="5598"/>
                  </a:lnTo>
                  <a:lnTo>
                    <a:pt x="1147" y="5508"/>
                  </a:lnTo>
                  <a:lnTo>
                    <a:pt x="1214" y="5373"/>
                  </a:lnTo>
                  <a:lnTo>
                    <a:pt x="1237" y="5238"/>
                  </a:lnTo>
                  <a:lnTo>
                    <a:pt x="1394" y="4114"/>
                  </a:lnTo>
                  <a:lnTo>
                    <a:pt x="1552" y="2990"/>
                  </a:lnTo>
                  <a:lnTo>
                    <a:pt x="1731" y="1889"/>
                  </a:lnTo>
                  <a:lnTo>
                    <a:pt x="1934" y="765"/>
                  </a:lnTo>
                  <a:lnTo>
                    <a:pt x="1956" y="630"/>
                  </a:lnTo>
                  <a:lnTo>
                    <a:pt x="1934" y="495"/>
                  </a:lnTo>
                  <a:lnTo>
                    <a:pt x="1889" y="382"/>
                  </a:lnTo>
                  <a:lnTo>
                    <a:pt x="1844" y="270"/>
                  </a:lnTo>
                  <a:lnTo>
                    <a:pt x="1754" y="180"/>
                  </a:lnTo>
                  <a:lnTo>
                    <a:pt x="1664" y="113"/>
                  </a:lnTo>
                  <a:lnTo>
                    <a:pt x="1574" y="68"/>
                  </a:lnTo>
                  <a:lnTo>
                    <a:pt x="1462" y="23"/>
                  </a:lnTo>
                  <a:lnTo>
                    <a:pt x="1349"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5"/>
            <p:cNvSpPr/>
            <p:nvPr/>
          </p:nvSpPr>
          <p:spPr>
            <a:xfrm>
              <a:off x="5645375" y="1950450"/>
              <a:ext cx="38250" cy="74775"/>
            </a:xfrm>
            <a:custGeom>
              <a:avLst/>
              <a:gdLst/>
              <a:ahLst/>
              <a:cxnLst/>
              <a:rect l="l" t="t" r="r" b="b"/>
              <a:pathLst>
                <a:path w="1530" h="2991" extrusionOk="0">
                  <a:moveTo>
                    <a:pt x="855" y="1"/>
                  </a:moveTo>
                  <a:lnTo>
                    <a:pt x="743" y="46"/>
                  </a:lnTo>
                  <a:lnTo>
                    <a:pt x="630" y="91"/>
                  </a:lnTo>
                  <a:lnTo>
                    <a:pt x="518" y="158"/>
                  </a:lnTo>
                  <a:lnTo>
                    <a:pt x="428" y="248"/>
                  </a:lnTo>
                  <a:lnTo>
                    <a:pt x="361" y="338"/>
                  </a:lnTo>
                  <a:lnTo>
                    <a:pt x="338" y="450"/>
                  </a:lnTo>
                  <a:lnTo>
                    <a:pt x="23" y="2204"/>
                  </a:lnTo>
                  <a:lnTo>
                    <a:pt x="1" y="2339"/>
                  </a:lnTo>
                  <a:lnTo>
                    <a:pt x="23" y="2451"/>
                  </a:lnTo>
                  <a:lnTo>
                    <a:pt x="46" y="2563"/>
                  </a:lnTo>
                  <a:lnTo>
                    <a:pt x="91" y="2676"/>
                  </a:lnTo>
                  <a:lnTo>
                    <a:pt x="158" y="2788"/>
                  </a:lnTo>
                  <a:lnTo>
                    <a:pt x="226" y="2856"/>
                  </a:lnTo>
                  <a:lnTo>
                    <a:pt x="338" y="2923"/>
                  </a:lnTo>
                  <a:lnTo>
                    <a:pt x="451" y="2968"/>
                  </a:lnTo>
                  <a:lnTo>
                    <a:pt x="563" y="2990"/>
                  </a:lnTo>
                  <a:lnTo>
                    <a:pt x="698" y="2990"/>
                  </a:lnTo>
                  <a:lnTo>
                    <a:pt x="810" y="2968"/>
                  </a:lnTo>
                  <a:lnTo>
                    <a:pt x="923" y="2901"/>
                  </a:lnTo>
                  <a:lnTo>
                    <a:pt x="1035" y="2856"/>
                  </a:lnTo>
                  <a:lnTo>
                    <a:pt x="1125" y="2766"/>
                  </a:lnTo>
                  <a:lnTo>
                    <a:pt x="1170" y="2653"/>
                  </a:lnTo>
                  <a:lnTo>
                    <a:pt x="1215" y="2541"/>
                  </a:lnTo>
                  <a:lnTo>
                    <a:pt x="1530" y="788"/>
                  </a:lnTo>
                  <a:lnTo>
                    <a:pt x="1530" y="653"/>
                  </a:lnTo>
                  <a:lnTo>
                    <a:pt x="1530" y="540"/>
                  </a:lnTo>
                  <a:lnTo>
                    <a:pt x="1507" y="428"/>
                  </a:lnTo>
                  <a:lnTo>
                    <a:pt x="1462" y="315"/>
                  </a:lnTo>
                  <a:lnTo>
                    <a:pt x="1395" y="226"/>
                  </a:lnTo>
                  <a:lnTo>
                    <a:pt x="1305" y="136"/>
                  </a:lnTo>
                  <a:lnTo>
                    <a:pt x="1215" y="68"/>
                  </a:lnTo>
                  <a:lnTo>
                    <a:pt x="1102" y="23"/>
                  </a:lnTo>
                  <a:lnTo>
                    <a:pt x="968"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5"/>
            <p:cNvSpPr/>
            <p:nvPr/>
          </p:nvSpPr>
          <p:spPr>
            <a:xfrm>
              <a:off x="5549850" y="2278650"/>
              <a:ext cx="66900" cy="202900"/>
            </a:xfrm>
            <a:custGeom>
              <a:avLst/>
              <a:gdLst/>
              <a:ahLst/>
              <a:cxnLst/>
              <a:rect l="l" t="t" r="r" b="b"/>
              <a:pathLst>
                <a:path w="2676" h="8116" extrusionOk="0">
                  <a:moveTo>
                    <a:pt x="1866" y="1"/>
                  </a:moveTo>
                  <a:lnTo>
                    <a:pt x="1754" y="46"/>
                  </a:lnTo>
                  <a:lnTo>
                    <a:pt x="1664" y="113"/>
                  </a:lnTo>
                  <a:lnTo>
                    <a:pt x="1574" y="203"/>
                  </a:lnTo>
                  <a:lnTo>
                    <a:pt x="1507" y="293"/>
                  </a:lnTo>
                  <a:lnTo>
                    <a:pt x="1462" y="428"/>
                  </a:lnTo>
                  <a:lnTo>
                    <a:pt x="1282" y="1304"/>
                  </a:lnTo>
                  <a:lnTo>
                    <a:pt x="1124" y="2159"/>
                  </a:lnTo>
                  <a:lnTo>
                    <a:pt x="787" y="3889"/>
                  </a:lnTo>
                  <a:lnTo>
                    <a:pt x="450" y="5620"/>
                  </a:lnTo>
                  <a:lnTo>
                    <a:pt x="248" y="6497"/>
                  </a:lnTo>
                  <a:lnTo>
                    <a:pt x="23" y="7351"/>
                  </a:lnTo>
                  <a:lnTo>
                    <a:pt x="1" y="7486"/>
                  </a:lnTo>
                  <a:lnTo>
                    <a:pt x="1" y="7621"/>
                  </a:lnTo>
                  <a:lnTo>
                    <a:pt x="45" y="7733"/>
                  </a:lnTo>
                  <a:lnTo>
                    <a:pt x="90" y="7823"/>
                  </a:lnTo>
                  <a:lnTo>
                    <a:pt x="158" y="7913"/>
                  </a:lnTo>
                  <a:lnTo>
                    <a:pt x="248" y="7981"/>
                  </a:lnTo>
                  <a:lnTo>
                    <a:pt x="360" y="8048"/>
                  </a:lnTo>
                  <a:lnTo>
                    <a:pt x="473" y="8093"/>
                  </a:lnTo>
                  <a:lnTo>
                    <a:pt x="585" y="8115"/>
                  </a:lnTo>
                  <a:lnTo>
                    <a:pt x="697" y="8115"/>
                  </a:lnTo>
                  <a:lnTo>
                    <a:pt x="810" y="8093"/>
                  </a:lnTo>
                  <a:lnTo>
                    <a:pt x="922" y="8048"/>
                  </a:lnTo>
                  <a:lnTo>
                    <a:pt x="1012" y="8003"/>
                  </a:lnTo>
                  <a:lnTo>
                    <a:pt x="1102" y="7913"/>
                  </a:lnTo>
                  <a:lnTo>
                    <a:pt x="1169" y="7801"/>
                  </a:lnTo>
                  <a:lnTo>
                    <a:pt x="1214" y="7666"/>
                  </a:lnTo>
                  <a:lnTo>
                    <a:pt x="1439" y="6812"/>
                  </a:lnTo>
                  <a:lnTo>
                    <a:pt x="1641" y="5958"/>
                  </a:lnTo>
                  <a:lnTo>
                    <a:pt x="1979" y="4227"/>
                  </a:lnTo>
                  <a:lnTo>
                    <a:pt x="2316" y="2496"/>
                  </a:lnTo>
                  <a:lnTo>
                    <a:pt x="2473" y="1619"/>
                  </a:lnTo>
                  <a:lnTo>
                    <a:pt x="2653" y="765"/>
                  </a:lnTo>
                  <a:lnTo>
                    <a:pt x="2676" y="630"/>
                  </a:lnTo>
                  <a:lnTo>
                    <a:pt x="2676" y="495"/>
                  </a:lnTo>
                  <a:lnTo>
                    <a:pt x="2631" y="383"/>
                  </a:lnTo>
                  <a:lnTo>
                    <a:pt x="2563" y="270"/>
                  </a:lnTo>
                  <a:lnTo>
                    <a:pt x="2496" y="180"/>
                  </a:lnTo>
                  <a:lnTo>
                    <a:pt x="2406" y="113"/>
                  </a:lnTo>
                  <a:lnTo>
                    <a:pt x="2316" y="46"/>
                  </a:lnTo>
                  <a:lnTo>
                    <a:pt x="2203" y="23"/>
                  </a:lnTo>
                  <a:lnTo>
                    <a:pt x="2091"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5"/>
            <p:cNvSpPr/>
            <p:nvPr/>
          </p:nvSpPr>
          <p:spPr>
            <a:xfrm>
              <a:off x="5647625" y="2180875"/>
              <a:ext cx="49500" cy="91625"/>
            </a:xfrm>
            <a:custGeom>
              <a:avLst/>
              <a:gdLst/>
              <a:ahLst/>
              <a:cxnLst/>
              <a:rect l="l" t="t" r="r" b="b"/>
              <a:pathLst>
                <a:path w="1980" h="3665" extrusionOk="0">
                  <a:moveTo>
                    <a:pt x="1170" y="0"/>
                  </a:moveTo>
                  <a:lnTo>
                    <a:pt x="1080" y="45"/>
                  </a:lnTo>
                  <a:lnTo>
                    <a:pt x="967" y="113"/>
                  </a:lnTo>
                  <a:lnTo>
                    <a:pt x="878" y="180"/>
                  </a:lnTo>
                  <a:lnTo>
                    <a:pt x="810" y="292"/>
                  </a:lnTo>
                  <a:lnTo>
                    <a:pt x="765" y="427"/>
                  </a:lnTo>
                  <a:lnTo>
                    <a:pt x="46" y="2900"/>
                  </a:lnTo>
                  <a:lnTo>
                    <a:pt x="1" y="3035"/>
                  </a:lnTo>
                  <a:lnTo>
                    <a:pt x="23" y="3170"/>
                  </a:lnTo>
                  <a:lnTo>
                    <a:pt x="46" y="3282"/>
                  </a:lnTo>
                  <a:lnTo>
                    <a:pt x="91" y="3372"/>
                  </a:lnTo>
                  <a:lnTo>
                    <a:pt x="158" y="3462"/>
                  </a:lnTo>
                  <a:lnTo>
                    <a:pt x="248" y="3552"/>
                  </a:lnTo>
                  <a:lnTo>
                    <a:pt x="361" y="3597"/>
                  </a:lnTo>
                  <a:lnTo>
                    <a:pt x="473" y="3642"/>
                  </a:lnTo>
                  <a:lnTo>
                    <a:pt x="585" y="3664"/>
                  </a:lnTo>
                  <a:lnTo>
                    <a:pt x="698" y="3664"/>
                  </a:lnTo>
                  <a:lnTo>
                    <a:pt x="810" y="3642"/>
                  </a:lnTo>
                  <a:lnTo>
                    <a:pt x="923" y="3597"/>
                  </a:lnTo>
                  <a:lnTo>
                    <a:pt x="1012" y="3552"/>
                  </a:lnTo>
                  <a:lnTo>
                    <a:pt x="1102" y="3462"/>
                  </a:lnTo>
                  <a:lnTo>
                    <a:pt x="1170" y="3350"/>
                  </a:lnTo>
                  <a:lnTo>
                    <a:pt x="1237" y="3237"/>
                  </a:lnTo>
                  <a:lnTo>
                    <a:pt x="1957" y="742"/>
                  </a:lnTo>
                  <a:lnTo>
                    <a:pt x="1979" y="607"/>
                  </a:lnTo>
                  <a:lnTo>
                    <a:pt x="1979" y="495"/>
                  </a:lnTo>
                  <a:lnTo>
                    <a:pt x="1934" y="382"/>
                  </a:lnTo>
                  <a:lnTo>
                    <a:pt x="1889" y="270"/>
                  </a:lnTo>
                  <a:lnTo>
                    <a:pt x="1822" y="180"/>
                  </a:lnTo>
                  <a:lnTo>
                    <a:pt x="1732" y="113"/>
                  </a:lnTo>
                  <a:lnTo>
                    <a:pt x="1619" y="45"/>
                  </a:lnTo>
                  <a:lnTo>
                    <a:pt x="1529" y="23"/>
                  </a:lnTo>
                  <a:lnTo>
                    <a:pt x="1417" y="0"/>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15"/>
            <p:cNvSpPr/>
            <p:nvPr/>
          </p:nvSpPr>
          <p:spPr>
            <a:xfrm>
              <a:off x="5529625" y="2699000"/>
              <a:ext cx="53400" cy="120300"/>
            </a:xfrm>
            <a:custGeom>
              <a:avLst/>
              <a:gdLst/>
              <a:ahLst/>
              <a:cxnLst/>
              <a:rect l="l" t="t" r="r" b="b"/>
              <a:pathLst>
                <a:path w="2136" h="4812" extrusionOk="0">
                  <a:moveTo>
                    <a:pt x="1304" y="1"/>
                  </a:moveTo>
                  <a:lnTo>
                    <a:pt x="1192" y="46"/>
                  </a:lnTo>
                  <a:lnTo>
                    <a:pt x="1102" y="113"/>
                  </a:lnTo>
                  <a:lnTo>
                    <a:pt x="1034" y="203"/>
                  </a:lnTo>
                  <a:lnTo>
                    <a:pt x="967" y="293"/>
                  </a:lnTo>
                  <a:lnTo>
                    <a:pt x="944" y="428"/>
                  </a:lnTo>
                  <a:lnTo>
                    <a:pt x="854" y="900"/>
                  </a:lnTo>
                  <a:lnTo>
                    <a:pt x="742" y="1350"/>
                  </a:lnTo>
                  <a:lnTo>
                    <a:pt x="495" y="2249"/>
                  </a:lnTo>
                  <a:lnTo>
                    <a:pt x="225" y="3148"/>
                  </a:lnTo>
                  <a:lnTo>
                    <a:pt x="113" y="3598"/>
                  </a:lnTo>
                  <a:lnTo>
                    <a:pt x="0" y="4047"/>
                  </a:lnTo>
                  <a:lnTo>
                    <a:pt x="0" y="4182"/>
                  </a:lnTo>
                  <a:lnTo>
                    <a:pt x="0" y="4317"/>
                  </a:lnTo>
                  <a:lnTo>
                    <a:pt x="45" y="4429"/>
                  </a:lnTo>
                  <a:lnTo>
                    <a:pt x="113" y="4542"/>
                  </a:lnTo>
                  <a:lnTo>
                    <a:pt x="180" y="4632"/>
                  </a:lnTo>
                  <a:lnTo>
                    <a:pt x="270" y="4699"/>
                  </a:lnTo>
                  <a:lnTo>
                    <a:pt x="382" y="4766"/>
                  </a:lnTo>
                  <a:lnTo>
                    <a:pt x="495" y="4789"/>
                  </a:lnTo>
                  <a:lnTo>
                    <a:pt x="607" y="4811"/>
                  </a:lnTo>
                  <a:lnTo>
                    <a:pt x="832" y="4811"/>
                  </a:lnTo>
                  <a:lnTo>
                    <a:pt x="922" y="4766"/>
                  </a:lnTo>
                  <a:lnTo>
                    <a:pt x="1012" y="4699"/>
                  </a:lnTo>
                  <a:lnTo>
                    <a:pt x="1102" y="4609"/>
                  </a:lnTo>
                  <a:lnTo>
                    <a:pt x="1169" y="4519"/>
                  </a:lnTo>
                  <a:lnTo>
                    <a:pt x="1214" y="4384"/>
                  </a:lnTo>
                  <a:lnTo>
                    <a:pt x="1304" y="3912"/>
                  </a:lnTo>
                  <a:lnTo>
                    <a:pt x="1416" y="3463"/>
                  </a:lnTo>
                  <a:lnTo>
                    <a:pt x="1686" y="2586"/>
                  </a:lnTo>
                  <a:lnTo>
                    <a:pt x="1933" y="1687"/>
                  </a:lnTo>
                  <a:lnTo>
                    <a:pt x="2046" y="1215"/>
                  </a:lnTo>
                  <a:lnTo>
                    <a:pt x="2136" y="765"/>
                  </a:lnTo>
                  <a:lnTo>
                    <a:pt x="2136" y="630"/>
                  </a:lnTo>
                  <a:lnTo>
                    <a:pt x="2113" y="495"/>
                  </a:lnTo>
                  <a:lnTo>
                    <a:pt x="2091" y="383"/>
                  </a:lnTo>
                  <a:lnTo>
                    <a:pt x="2023" y="271"/>
                  </a:lnTo>
                  <a:lnTo>
                    <a:pt x="1933" y="181"/>
                  </a:lnTo>
                  <a:lnTo>
                    <a:pt x="1844" y="113"/>
                  </a:lnTo>
                  <a:lnTo>
                    <a:pt x="1731" y="46"/>
                  </a:lnTo>
                  <a:lnTo>
                    <a:pt x="1641" y="23"/>
                  </a:lnTo>
                  <a:lnTo>
                    <a:pt x="1529"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5"/>
            <p:cNvSpPr/>
            <p:nvPr/>
          </p:nvSpPr>
          <p:spPr>
            <a:xfrm>
              <a:off x="5883675" y="2127475"/>
              <a:ext cx="46650" cy="123100"/>
            </a:xfrm>
            <a:custGeom>
              <a:avLst/>
              <a:gdLst/>
              <a:ahLst/>
              <a:cxnLst/>
              <a:rect l="l" t="t" r="r" b="b"/>
              <a:pathLst>
                <a:path w="1866" h="4924" extrusionOk="0">
                  <a:moveTo>
                    <a:pt x="1146" y="1"/>
                  </a:moveTo>
                  <a:lnTo>
                    <a:pt x="1034" y="23"/>
                  </a:lnTo>
                  <a:lnTo>
                    <a:pt x="944" y="68"/>
                  </a:lnTo>
                  <a:lnTo>
                    <a:pt x="832" y="113"/>
                  </a:lnTo>
                  <a:lnTo>
                    <a:pt x="764" y="203"/>
                  </a:lnTo>
                  <a:lnTo>
                    <a:pt x="697" y="315"/>
                  </a:lnTo>
                  <a:lnTo>
                    <a:pt x="652" y="450"/>
                  </a:lnTo>
                  <a:lnTo>
                    <a:pt x="450" y="1417"/>
                  </a:lnTo>
                  <a:lnTo>
                    <a:pt x="292" y="2383"/>
                  </a:lnTo>
                  <a:lnTo>
                    <a:pt x="135" y="3350"/>
                  </a:lnTo>
                  <a:lnTo>
                    <a:pt x="23" y="4317"/>
                  </a:lnTo>
                  <a:lnTo>
                    <a:pt x="0" y="4452"/>
                  </a:lnTo>
                  <a:lnTo>
                    <a:pt x="45" y="4586"/>
                  </a:lnTo>
                  <a:lnTo>
                    <a:pt x="90" y="4676"/>
                  </a:lnTo>
                  <a:lnTo>
                    <a:pt x="157" y="4766"/>
                  </a:lnTo>
                  <a:lnTo>
                    <a:pt x="247" y="4834"/>
                  </a:lnTo>
                  <a:lnTo>
                    <a:pt x="337" y="4879"/>
                  </a:lnTo>
                  <a:lnTo>
                    <a:pt x="450" y="4901"/>
                  </a:lnTo>
                  <a:lnTo>
                    <a:pt x="562" y="4924"/>
                  </a:lnTo>
                  <a:lnTo>
                    <a:pt x="674" y="4901"/>
                  </a:lnTo>
                  <a:lnTo>
                    <a:pt x="787" y="4879"/>
                  </a:lnTo>
                  <a:lnTo>
                    <a:pt x="899" y="4834"/>
                  </a:lnTo>
                  <a:lnTo>
                    <a:pt x="1012" y="4766"/>
                  </a:lnTo>
                  <a:lnTo>
                    <a:pt x="1102" y="4676"/>
                  </a:lnTo>
                  <a:lnTo>
                    <a:pt x="1169" y="4586"/>
                  </a:lnTo>
                  <a:lnTo>
                    <a:pt x="1214" y="4452"/>
                  </a:lnTo>
                  <a:lnTo>
                    <a:pt x="1259" y="4317"/>
                  </a:lnTo>
                  <a:lnTo>
                    <a:pt x="1371" y="3440"/>
                  </a:lnTo>
                  <a:lnTo>
                    <a:pt x="1506" y="2541"/>
                  </a:lnTo>
                  <a:lnTo>
                    <a:pt x="1663" y="1664"/>
                  </a:lnTo>
                  <a:lnTo>
                    <a:pt x="1843" y="765"/>
                  </a:lnTo>
                  <a:lnTo>
                    <a:pt x="1866" y="630"/>
                  </a:lnTo>
                  <a:lnTo>
                    <a:pt x="1843" y="495"/>
                  </a:lnTo>
                  <a:lnTo>
                    <a:pt x="1821" y="383"/>
                  </a:lnTo>
                  <a:lnTo>
                    <a:pt x="1753" y="293"/>
                  </a:lnTo>
                  <a:lnTo>
                    <a:pt x="1686" y="203"/>
                  </a:lnTo>
                  <a:lnTo>
                    <a:pt x="1596" y="113"/>
                  </a:lnTo>
                  <a:lnTo>
                    <a:pt x="1484" y="68"/>
                  </a:lnTo>
                  <a:lnTo>
                    <a:pt x="1371" y="23"/>
                  </a:lnTo>
                  <a:lnTo>
                    <a:pt x="1259"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5"/>
            <p:cNvSpPr/>
            <p:nvPr/>
          </p:nvSpPr>
          <p:spPr>
            <a:xfrm>
              <a:off x="5713950" y="2719800"/>
              <a:ext cx="34875" cy="153450"/>
            </a:xfrm>
            <a:custGeom>
              <a:avLst/>
              <a:gdLst/>
              <a:ahLst/>
              <a:cxnLst/>
              <a:rect l="l" t="t" r="r" b="b"/>
              <a:pathLst>
                <a:path w="1395" h="6138" extrusionOk="0">
                  <a:moveTo>
                    <a:pt x="652" y="1"/>
                  </a:moveTo>
                  <a:lnTo>
                    <a:pt x="540" y="46"/>
                  </a:lnTo>
                  <a:lnTo>
                    <a:pt x="427" y="91"/>
                  </a:lnTo>
                  <a:lnTo>
                    <a:pt x="338" y="136"/>
                  </a:lnTo>
                  <a:lnTo>
                    <a:pt x="248" y="225"/>
                  </a:lnTo>
                  <a:lnTo>
                    <a:pt x="203" y="338"/>
                  </a:lnTo>
                  <a:lnTo>
                    <a:pt x="158" y="450"/>
                  </a:lnTo>
                  <a:lnTo>
                    <a:pt x="135" y="585"/>
                  </a:lnTo>
                  <a:lnTo>
                    <a:pt x="135" y="1844"/>
                  </a:lnTo>
                  <a:lnTo>
                    <a:pt x="90" y="3080"/>
                  </a:lnTo>
                  <a:lnTo>
                    <a:pt x="23" y="4317"/>
                  </a:lnTo>
                  <a:lnTo>
                    <a:pt x="0" y="5553"/>
                  </a:lnTo>
                  <a:lnTo>
                    <a:pt x="0" y="5688"/>
                  </a:lnTo>
                  <a:lnTo>
                    <a:pt x="45" y="5800"/>
                  </a:lnTo>
                  <a:lnTo>
                    <a:pt x="90" y="5913"/>
                  </a:lnTo>
                  <a:lnTo>
                    <a:pt x="180" y="6003"/>
                  </a:lnTo>
                  <a:lnTo>
                    <a:pt x="270" y="6070"/>
                  </a:lnTo>
                  <a:lnTo>
                    <a:pt x="383" y="6115"/>
                  </a:lnTo>
                  <a:lnTo>
                    <a:pt x="472" y="6137"/>
                  </a:lnTo>
                  <a:lnTo>
                    <a:pt x="720" y="6137"/>
                  </a:lnTo>
                  <a:lnTo>
                    <a:pt x="832" y="6115"/>
                  </a:lnTo>
                  <a:lnTo>
                    <a:pt x="922" y="6070"/>
                  </a:lnTo>
                  <a:lnTo>
                    <a:pt x="1034" y="6003"/>
                  </a:lnTo>
                  <a:lnTo>
                    <a:pt x="1102" y="5913"/>
                  </a:lnTo>
                  <a:lnTo>
                    <a:pt x="1169" y="5800"/>
                  </a:lnTo>
                  <a:lnTo>
                    <a:pt x="1214" y="5688"/>
                  </a:lnTo>
                  <a:lnTo>
                    <a:pt x="1237" y="5553"/>
                  </a:lnTo>
                  <a:lnTo>
                    <a:pt x="1259" y="4317"/>
                  </a:lnTo>
                  <a:lnTo>
                    <a:pt x="1327" y="3080"/>
                  </a:lnTo>
                  <a:lnTo>
                    <a:pt x="1372" y="1844"/>
                  </a:lnTo>
                  <a:lnTo>
                    <a:pt x="1394" y="585"/>
                  </a:lnTo>
                  <a:lnTo>
                    <a:pt x="1372" y="450"/>
                  </a:lnTo>
                  <a:lnTo>
                    <a:pt x="1327" y="338"/>
                  </a:lnTo>
                  <a:lnTo>
                    <a:pt x="1259" y="225"/>
                  </a:lnTo>
                  <a:lnTo>
                    <a:pt x="1192" y="136"/>
                  </a:lnTo>
                  <a:lnTo>
                    <a:pt x="1102" y="91"/>
                  </a:lnTo>
                  <a:lnTo>
                    <a:pt x="989" y="46"/>
                  </a:lnTo>
                  <a:lnTo>
                    <a:pt x="877"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5"/>
            <p:cNvSpPr/>
            <p:nvPr/>
          </p:nvSpPr>
          <p:spPr>
            <a:xfrm>
              <a:off x="5733625" y="1701500"/>
              <a:ext cx="49475" cy="69700"/>
            </a:xfrm>
            <a:custGeom>
              <a:avLst/>
              <a:gdLst/>
              <a:ahLst/>
              <a:cxnLst/>
              <a:rect l="l" t="t" r="r" b="b"/>
              <a:pathLst>
                <a:path w="1979" h="2788" extrusionOk="0">
                  <a:moveTo>
                    <a:pt x="1214" y="1"/>
                  </a:moveTo>
                  <a:lnTo>
                    <a:pt x="1102" y="45"/>
                  </a:lnTo>
                  <a:lnTo>
                    <a:pt x="989" y="113"/>
                  </a:lnTo>
                  <a:lnTo>
                    <a:pt x="922" y="203"/>
                  </a:lnTo>
                  <a:lnTo>
                    <a:pt x="832" y="315"/>
                  </a:lnTo>
                  <a:lnTo>
                    <a:pt x="68" y="1866"/>
                  </a:lnTo>
                  <a:lnTo>
                    <a:pt x="23" y="2001"/>
                  </a:lnTo>
                  <a:lnTo>
                    <a:pt x="0" y="2114"/>
                  </a:lnTo>
                  <a:lnTo>
                    <a:pt x="0" y="2248"/>
                  </a:lnTo>
                  <a:lnTo>
                    <a:pt x="23" y="2361"/>
                  </a:lnTo>
                  <a:lnTo>
                    <a:pt x="90" y="2473"/>
                  </a:lnTo>
                  <a:lnTo>
                    <a:pt x="158" y="2563"/>
                  </a:lnTo>
                  <a:lnTo>
                    <a:pt x="225" y="2631"/>
                  </a:lnTo>
                  <a:lnTo>
                    <a:pt x="337" y="2698"/>
                  </a:lnTo>
                  <a:lnTo>
                    <a:pt x="427" y="2765"/>
                  </a:lnTo>
                  <a:lnTo>
                    <a:pt x="540" y="2788"/>
                  </a:lnTo>
                  <a:lnTo>
                    <a:pt x="764" y="2788"/>
                  </a:lnTo>
                  <a:lnTo>
                    <a:pt x="877" y="2743"/>
                  </a:lnTo>
                  <a:lnTo>
                    <a:pt x="967" y="2698"/>
                  </a:lnTo>
                  <a:lnTo>
                    <a:pt x="1057" y="2608"/>
                  </a:lnTo>
                  <a:lnTo>
                    <a:pt x="1124" y="2473"/>
                  </a:lnTo>
                  <a:lnTo>
                    <a:pt x="1911" y="945"/>
                  </a:lnTo>
                  <a:lnTo>
                    <a:pt x="1956" y="810"/>
                  </a:lnTo>
                  <a:lnTo>
                    <a:pt x="1978" y="675"/>
                  </a:lnTo>
                  <a:lnTo>
                    <a:pt x="1978" y="563"/>
                  </a:lnTo>
                  <a:lnTo>
                    <a:pt x="1933" y="428"/>
                  </a:lnTo>
                  <a:lnTo>
                    <a:pt x="1888" y="338"/>
                  </a:lnTo>
                  <a:lnTo>
                    <a:pt x="1821" y="248"/>
                  </a:lnTo>
                  <a:lnTo>
                    <a:pt x="1731" y="158"/>
                  </a:lnTo>
                  <a:lnTo>
                    <a:pt x="1641" y="90"/>
                  </a:lnTo>
                  <a:lnTo>
                    <a:pt x="1529" y="45"/>
                  </a:lnTo>
                  <a:lnTo>
                    <a:pt x="1416" y="1"/>
                  </a:lnTo>
                  <a:close/>
                </a:path>
              </a:pathLst>
            </a:custGeom>
            <a:solidFill>
              <a:srgbClr val="769B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5"/>
            <p:cNvSpPr/>
            <p:nvPr/>
          </p:nvSpPr>
          <p:spPr>
            <a:xfrm>
              <a:off x="4243250" y="1428375"/>
              <a:ext cx="925050" cy="1966375"/>
            </a:xfrm>
            <a:custGeom>
              <a:avLst/>
              <a:gdLst/>
              <a:ahLst/>
              <a:cxnLst/>
              <a:rect l="l" t="t" r="r" b="b"/>
              <a:pathLst>
                <a:path w="37002" h="78655" extrusionOk="0">
                  <a:moveTo>
                    <a:pt x="33922" y="1"/>
                  </a:moveTo>
                  <a:lnTo>
                    <a:pt x="33607" y="23"/>
                  </a:lnTo>
                  <a:lnTo>
                    <a:pt x="33315" y="46"/>
                  </a:lnTo>
                  <a:lnTo>
                    <a:pt x="33022" y="91"/>
                  </a:lnTo>
                  <a:lnTo>
                    <a:pt x="32730" y="158"/>
                  </a:lnTo>
                  <a:lnTo>
                    <a:pt x="32416" y="248"/>
                  </a:lnTo>
                  <a:lnTo>
                    <a:pt x="32123" y="360"/>
                  </a:lnTo>
                  <a:lnTo>
                    <a:pt x="31831" y="473"/>
                  </a:lnTo>
                  <a:lnTo>
                    <a:pt x="31539" y="608"/>
                  </a:lnTo>
                  <a:lnTo>
                    <a:pt x="30932" y="922"/>
                  </a:lnTo>
                  <a:lnTo>
                    <a:pt x="30370" y="1282"/>
                  </a:lnTo>
                  <a:lnTo>
                    <a:pt x="29808" y="1687"/>
                  </a:lnTo>
                  <a:lnTo>
                    <a:pt x="29268" y="2091"/>
                  </a:lnTo>
                  <a:lnTo>
                    <a:pt x="28751" y="2518"/>
                  </a:lnTo>
                  <a:lnTo>
                    <a:pt x="28257" y="2945"/>
                  </a:lnTo>
                  <a:lnTo>
                    <a:pt x="27807" y="3350"/>
                  </a:lnTo>
                  <a:lnTo>
                    <a:pt x="27021" y="4114"/>
                  </a:lnTo>
                  <a:lnTo>
                    <a:pt x="26661" y="4497"/>
                  </a:lnTo>
                  <a:lnTo>
                    <a:pt x="26301" y="4924"/>
                  </a:lnTo>
                  <a:lnTo>
                    <a:pt x="25942" y="5396"/>
                  </a:lnTo>
                  <a:lnTo>
                    <a:pt x="25604" y="5890"/>
                  </a:lnTo>
                  <a:lnTo>
                    <a:pt x="25267" y="6407"/>
                  </a:lnTo>
                  <a:lnTo>
                    <a:pt x="24930" y="6969"/>
                  </a:lnTo>
                  <a:lnTo>
                    <a:pt x="24593" y="7554"/>
                  </a:lnTo>
                  <a:lnTo>
                    <a:pt x="24278" y="8138"/>
                  </a:lnTo>
                  <a:lnTo>
                    <a:pt x="23963" y="8768"/>
                  </a:lnTo>
                  <a:lnTo>
                    <a:pt x="23671" y="9397"/>
                  </a:lnTo>
                  <a:lnTo>
                    <a:pt x="23109" y="10678"/>
                  </a:lnTo>
                  <a:lnTo>
                    <a:pt x="22570" y="11960"/>
                  </a:lnTo>
                  <a:lnTo>
                    <a:pt x="22098" y="13241"/>
                  </a:lnTo>
                  <a:lnTo>
                    <a:pt x="21648" y="14455"/>
                  </a:lnTo>
                  <a:lnTo>
                    <a:pt x="21266" y="15601"/>
                  </a:lnTo>
                  <a:lnTo>
                    <a:pt x="20951" y="16658"/>
                  </a:lnTo>
                  <a:lnTo>
                    <a:pt x="20682" y="17602"/>
                  </a:lnTo>
                  <a:lnTo>
                    <a:pt x="20479" y="18366"/>
                  </a:lnTo>
                  <a:lnTo>
                    <a:pt x="20344" y="18951"/>
                  </a:lnTo>
                  <a:lnTo>
                    <a:pt x="20277" y="19333"/>
                  </a:lnTo>
                  <a:lnTo>
                    <a:pt x="20277" y="19423"/>
                  </a:lnTo>
                  <a:lnTo>
                    <a:pt x="20277" y="19468"/>
                  </a:lnTo>
                  <a:lnTo>
                    <a:pt x="20052" y="19940"/>
                  </a:lnTo>
                  <a:lnTo>
                    <a:pt x="19603" y="20951"/>
                  </a:lnTo>
                  <a:lnTo>
                    <a:pt x="18996" y="22367"/>
                  </a:lnTo>
                  <a:lnTo>
                    <a:pt x="18299" y="24098"/>
                  </a:lnTo>
                  <a:lnTo>
                    <a:pt x="17557" y="25942"/>
                  </a:lnTo>
                  <a:lnTo>
                    <a:pt x="16860" y="27807"/>
                  </a:lnTo>
                  <a:lnTo>
                    <a:pt x="16545" y="28706"/>
                  </a:lnTo>
                  <a:lnTo>
                    <a:pt x="16253" y="29538"/>
                  </a:lnTo>
                  <a:lnTo>
                    <a:pt x="16028" y="30325"/>
                  </a:lnTo>
                  <a:lnTo>
                    <a:pt x="15826" y="30999"/>
                  </a:lnTo>
                  <a:lnTo>
                    <a:pt x="15759" y="30010"/>
                  </a:lnTo>
                  <a:lnTo>
                    <a:pt x="15714" y="28999"/>
                  </a:lnTo>
                  <a:lnTo>
                    <a:pt x="15714" y="28010"/>
                  </a:lnTo>
                  <a:lnTo>
                    <a:pt x="15736" y="26998"/>
                  </a:lnTo>
                  <a:lnTo>
                    <a:pt x="15781" y="25987"/>
                  </a:lnTo>
                  <a:lnTo>
                    <a:pt x="15849" y="24997"/>
                  </a:lnTo>
                  <a:lnTo>
                    <a:pt x="16006" y="22974"/>
                  </a:lnTo>
                  <a:lnTo>
                    <a:pt x="16141" y="20974"/>
                  </a:lnTo>
                  <a:lnTo>
                    <a:pt x="16208" y="19962"/>
                  </a:lnTo>
                  <a:lnTo>
                    <a:pt x="16231" y="18973"/>
                  </a:lnTo>
                  <a:lnTo>
                    <a:pt x="16253" y="17961"/>
                  </a:lnTo>
                  <a:lnTo>
                    <a:pt x="16208" y="16950"/>
                  </a:lnTo>
                  <a:lnTo>
                    <a:pt x="16141" y="15961"/>
                  </a:lnTo>
                  <a:lnTo>
                    <a:pt x="16028" y="14949"/>
                  </a:lnTo>
                  <a:lnTo>
                    <a:pt x="15916" y="14185"/>
                  </a:lnTo>
                  <a:lnTo>
                    <a:pt x="15759" y="13286"/>
                  </a:lnTo>
                  <a:lnTo>
                    <a:pt x="15646" y="12791"/>
                  </a:lnTo>
                  <a:lnTo>
                    <a:pt x="15511" y="12319"/>
                  </a:lnTo>
                  <a:lnTo>
                    <a:pt x="15354" y="11847"/>
                  </a:lnTo>
                  <a:lnTo>
                    <a:pt x="15174" y="11398"/>
                  </a:lnTo>
                  <a:lnTo>
                    <a:pt x="14972" y="10970"/>
                  </a:lnTo>
                  <a:lnTo>
                    <a:pt x="14725" y="10588"/>
                  </a:lnTo>
                  <a:lnTo>
                    <a:pt x="14590" y="10431"/>
                  </a:lnTo>
                  <a:lnTo>
                    <a:pt x="14455" y="10274"/>
                  </a:lnTo>
                  <a:lnTo>
                    <a:pt x="14297" y="10116"/>
                  </a:lnTo>
                  <a:lnTo>
                    <a:pt x="14140" y="10004"/>
                  </a:lnTo>
                  <a:lnTo>
                    <a:pt x="13983" y="9891"/>
                  </a:lnTo>
                  <a:lnTo>
                    <a:pt x="13803" y="9802"/>
                  </a:lnTo>
                  <a:lnTo>
                    <a:pt x="13601" y="9734"/>
                  </a:lnTo>
                  <a:lnTo>
                    <a:pt x="13398" y="9689"/>
                  </a:lnTo>
                  <a:lnTo>
                    <a:pt x="13196" y="9667"/>
                  </a:lnTo>
                  <a:lnTo>
                    <a:pt x="12971" y="9689"/>
                  </a:lnTo>
                  <a:lnTo>
                    <a:pt x="12724" y="9712"/>
                  </a:lnTo>
                  <a:lnTo>
                    <a:pt x="12477" y="9779"/>
                  </a:lnTo>
                  <a:lnTo>
                    <a:pt x="12139" y="9891"/>
                  </a:lnTo>
                  <a:lnTo>
                    <a:pt x="11825" y="10026"/>
                  </a:lnTo>
                  <a:lnTo>
                    <a:pt x="11533" y="10206"/>
                  </a:lnTo>
                  <a:lnTo>
                    <a:pt x="11263" y="10409"/>
                  </a:lnTo>
                  <a:lnTo>
                    <a:pt x="10993" y="10633"/>
                  </a:lnTo>
                  <a:lnTo>
                    <a:pt x="10746" y="10881"/>
                  </a:lnTo>
                  <a:lnTo>
                    <a:pt x="10521" y="11150"/>
                  </a:lnTo>
                  <a:lnTo>
                    <a:pt x="10296" y="11443"/>
                  </a:lnTo>
                  <a:lnTo>
                    <a:pt x="10094" y="11757"/>
                  </a:lnTo>
                  <a:lnTo>
                    <a:pt x="9914" y="12094"/>
                  </a:lnTo>
                  <a:lnTo>
                    <a:pt x="9734" y="12432"/>
                  </a:lnTo>
                  <a:lnTo>
                    <a:pt x="9577" y="12791"/>
                  </a:lnTo>
                  <a:lnTo>
                    <a:pt x="9420" y="13173"/>
                  </a:lnTo>
                  <a:lnTo>
                    <a:pt x="9307" y="13556"/>
                  </a:lnTo>
                  <a:lnTo>
                    <a:pt x="9172" y="13938"/>
                  </a:lnTo>
                  <a:lnTo>
                    <a:pt x="9060" y="14342"/>
                  </a:lnTo>
                  <a:lnTo>
                    <a:pt x="8880" y="15152"/>
                  </a:lnTo>
                  <a:lnTo>
                    <a:pt x="8745" y="15961"/>
                  </a:lnTo>
                  <a:lnTo>
                    <a:pt x="8633" y="16770"/>
                  </a:lnTo>
                  <a:lnTo>
                    <a:pt x="8565" y="17579"/>
                  </a:lnTo>
                  <a:lnTo>
                    <a:pt x="8543" y="18344"/>
                  </a:lnTo>
                  <a:lnTo>
                    <a:pt x="8520" y="19040"/>
                  </a:lnTo>
                  <a:lnTo>
                    <a:pt x="8543" y="19715"/>
                  </a:lnTo>
                  <a:lnTo>
                    <a:pt x="8588" y="20299"/>
                  </a:lnTo>
                  <a:lnTo>
                    <a:pt x="8655" y="20749"/>
                  </a:lnTo>
                  <a:lnTo>
                    <a:pt x="8745" y="21198"/>
                  </a:lnTo>
                  <a:lnTo>
                    <a:pt x="8858" y="21693"/>
                  </a:lnTo>
                  <a:lnTo>
                    <a:pt x="9015" y="22188"/>
                  </a:lnTo>
                  <a:lnTo>
                    <a:pt x="9172" y="22705"/>
                  </a:lnTo>
                  <a:lnTo>
                    <a:pt x="9375" y="23222"/>
                  </a:lnTo>
                  <a:lnTo>
                    <a:pt x="9577" y="23761"/>
                  </a:lnTo>
                  <a:lnTo>
                    <a:pt x="9802" y="24301"/>
                  </a:lnTo>
                  <a:lnTo>
                    <a:pt x="10319" y="25402"/>
                  </a:lnTo>
                  <a:lnTo>
                    <a:pt x="10858" y="26504"/>
                  </a:lnTo>
                  <a:lnTo>
                    <a:pt x="11443" y="27583"/>
                  </a:lnTo>
                  <a:lnTo>
                    <a:pt x="12027" y="28639"/>
                  </a:lnTo>
                  <a:lnTo>
                    <a:pt x="12634" y="29628"/>
                  </a:lnTo>
                  <a:lnTo>
                    <a:pt x="13196" y="30550"/>
                  </a:lnTo>
                  <a:lnTo>
                    <a:pt x="13735" y="31381"/>
                  </a:lnTo>
                  <a:lnTo>
                    <a:pt x="14208" y="32101"/>
                  </a:lnTo>
                  <a:lnTo>
                    <a:pt x="14949" y="33157"/>
                  </a:lnTo>
                  <a:lnTo>
                    <a:pt x="15152" y="33450"/>
                  </a:lnTo>
                  <a:lnTo>
                    <a:pt x="15264" y="33562"/>
                  </a:lnTo>
                  <a:lnTo>
                    <a:pt x="15084" y="34529"/>
                  </a:lnTo>
                  <a:lnTo>
                    <a:pt x="14904" y="35495"/>
                  </a:lnTo>
                  <a:lnTo>
                    <a:pt x="14770" y="36462"/>
                  </a:lnTo>
                  <a:lnTo>
                    <a:pt x="14635" y="37428"/>
                  </a:lnTo>
                  <a:lnTo>
                    <a:pt x="14477" y="38755"/>
                  </a:lnTo>
                  <a:lnTo>
                    <a:pt x="14342" y="40103"/>
                  </a:lnTo>
                  <a:lnTo>
                    <a:pt x="14208" y="41452"/>
                  </a:lnTo>
                  <a:lnTo>
                    <a:pt x="14118" y="42801"/>
                  </a:lnTo>
                  <a:lnTo>
                    <a:pt x="13938" y="45498"/>
                  </a:lnTo>
                  <a:lnTo>
                    <a:pt x="13780" y="48196"/>
                  </a:lnTo>
                  <a:lnTo>
                    <a:pt x="13556" y="47746"/>
                  </a:lnTo>
                  <a:lnTo>
                    <a:pt x="13353" y="47274"/>
                  </a:lnTo>
                  <a:lnTo>
                    <a:pt x="13174" y="46802"/>
                  </a:lnTo>
                  <a:lnTo>
                    <a:pt x="13016" y="46308"/>
                  </a:lnTo>
                  <a:lnTo>
                    <a:pt x="12859" y="45813"/>
                  </a:lnTo>
                  <a:lnTo>
                    <a:pt x="12724" y="45319"/>
                  </a:lnTo>
                  <a:lnTo>
                    <a:pt x="12477" y="44307"/>
                  </a:lnTo>
                  <a:lnTo>
                    <a:pt x="12027" y="42261"/>
                  </a:lnTo>
                  <a:lnTo>
                    <a:pt x="11802" y="41250"/>
                  </a:lnTo>
                  <a:lnTo>
                    <a:pt x="11510" y="40238"/>
                  </a:lnTo>
                  <a:lnTo>
                    <a:pt x="11308" y="39609"/>
                  </a:lnTo>
                  <a:lnTo>
                    <a:pt x="11105" y="39002"/>
                  </a:lnTo>
                  <a:lnTo>
                    <a:pt x="10858" y="38395"/>
                  </a:lnTo>
                  <a:lnTo>
                    <a:pt x="10611" y="37788"/>
                  </a:lnTo>
                  <a:lnTo>
                    <a:pt x="10341" y="37181"/>
                  </a:lnTo>
                  <a:lnTo>
                    <a:pt x="10071" y="36597"/>
                  </a:lnTo>
                  <a:lnTo>
                    <a:pt x="9487" y="35428"/>
                  </a:lnTo>
                  <a:lnTo>
                    <a:pt x="9015" y="34529"/>
                  </a:lnTo>
                  <a:lnTo>
                    <a:pt x="8745" y="34012"/>
                  </a:lnTo>
                  <a:lnTo>
                    <a:pt x="8430" y="33472"/>
                  </a:lnTo>
                  <a:lnTo>
                    <a:pt x="8093" y="32933"/>
                  </a:lnTo>
                  <a:lnTo>
                    <a:pt x="7711" y="32371"/>
                  </a:lnTo>
                  <a:lnTo>
                    <a:pt x="7329" y="31831"/>
                  </a:lnTo>
                  <a:lnTo>
                    <a:pt x="6902" y="31314"/>
                  </a:lnTo>
                  <a:lnTo>
                    <a:pt x="6475" y="30820"/>
                  </a:lnTo>
                  <a:lnTo>
                    <a:pt x="6250" y="30595"/>
                  </a:lnTo>
                  <a:lnTo>
                    <a:pt x="6003" y="30392"/>
                  </a:lnTo>
                  <a:lnTo>
                    <a:pt x="5755" y="30213"/>
                  </a:lnTo>
                  <a:lnTo>
                    <a:pt x="5508" y="30033"/>
                  </a:lnTo>
                  <a:lnTo>
                    <a:pt x="5261" y="29875"/>
                  </a:lnTo>
                  <a:lnTo>
                    <a:pt x="5014" y="29741"/>
                  </a:lnTo>
                  <a:lnTo>
                    <a:pt x="4744" y="29628"/>
                  </a:lnTo>
                  <a:lnTo>
                    <a:pt x="4497" y="29561"/>
                  </a:lnTo>
                  <a:lnTo>
                    <a:pt x="4227" y="29493"/>
                  </a:lnTo>
                  <a:lnTo>
                    <a:pt x="3935" y="29471"/>
                  </a:lnTo>
                  <a:lnTo>
                    <a:pt x="3665" y="29471"/>
                  </a:lnTo>
                  <a:lnTo>
                    <a:pt x="3373" y="29493"/>
                  </a:lnTo>
                  <a:lnTo>
                    <a:pt x="3103" y="29561"/>
                  </a:lnTo>
                  <a:lnTo>
                    <a:pt x="2811" y="29651"/>
                  </a:lnTo>
                  <a:lnTo>
                    <a:pt x="2384" y="29830"/>
                  </a:lnTo>
                  <a:lnTo>
                    <a:pt x="2001" y="30055"/>
                  </a:lnTo>
                  <a:lnTo>
                    <a:pt x="1664" y="30303"/>
                  </a:lnTo>
                  <a:lnTo>
                    <a:pt x="1372" y="30550"/>
                  </a:lnTo>
                  <a:lnTo>
                    <a:pt x="1125" y="30842"/>
                  </a:lnTo>
                  <a:lnTo>
                    <a:pt x="900" y="31134"/>
                  </a:lnTo>
                  <a:lnTo>
                    <a:pt x="720" y="31471"/>
                  </a:lnTo>
                  <a:lnTo>
                    <a:pt x="585" y="31809"/>
                  </a:lnTo>
                  <a:lnTo>
                    <a:pt x="473" y="32168"/>
                  </a:lnTo>
                  <a:lnTo>
                    <a:pt x="383" y="32528"/>
                  </a:lnTo>
                  <a:lnTo>
                    <a:pt x="338" y="32910"/>
                  </a:lnTo>
                  <a:lnTo>
                    <a:pt x="293" y="33292"/>
                  </a:lnTo>
                  <a:lnTo>
                    <a:pt x="293" y="33697"/>
                  </a:lnTo>
                  <a:lnTo>
                    <a:pt x="338" y="34101"/>
                  </a:lnTo>
                  <a:lnTo>
                    <a:pt x="383" y="34506"/>
                  </a:lnTo>
                  <a:lnTo>
                    <a:pt x="450" y="34933"/>
                  </a:lnTo>
                  <a:lnTo>
                    <a:pt x="540" y="35338"/>
                  </a:lnTo>
                  <a:lnTo>
                    <a:pt x="630" y="35765"/>
                  </a:lnTo>
                  <a:lnTo>
                    <a:pt x="765" y="36192"/>
                  </a:lnTo>
                  <a:lnTo>
                    <a:pt x="900" y="36597"/>
                  </a:lnTo>
                  <a:lnTo>
                    <a:pt x="1215" y="37406"/>
                  </a:lnTo>
                  <a:lnTo>
                    <a:pt x="1574" y="38193"/>
                  </a:lnTo>
                  <a:lnTo>
                    <a:pt x="1956" y="38934"/>
                  </a:lnTo>
                  <a:lnTo>
                    <a:pt x="2339" y="39609"/>
                  </a:lnTo>
                  <a:lnTo>
                    <a:pt x="2721" y="40216"/>
                  </a:lnTo>
                  <a:lnTo>
                    <a:pt x="3103" y="40733"/>
                  </a:lnTo>
                  <a:lnTo>
                    <a:pt x="3687" y="41475"/>
                  </a:lnTo>
                  <a:lnTo>
                    <a:pt x="4272" y="42194"/>
                  </a:lnTo>
                  <a:lnTo>
                    <a:pt x="4879" y="42891"/>
                  </a:lnTo>
                  <a:lnTo>
                    <a:pt x="5508" y="43588"/>
                  </a:lnTo>
                  <a:lnTo>
                    <a:pt x="6745" y="44959"/>
                  </a:lnTo>
                  <a:lnTo>
                    <a:pt x="8003" y="46330"/>
                  </a:lnTo>
                  <a:lnTo>
                    <a:pt x="8588" y="47004"/>
                  </a:lnTo>
                  <a:lnTo>
                    <a:pt x="9195" y="47679"/>
                  </a:lnTo>
                  <a:lnTo>
                    <a:pt x="9847" y="48331"/>
                  </a:lnTo>
                  <a:lnTo>
                    <a:pt x="10161" y="48645"/>
                  </a:lnTo>
                  <a:lnTo>
                    <a:pt x="10521" y="48960"/>
                  </a:lnTo>
                  <a:lnTo>
                    <a:pt x="10881" y="49252"/>
                  </a:lnTo>
                  <a:lnTo>
                    <a:pt x="11240" y="49522"/>
                  </a:lnTo>
                  <a:lnTo>
                    <a:pt x="11600" y="49792"/>
                  </a:lnTo>
                  <a:lnTo>
                    <a:pt x="12005" y="50017"/>
                  </a:lnTo>
                  <a:lnTo>
                    <a:pt x="12387" y="50219"/>
                  </a:lnTo>
                  <a:lnTo>
                    <a:pt x="12791" y="50399"/>
                  </a:lnTo>
                  <a:lnTo>
                    <a:pt x="13218" y="50556"/>
                  </a:lnTo>
                  <a:lnTo>
                    <a:pt x="13668" y="50669"/>
                  </a:lnTo>
                  <a:lnTo>
                    <a:pt x="13511" y="53546"/>
                  </a:lnTo>
                  <a:lnTo>
                    <a:pt x="13331" y="56423"/>
                  </a:lnTo>
                  <a:lnTo>
                    <a:pt x="13218" y="57817"/>
                  </a:lnTo>
                  <a:lnTo>
                    <a:pt x="13106" y="59256"/>
                  </a:lnTo>
                  <a:lnTo>
                    <a:pt x="12971" y="60694"/>
                  </a:lnTo>
                  <a:lnTo>
                    <a:pt x="12791" y="62155"/>
                  </a:lnTo>
                  <a:lnTo>
                    <a:pt x="12477" y="61301"/>
                  </a:lnTo>
                  <a:lnTo>
                    <a:pt x="12184" y="60402"/>
                  </a:lnTo>
                  <a:lnTo>
                    <a:pt x="11915" y="59503"/>
                  </a:lnTo>
                  <a:lnTo>
                    <a:pt x="11645" y="58581"/>
                  </a:lnTo>
                  <a:lnTo>
                    <a:pt x="11398" y="57660"/>
                  </a:lnTo>
                  <a:lnTo>
                    <a:pt x="11128" y="56760"/>
                  </a:lnTo>
                  <a:lnTo>
                    <a:pt x="10836" y="55884"/>
                  </a:lnTo>
                  <a:lnTo>
                    <a:pt x="10678" y="55479"/>
                  </a:lnTo>
                  <a:lnTo>
                    <a:pt x="10499" y="55052"/>
                  </a:lnTo>
                  <a:lnTo>
                    <a:pt x="10026" y="53995"/>
                  </a:lnTo>
                  <a:lnTo>
                    <a:pt x="9532" y="52961"/>
                  </a:lnTo>
                  <a:lnTo>
                    <a:pt x="8992" y="51927"/>
                  </a:lnTo>
                  <a:lnTo>
                    <a:pt x="8408" y="50938"/>
                  </a:lnTo>
                  <a:lnTo>
                    <a:pt x="7913" y="50152"/>
                  </a:lnTo>
                  <a:lnTo>
                    <a:pt x="7644" y="49702"/>
                  </a:lnTo>
                  <a:lnTo>
                    <a:pt x="7329" y="49252"/>
                  </a:lnTo>
                  <a:lnTo>
                    <a:pt x="7014" y="48825"/>
                  </a:lnTo>
                  <a:lnTo>
                    <a:pt x="6655" y="48376"/>
                  </a:lnTo>
                  <a:lnTo>
                    <a:pt x="6295" y="47949"/>
                  </a:lnTo>
                  <a:lnTo>
                    <a:pt x="5913" y="47544"/>
                  </a:lnTo>
                  <a:lnTo>
                    <a:pt x="5486" y="47162"/>
                  </a:lnTo>
                  <a:lnTo>
                    <a:pt x="5081" y="46847"/>
                  </a:lnTo>
                  <a:lnTo>
                    <a:pt x="4856" y="46712"/>
                  </a:lnTo>
                  <a:lnTo>
                    <a:pt x="4631" y="46577"/>
                  </a:lnTo>
                  <a:lnTo>
                    <a:pt x="4407" y="46465"/>
                  </a:lnTo>
                  <a:lnTo>
                    <a:pt x="4182" y="46375"/>
                  </a:lnTo>
                  <a:lnTo>
                    <a:pt x="3935" y="46285"/>
                  </a:lnTo>
                  <a:lnTo>
                    <a:pt x="3710" y="46218"/>
                  </a:lnTo>
                  <a:lnTo>
                    <a:pt x="3463" y="46195"/>
                  </a:lnTo>
                  <a:lnTo>
                    <a:pt x="3215" y="46173"/>
                  </a:lnTo>
                  <a:lnTo>
                    <a:pt x="2968" y="46173"/>
                  </a:lnTo>
                  <a:lnTo>
                    <a:pt x="2721" y="46195"/>
                  </a:lnTo>
                  <a:lnTo>
                    <a:pt x="2451" y="46263"/>
                  </a:lnTo>
                  <a:lnTo>
                    <a:pt x="2204" y="46330"/>
                  </a:lnTo>
                  <a:lnTo>
                    <a:pt x="1867" y="46465"/>
                  </a:lnTo>
                  <a:lnTo>
                    <a:pt x="1552" y="46622"/>
                  </a:lnTo>
                  <a:lnTo>
                    <a:pt x="1260" y="46802"/>
                  </a:lnTo>
                  <a:lnTo>
                    <a:pt x="1012" y="46982"/>
                  </a:lnTo>
                  <a:lnTo>
                    <a:pt x="788" y="47162"/>
                  </a:lnTo>
                  <a:lnTo>
                    <a:pt x="608" y="47364"/>
                  </a:lnTo>
                  <a:lnTo>
                    <a:pt x="428" y="47589"/>
                  </a:lnTo>
                  <a:lnTo>
                    <a:pt x="293" y="47814"/>
                  </a:lnTo>
                  <a:lnTo>
                    <a:pt x="181" y="48061"/>
                  </a:lnTo>
                  <a:lnTo>
                    <a:pt x="113" y="48308"/>
                  </a:lnTo>
                  <a:lnTo>
                    <a:pt x="46" y="48556"/>
                  </a:lnTo>
                  <a:lnTo>
                    <a:pt x="23" y="48825"/>
                  </a:lnTo>
                  <a:lnTo>
                    <a:pt x="1" y="49117"/>
                  </a:lnTo>
                  <a:lnTo>
                    <a:pt x="23" y="49387"/>
                  </a:lnTo>
                  <a:lnTo>
                    <a:pt x="46" y="49702"/>
                  </a:lnTo>
                  <a:lnTo>
                    <a:pt x="113" y="49994"/>
                  </a:lnTo>
                  <a:lnTo>
                    <a:pt x="181" y="50309"/>
                  </a:lnTo>
                  <a:lnTo>
                    <a:pt x="271" y="50624"/>
                  </a:lnTo>
                  <a:lnTo>
                    <a:pt x="383" y="50938"/>
                  </a:lnTo>
                  <a:lnTo>
                    <a:pt x="518" y="51275"/>
                  </a:lnTo>
                  <a:lnTo>
                    <a:pt x="833" y="51950"/>
                  </a:lnTo>
                  <a:lnTo>
                    <a:pt x="1215" y="52647"/>
                  </a:lnTo>
                  <a:lnTo>
                    <a:pt x="1642" y="53344"/>
                  </a:lnTo>
                  <a:lnTo>
                    <a:pt x="2136" y="54063"/>
                  </a:lnTo>
                  <a:lnTo>
                    <a:pt x="2676" y="54782"/>
                  </a:lnTo>
                  <a:lnTo>
                    <a:pt x="3238" y="55524"/>
                  </a:lnTo>
                  <a:lnTo>
                    <a:pt x="3845" y="56243"/>
                  </a:lnTo>
                  <a:lnTo>
                    <a:pt x="4474" y="56963"/>
                  </a:lnTo>
                  <a:lnTo>
                    <a:pt x="5126" y="57682"/>
                  </a:lnTo>
                  <a:lnTo>
                    <a:pt x="5778" y="58379"/>
                  </a:lnTo>
                  <a:lnTo>
                    <a:pt x="6452" y="59053"/>
                  </a:lnTo>
                  <a:lnTo>
                    <a:pt x="7127" y="59705"/>
                  </a:lnTo>
                  <a:lnTo>
                    <a:pt x="8430" y="60964"/>
                  </a:lnTo>
                  <a:lnTo>
                    <a:pt x="9689" y="62088"/>
                  </a:lnTo>
                  <a:lnTo>
                    <a:pt x="10813" y="63055"/>
                  </a:lnTo>
                  <a:lnTo>
                    <a:pt x="11757" y="63819"/>
                  </a:lnTo>
                  <a:lnTo>
                    <a:pt x="12499" y="64381"/>
                  </a:lnTo>
                  <a:lnTo>
                    <a:pt x="12229" y="66112"/>
                  </a:lnTo>
                  <a:lnTo>
                    <a:pt x="11915" y="67843"/>
                  </a:lnTo>
                  <a:lnTo>
                    <a:pt x="11555" y="69573"/>
                  </a:lnTo>
                  <a:lnTo>
                    <a:pt x="11353" y="70428"/>
                  </a:lnTo>
                  <a:lnTo>
                    <a:pt x="11150" y="71259"/>
                  </a:lnTo>
                  <a:lnTo>
                    <a:pt x="10926" y="72114"/>
                  </a:lnTo>
                  <a:lnTo>
                    <a:pt x="10678" y="72945"/>
                  </a:lnTo>
                  <a:lnTo>
                    <a:pt x="10431" y="73755"/>
                  </a:lnTo>
                  <a:lnTo>
                    <a:pt x="10161" y="74586"/>
                  </a:lnTo>
                  <a:lnTo>
                    <a:pt x="9869" y="75373"/>
                  </a:lnTo>
                  <a:lnTo>
                    <a:pt x="9577" y="76160"/>
                  </a:lnTo>
                  <a:lnTo>
                    <a:pt x="9262" y="76947"/>
                  </a:lnTo>
                  <a:lnTo>
                    <a:pt x="8925" y="77711"/>
                  </a:lnTo>
                  <a:lnTo>
                    <a:pt x="8880" y="77846"/>
                  </a:lnTo>
                  <a:lnTo>
                    <a:pt x="8858" y="77958"/>
                  </a:lnTo>
                  <a:lnTo>
                    <a:pt x="8880" y="78093"/>
                  </a:lnTo>
                  <a:lnTo>
                    <a:pt x="8903" y="78205"/>
                  </a:lnTo>
                  <a:lnTo>
                    <a:pt x="8970" y="78318"/>
                  </a:lnTo>
                  <a:lnTo>
                    <a:pt x="9037" y="78408"/>
                  </a:lnTo>
                  <a:lnTo>
                    <a:pt x="9127" y="78498"/>
                  </a:lnTo>
                  <a:lnTo>
                    <a:pt x="9217" y="78565"/>
                  </a:lnTo>
                  <a:lnTo>
                    <a:pt x="9330" y="78610"/>
                  </a:lnTo>
                  <a:lnTo>
                    <a:pt x="9420" y="78633"/>
                  </a:lnTo>
                  <a:lnTo>
                    <a:pt x="9532" y="78655"/>
                  </a:lnTo>
                  <a:lnTo>
                    <a:pt x="9644" y="78633"/>
                  </a:lnTo>
                  <a:lnTo>
                    <a:pt x="9757" y="78610"/>
                  </a:lnTo>
                  <a:lnTo>
                    <a:pt x="9847" y="78543"/>
                  </a:lnTo>
                  <a:lnTo>
                    <a:pt x="9937" y="78453"/>
                  </a:lnTo>
                  <a:lnTo>
                    <a:pt x="10004" y="78318"/>
                  </a:lnTo>
                  <a:lnTo>
                    <a:pt x="10341" y="77531"/>
                  </a:lnTo>
                  <a:lnTo>
                    <a:pt x="10678" y="76744"/>
                  </a:lnTo>
                  <a:lnTo>
                    <a:pt x="10971" y="75935"/>
                  </a:lnTo>
                  <a:lnTo>
                    <a:pt x="11263" y="75126"/>
                  </a:lnTo>
                  <a:lnTo>
                    <a:pt x="11555" y="74317"/>
                  </a:lnTo>
                  <a:lnTo>
                    <a:pt x="11802" y="73485"/>
                  </a:lnTo>
                  <a:lnTo>
                    <a:pt x="12050" y="72653"/>
                  </a:lnTo>
                  <a:lnTo>
                    <a:pt x="12274" y="71821"/>
                  </a:lnTo>
                  <a:lnTo>
                    <a:pt x="12499" y="70990"/>
                  </a:lnTo>
                  <a:lnTo>
                    <a:pt x="12701" y="70158"/>
                  </a:lnTo>
                  <a:lnTo>
                    <a:pt x="13061" y="68450"/>
                  </a:lnTo>
                  <a:lnTo>
                    <a:pt x="13376" y="66741"/>
                  </a:lnTo>
                  <a:lnTo>
                    <a:pt x="13668" y="65010"/>
                  </a:lnTo>
                  <a:lnTo>
                    <a:pt x="14747" y="64583"/>
                  </a:lnTo>
                  <a:lnTo>
                    <a:pt x="15759" y="64156"/>
                  </a:lnTo>
                  <a:lnTo>
                    <a:pt x="16725" y="63706"/>
                  </a:lnTo>
                  <a:lnTo>
                    <a:pt x="17647" y="63257"/>
                  </a:lnTo>
                  <a:lnTo>
                    <a:pt x="18501" y="62785"/>
                  </a:lnTo>
                  <a:lnTo>
                    <a:pt x="19333" y="62290"/>
                  </a:lnTo>
                  <a:lnTo>
                    <a:pt x="20120" y="61796"/>
                  </a:lnTo>
                  <a:lnTo>
                    <a:pt x="20884" y="61279"/>
                  </a:lnTo>
                  <a:lnTo>
                    <a:pt x="21603" y="60739"/>
                  </a:lnTo>
                  <a:lnTo>
                    <a:pt x="22322" y="60200"/>
                  </a:lnTo>
                  <a:lnTo>
                    <a:pt x="22997" y="59615"/>
                  </a:lnTo>
                  <a:lnTo>
                    <a:pt x="23671" y="59031"/>
                  </a:lnTo>
                  <a:lnTo>
                    <a:pt x="24323" y="58424"/>
                  </a:lnTo>
                  <a:lnTo>
                    <a:pt x="24975" y="57794"/>
                  </a:lnTo>
                  <a:lnTo>
                    <a:pt x="25604" y="57143"/>
                  </a:lnTo>
                  <a:lnTo>
                    <a:pt x="26256" y="56446"/>
                  </a:lnTo>
                  <a:lnTo>
                    <a:pt x="26998" y="55659"/>
                  </a:lnTo>
                  <a:lnTo>
                    <a:pt x="27380" y="55209"/>
                  </a:lnTo>
                  <a:lnTo>
                    <a:pt x="27785" y="54715"/>
                  </a:lnTo>
                  <a:lnTo>
                    <a:pt x="28167" y="54220"/>
                  </a:lnTo>
                  <a:lnTo>
                    <a:pt x="28549" y="53681"/>
                  </a:lnTo>
                  <a:lnTo>
                    <a:pt x="28909" y="53141"/>
                  </a:lnTo>
                  <a:lnTo>
                    <a:pt x="29224" y="52602"/>
                  </a:lnTo>
                  <a:lnTo>
                    <a:pt x="29493" y="52017"/>
                  </a:lnTo>
                  <a:lnTo>
                    <a:pt x="29628" y="51748"/>
                  </a:lnTo>
                  <a:lnTo>
                    <a:pt x="29718" y="51455"/>
                  </a:lnTo>
                  <a:lnTo>
                    <a:pt x="29808" y="51163"/>
                  </a:lnTo>
                  <a:lnTo>
                    <a:pt x="29898" y="50871"/>
                  </a:lnTo>
                  <a:lnTo>
                    <a:pt x="29943" y="50579"/>
                  </a:lnTo>
                  <a:lnTo>
                    <a:pt x="29988" y="50286"/>
                  </a:lnTo>
                  <a:lnTo>
                    <a:pt x="30010" y="49994"/>
                  </a:lnTo>
                  <a:lnTo>
                    <a:pt x="29988" y="49724"/>
                  </a:lnTo>
                  <a:lnTo>
                    <a:pt x="29965" y="49432"/>
                  </a:lnTo>
                  <a:lnTo>
                    <a:pt x="29920" y="49140"/>
                  </a:lnTo>
                  <a:lnTo>
                    <a:pt x="29853" y="48870"/>
                  </a:lnTo>
                  <a:lnTo>
                    <a:pt x="29741" y="48578"/>
                  </a:lnTo>
                  <a:lnTo>
                    <a:pt x="29628" y="48308"/>
                  </a:lnTo>
                  <a:lnTo>
                    <a:pt x="29471" y="48038"/>
                  </a:lnTo>
                  <a:lnTo>
                    <a:pt x="29313" y="47791"/>
                  </a:lnTo>
                  <a:lnTo>
                    <a:pt x="29134" y="47566"/>
                  </a:lnTo>
                  <a:lnTo>
                    <a:pt x="28954" y="47387"/>
                  </a:lnTo>
                  <a:lnTo>
                    <a:pt x="28774" y="47229"/>
                  </a:lnTo>
                  <a:lnTo>
                    <a:pt x="28594" y="47094"/>
                  </a:lnTo>
                  <a:lnTo>
                    <a:pt x="28392" y="46982"/>
                  </a:lnTo>
                  <a:lnTo>
                    <a:pt x="28212" y="46892"/>
                  </a:lnTo>
                  <a:lnTo>
                    <a:pt x="28010" y="46825"/>
                  </a:lnTo>
                  <a:lnTo>
                    <a:pt x="27830" y="46780"/>
                  </a:lnTo>
                  <a:lnTo>
                    <a:pt x="27628" y="46757"/>
                  </a:lnTo>
                  <a:lnTo>
                    <a:pt x="27425" y="46757"/>
                  </a:lnTo>
                  <a:lnTo>
                    <a:pt x="27223" y="46780"/>
                  </a:lnTo>
                  <a:lnTo>
                    <a:pt x="27021" y="46825"/>
                  </a:lnTo>
                  <a:lnTo>
                    <a:pt x="26818" y="46870"/>
                  </a:lnTo>
                  <a:lnTo>
                    <a:pt x="26638" y="46937"/>
                  </a:lnTo>
                  <a:lnTo>
                    <a:pt x="26436" y="47027"/>
                  </a:lnTo>
                  <a:lnTo>
                    <a:pt x="26032" y="47229"/>
                  </a:lnTo>
                  <a:lnTo>
                    <a:pt x="25649" y="47477"/>
                  </a:lnTo>
                  <a:lnTo>
                    <a:pt x="25267" y="47769"/>
                  </a:lnTo>
                  <a:lnTo>
                    <a:pt x="24908" y="48083"/>
                  </a:lnTo>
                  <a:lnTo>
                    <a:pt x="24570" y="48421"/>
                  </a:lnTo>
                  <a:lnTo>
                    <a:pt x="24256" y="48758"/>
                  </a:lnTo>
                  <a:lnTo>
                    <a:pt x="23941" y="49117"/>
                  </a:lnTo>
                  <a:lnTo>
                    <a:pt x="23671" y="49455"/>
                  </a:lnTo>
                  <a:lnTo>
                    <a:pt x="23042" y="50286"/>
                  </a:lnTo>
                  <a:lnTo>
                    <a:pt x="22412" y="51163"/>
                  </a:lnTo>
                  <a:lnTo>
                    <a:pt x="21805" y="52017"/>
                  </a:lnTo>
                  <a:lnTo>
                    <a:pt x="21221" y="52894"/>
                  </a:lnTo>
                  <a:lnTo>
                    <a:pt x="20075" y="54647"/>
                  </a:lnTo>
                  <a:lnTo>
                    <a:pt x="18928" y="56423"/>
                  </a:lnTo>
                  <a:lnTo>
                    <a:pt x="17759" y="58177"/>
                  </a:lnTo>
                  <a:lnTo>
                    <a:pt x="17175" y="59031"/>
                  </a:lnTo>
                  <a:lnTo>
                    <a:pt x="16568" y="59907"/>
                  </a:lnTo>
                  <a:lnTo>
                    <a:pt x="15938" y="60739"/>
                  </a:lnTo>
                  <a:lnTo>
                    <a:pt x="15287" y="61571"/>
                  </a:lnTo>
                  <a:lnTo>
                    <a:pt x="14612" y="62403"/>
                  </a:lnTo>
                  <a:lnTo>
                    <a:pt x="13915" y="63212"/>
                  </a:lnTo>
                  <a:lnTo>
                    <a:pt x="14073" y="61751"/>
                  </a:lnTo>
                  <a:lnTo>
                    <a:pt x="14230" y="60267"/>
                  </a:lnTo>
                  <a:lnTo>
                    <a:pt x="14365" y="58806"/>
                  </a:lnTo>
                  <a:lnTo>
                    <a:pt x="14477" y="57322"/>
                  </a:lnTo>
                  <a:lnTo>
                    <a:pt x="14680" y="54355"/>
                  </a:lnTo>
                  <a:lnTo>
                    <a:pt x="14859" y="51388"/>
                  </a:lnTo>
                  <a:lnTo>
                    <a:pt x="14994" y="51343"/>
                  </a:lnTo>
                  <a:lnTo>
                    <a:pt x="15264" y="51208"/>
                  </a:lnTo>
                  <a:lnTo>
                    <a:pt x="16141" y="50691"/>
                  </a:lnTo>
                  <a:lnTo>
                    <a:pt x="17310" y="49949"/>
                  </a:lnTo>
                  <a:lnTo>
                    <a:pt x="18658" y="49073"/>
                  </a:lnTo>
                  <a:lnTo>
                    <a:pt x="20030" y="48128"/>
                  </a:lnTo>
                  <a:lnTo>
                    <a:pt x="21333" y="47207"/>
                  </a:lnTo>
                  <a:lnTo>
                    <a:pt x="22390" y="46442"/>
                  </a:lnTo>
                  <a:lnTo>
                    <a:pt x="22795" y="46128"/>
                  </a:lnTo>
                  <a:lnTo>
                    <a:pt x="23087" y="45858"/>
                  </a:lnTo>
                  <a:lnTo>
                    <a:pt x="23357" y="45588"/>
                  </a:lnTo>
                  <a:lnTo>
                    <a:pt x="23649" y="45274"/>
                  </a:lnTo>
                  <a:lnTo>
                    <a:pt x="23963" y="44936"/>
                  </a:lnTo>
                  <a:lnTo>
                    <a:pt x="24256" y="44554"/>
                  </a:lnTo>
                  <a:lnTo>
                    <a:pt x="24863" y="43745"/>
                  </a:lnTo>
                  <a:lnTo>
                    <a:pt x="25492" y="42846"/>
                  </a:lnTo>
                  <a:lnTo>
                    <a:pt x="26076" y="41879"/>
                  </a:lnTo>
                  <a:lnTo>
                    <a:pt x="26638" y="40868"/>
                  </a:lnTo>
                  <a:lnTo>
                    <a:pt x="27178" y="39856"/>
                  </a:lnTo>
                  <a:lnTo>
                    <a:pt x="27650" y="38845"/>
                  </a:lnTo>
                  <a:lnTo>
                    <a:pt x="27852" y="38350"/>
                  </a:lnTo>
                  <a:lnTo>
                    <a:pt x="28032" y="37855"/>
                  </a:lnTo>
                  <a:lnTo>
                    <a:pt x="28212" y="37383"/>
                  </a:lnTo>
                  <a:lnTo>
                    <a:pt x="28347" y="36934"/>
                  </a:lnTo>
                  <a:lnTo>
                    <a:pt x="28482" y="36484"/>
                  </a:lnTo>
                  <a:lnTo>
                    <a:pt x="28572" y="36057"/>
                  </a:lnTo>
                  <a:lnTo>
                    <a:pt x="28639" y="35675"/>
                  </a:lnTo>
                  <a:lnTo>
                    <a:pt x="28684" y="35293"/>
                  </a:lnTo>
                  <a:lnTo>
                    <a:pt x="28684" y="34956"/>
                  </a:lnTo>
                  <a:lnTo>
                    <a:pt x="28662" y="34641"/>
                  </a:lnTo>
                  <a:lnTo>
                    <a:pt x="28594" y="34371"/>
                  </a:lnTo>
                  <a:lnTo>
                    <a:pt x="28504" y="34124"/>
                  </a:lnTo>
                  <a:lnTo>
                    <a:pt x="28437" y="34012"/>
                  </a:lnTo>
                  <a:lnTo>
                    <a:pt x="28369" y="33922"/>
                  </a:lnTo>
                  <a:lnTo>
                    <a:pt x="28302" y="33832"/>
                  </a:lnTo>
                  <a:lnTo>
                    <a:pt x="28189" y="33764"/>
                  </a:lnTo>
                  <a:lnTo>
                    <a:pt x="28100" y="33697"/>
                  </a:lnTo>
                  <a:lnTo>
                    <a:pt x="27987" y="33652"/>
                  </a:lnTo>
                  <a:lnTo>
                    <a:pt x="27852" y="33607"/>
                  </a:lnTo>
                  <a:lnTo>
                    <a:pt x="27717" y="33584"/>
                  </a:lnTo>
                  <a:lnTo>
                    <a:pt x="27448" y="33562"/>
                  </a:lnTo>
                  <a:lnTo>
                    <a:pt x="27178" y="33539"/>
                  </a:lnTo>
                  <a:lnTo>
                    <a:pt x="26886" y="33539"/>
                  </a:lnTo>
                  <a:lnTo>
                    <a:pt x="26638" y="33562"/>
                  </a:lnTo>
                  <a:lnTo>
                    <a:pt x="26369" y="33584"/>
                  </a:lnTo>
                  <a:lnTo>
                    <a:pt x="26099" y="33629"/>
                  </a:lnTo>
                  <a:lnTo>
                    <a:pt x="25604" y="33742"/>
                  </a:lnTo>
                  <a:lnTo>
                    <a:pt x="25110" y="33899"/>
                  </a:lnTo>
                  <a:lnTo>
                    <a:pt x="24638" y="34124"/>
                  </a:lnTo>
                  <a:lnTo>
                    <a:pt x="24188" y="34371"/>
                  </a:lnTo>
                  <a:lnTo>
                    <a:pt x="23761" y="34663"/>
                  </a:lnTo>
                  <a:lnTo>
                    <a:pt x="23334" y="35001"/>
                  </a:lnTo>
                  <a:lnTo>
                    <a:pt x="22929" y="35338"/>
                  </a:lnTo>
                  <a:lnTo>
                    <a:pt x="22547" y="35720"/>
                  </a:lnTo>
                  <a:lnTo>
                    <a:pt x="22165" y="36125"/>
                  </a:lnTo>
                  <a:lnTo>
                    <a:pt x="21805" y="36552"/>
                  </a:lnTo>
                  <a:lnTo>
                    <a:pt x="21446" y="37001"/>
                  </a:lnTo>
                  <a:lnTo>
                    <a:pt x="21131" y="37451"/>
                  </a:lnTo>
                  <a:lnTo>
                    <a:pt x="20794" y="37900"/>
                  </a:lnTo>
                  <a:lnTo>
                    <a:pt x="20412" y="38485"/>
                  </a:lnTo>
                  <a:lnTo>
                    <a:pt x="20030" y="39092"/>
                  </a:lnTo>
                  <a:lnTo>
                    <a:pt x="19692" y="39676"/>
                  </a:lnTo>
                  <a:lnTo>
                    <a:pt x="19333" y="40283"/>
                  </a:lnTo>
                  <a:lnTo>
                    <a:pt x="18681" y="41497"/>
                  </a:lnTo>
                  <a:lnTo>
                    <a:pt x="18029" y="42688"/>
                  </a:lnTo>
                  <a:lnTo>
                    <a:pt x="17377" y="43880"/>
                  </a:lnTo>
                  <a:lnTo>
                    <a:pt x="17040" y="44487"/>
                  </a:lnTo>
                  <a:lnTo>
                    <a:pt x="16680" y="45049"/>
                  </a:lnTo>
                  <a:lnTo>
                    <a:pt x="16321" y="45633"/>
                  </a:lnTo>
                  <a:lnTo>
                    <a:pt x="15938" y="46195"/>
                  </a:lnTo>
                  <a:lnTo>
                    <a:pt x="15511" y="46757"/>
                  </a:lnTo>
                  <a:lnTo>
                    <a:pt x="15084" y="47297"/>
                  </a:lnTo>
                  <a:lnTo>
                    <a:pt x="15197" y="45498"/>
                  </a:lnTo>
                  <a:lnTo>
                    <a:pt x="15332" y="43723"/>
                  </a:lnTo>
                  <a:lnTo>
                    <a:pt x="15466" y="41969"/>
                  </a:lnTo>
                  <a:lnTo>
                    <a:pt x="15646" y="40193"/>
                  </a:lnTo>
                  <a:lnTo>
                    <a:pt x="15826" y="38440"/>
                  </a:lnTo>
                  <a:lnTo>
                    <a:pt x="16073" y="36709"/>
                  </a:lnTo>
                  <a:lnTo>
                    <a:pt x="16321" y="35001"/>
                  </a:lnTo>
                  <a:lnTo>
                    <a:pt x="16635" y="33292"/>
                  </a:lnTo>
                  <a:lnTo>
                    <a:pt x="17557" y="33247"/>
                  </a:lnTo>
                  <a:lnTo>
                    <a:pt x="18501" y="33157"/>
                  </a:lnTo>
                  <a:lnTo>
                    <a:pt x="19423" y="33045"/>
                  </a:lnTo>
                  <a:lnTo>
                    <a:pt x="20367" y="32933"/>
                  </a:lnTo>
                  <a:lnTo>
                    <a:pt x="21288" y="32753"/>
                  </a:lnTo>
                  <a:lnTo>
                    <a:pt x="22210" y="32573"/>
                  </a:lnTo>
                  <a:lnTo>
                    <a:pt x="23132" y="32348"/>
                  </a:lnTo>
                  <a:lnTo>
                    <a:pt x="24053" y="32078"/>
                  </a:lnTo>
                  <a:lnTo>
                    <a:pt x="24953" y="31786"/>
                  </a:lnTo>
                  <a:lnTo>
                    <a:pt x="25829" y="31449"/>
                  </a:lnTo>
                  <a:lnTo>
                    <a:pt x="26706" y="31089"/>
                  </a:lnTo>
                  <a:lnTo>
                    <a:pt x="27538" y="30685"/>
                  </a:lnTo>
                  <a:lnTo>
                    <a:pt x="28369" y="30258"/>
                  </a:lnTo>
                  <a:lnTo>
                    <a:pt x="29179" y="29763"/>
                  </a:lnTo>
                  <a:lnTo>
                    <a:pt x="29965" y="29246"/>
                  </a:lnTo>
                  <a:lnTo>
                    <a:pt x="30707" y="28684"/>
                  </a:lnTo>
                  <a:lnTo>
                    <a:pt x="31449" y="28055"/>
                  </a:lnTo>
                  <a:lnTo>
                    <a:pt x="31876" y="27695"/>
                  </a:lnTo>
                  <a:lnTo>
                    <a:pt x="32281" y="27313"/>
                  </a:lnTo>
                  <a:lnTo>
                    <a:pt x="32708" y="26908"/>
                  </a:lnTo>
                  <a:lnTo>
                    <a:pt x="33112" y="26459"/>
                  </a:lnTo>
                  <a:lnTo>
                    <a:pt x="33495" y="25987"/>
                  </a:lnTo>
                  <a:lnTo>
                    <a:pt x="33832" y="25514"/>
                  </a:lnTo>
                  <a:lnTo>
                    <a:pt x="34146" y="25020"/>
                  </a:lnTo>
                  <a:lnTo>
                    <a:pt x="34281" y="24773"/>
                  </a:lnTo>
                  <a:lnTo>
                    <a:pt x="34416" y="24525"/>
                  </a:lnTo>
                  <a:lnTo>
                    <a:pt x="34529" y="24278"/>
                  </a:lnTo>
                  <a:lnTo>
                    <a:pt x="34618" y="24008"/>
                  </a:lnTo>
                  <a:lnTo>
                    <a:pt x="34686" y="23761"/>
                  </a:lnTo>
                  <a:lnTo>
                    <a:pt x="34731" y="23491"/>
                  </a:lnTo>
                  <a:lnTo>
                    <a:pt x="34776" y="23244"/>
                  </a:lnTo>
                  <a:lnTo>
                    <a:pt x="34776" y="22974"/>
                  </a:lnTo>
                  <a:lnTo>
                    <a:pt x="34776" y="22727"/>
                  </a:lnTo>
                  <a:lnTo>
                    <a:pt x="34731" y="22457"/>
                  </a:lnTo>
                  <a:lnTo>
                    <a:pt x="34686" y="22210"/>
                  </a:lnTo>
                  <a:lnTo>
                    <a:pt x="34596" y="21963"/>
                  </a:lnTo>
                  <a:lnTo>
                    <a:pt x="34484" y="21715"/>
                  </a:lnTo>
                  <a:lnTo>
                    <a:pt x="34326" y="21468"/>
                  </a:lnTo>
                  <a:lnTo>
                    <a:pt x="34146" y="21198"/>
                  </a:lnTo>
                  <a:lnTo>
                    <a:pt x="33967" y="20974"/>
                  </a:lnTo>
                  <a:lnTo>
                    <a:pt x="33764" y="20771"/>
                  </a:lnTo>
                  <a:lnTo>
                    <a:pt x="33540" y="20592"/>
                  </a:lnTo>
                  <a:lnTo>
                    <a:pt x="33315" y="20434"/>
                  </a:lnTo>
                  <a:lnTo>
                    <a:pt x="33090" y="20322"/>
                  </a:lnTo>
                  <a:lnTo>
                    <a:pt x="32865" y="20209"/>
                  </a:lnTo>
                  <a:lnTo>
                    <a:pt x="32618" y="20142"/>
                  </a:lnTo>
                  <a:lnTo>
                    <a:pt x="32371" y="20075"/>
                  </a:lnTo>
                  <a:lnTo>
                    <a:pt x="32101" y="20052"/>
                  </a:lnTo>
                  <a:lnTo>
                    <a:pt x="31854" y="20030"/>
                  </a:lnTo>
                  <a:lnTo>
                    <a:pt x="31314" y="20030"/>
                  </a:lnTo>
                  <a:lnTo>
                    <a:pt x="31044" y="20075"/>
                  </a:lnTo>
                  <a:lnTo>
                    <a:pt x="30775" y="20119"/>
                  </a:lnTo>
                  <a:lnTo>
                    <a:pt x="30505" y="20187"/>
                  </a:lnTo>
                  <a:lnTo>
                    <a:pt x="29943" y="20344"/>
                  </a:lnTo>
                  <a:lnTo>
                    <a:pt x="29403" y="20547"/>
                  </a:lnTo>
                  <a:lnTo>
                    <a:pt x="28886" y="20794"/>
                  </a:lnTo>
                  <a:lnTo>
                    <a:pt x="28369" y="21064"/>
                  </a:lnTo>
                  <a:lnTo>
                    <a:pt x="27875" y="21333"/>
                  </a:lnTo>
                  <a:lnTo>
                    <a:pt x="27403" y="21626"/>
                  </a:lnTo>
                  <a:lnTo>
                    <a:pt x="26976" y="21918"/>
                  </a:lnTo>
                  <a:lnTo>
                    <a:pt x="26593" y="22210"/>
                  </a:lnTo>
                  <a:lnTo>
                    <a:pt x="26279" y="22457"/>
                  </a:lnTo>
                  <a:lnTo>
                    <a:pt x="25964" y="22727"/>
                  </a:lnTo>
                  <a:lnTo>
                    <a:pt x="25672" y="23019"/>
                  </a:lnTo>
                  <a:lnTo>
                    <a:pt x="25380" y="23312"/>
                  </a:lnTo>
                  <a:lnTo>
                    <a:pt x="24795" y="23941"/>
                  </a:lnTo>
                  <a:lnTo>
                    <a:pt x="24233" y="24615"/>
                  </a:lnTo>
                  <a:lnTo>
                    <a:pt x="23671" y="25312"/>
                  </a:lnTo>
                  <a:lnTo>
                    <a:pt x="23109" y="26031"/>
                  </a:lnTo>
                  <a:lnTo>
                    <a:pt x="22008" y="27470"/>
                  </a:lnTo>
                  <a:lnTo>
                    <a:pt x="21446" y="28189"/>
                  </a:lnTo>
                  <a:lnTo>
                    <a:pt x="20884" y="28864"/>
                  </a:lnTo>
                  <a:lnTo>
                    <a:pt x="20277" y="29516"/>
                  </a:lnTo>
                  <a:lnTo>
                    <a:pt x="19670" y="30123"/>
                  </a:lnTo>
                  <a:lnTo>
                    <a:pt x="19355" y="30392"/>
                  </a:lnTo>
                  <a:lnTo>
                    <a:pt x="19041" y="30662"/>
                  </a:lnTo>
                  <a:lnTo>
                    <a:pt x="18703" y="30909"/>
                  </a:lnTo>
                  <a:lnTo>
                    <a:pt x="18366" y="31157"/>
                  </a:lnTo>
                  <a:lnTo>
                    <a:pt x="18029" y="31359"/>
                  </a:lnTo>
                  <a:lnTo>
                    <a:pt x="17669" y="31561"/>
                  </a:lnTo>
                  <a:lnTo>
                    <a:pt x="17310" y="31719"/>
                  </a:lnTo>
                  <a:lnTo>
                    <a:pt x="16928" y="31876"/>
                  </a:lnTo>
                  <a:lnTo>
                    <a:pt x="16928" y="31876"/>
                  </a:lnTo>
                  <a:lnTo>
                    <a:pt x="17197" y="30730"/>
                  </a:lnTo>
                  <a:lnTo>
                    <a:pt x="17489" y="29606"/>
                  </a:lnTo>
                  <a:lnTo>
                    <a:pt x="17804" y="28482"/>
                  </a:lnTo>
                  <a:lnTo>
                    <a:pt x="18141" y="27358"/>
                  </a:lnTo>
                  <a:lnTo>
                    <a:pt x="18524" y="26256"/>
                  </a:lnTo>
                  <a:lnTo>
                    <a:pt x="18928" y="25177"/>
                  </a:lnTo>
                  <a:lnTo>
                    <a:pt x="19378" y="24098"/>
                  </a:lnTo>
                  <a:lnTo>
                    <a:pt x="19850" y="23042"/>
                  </a:lnTo>
                  <a:lnTo>
                    <a:pt x="20367" y="21985"/>
                  </a:lnTo>
                  <a:lnTo>
                    <a:pt x="20906" y="20951"/>
                  </a:lnTo>
                  <a:lnTo>
                    <a:pt x="21491" y="19940"/>
                  </a:lnTo>
                  <a:lnTo>
                    <a:pt x="22120" y="18928"/>
                  </a:lnTo>
                  <a:lnTo>
                    <a:pt x="22772" y="17939"/>
                  </a:lnTo>
                  <a:lnTo>
                    <a:pt x="23491" y="16972"/>
                  </a:lnTo>
                  <a:lnTo>
                    <a:pt x="24256" y="16006"/>
                  </a:lnTo>
                  <a:lnTo>
                    <a:pt x="25042" y="15062"/>
                  </a:lnTo>
                  <a:lnTo>
                    <a:pt x="25694" y="14410"/>
                  </a:lnTo>
                  <a:lnTo>
                    <a:pt x="26054" y="14095"/>
                  </a:lnTo>
                  <a:lnTo>
                    <a:pt x="26391" y="13780"/>
                  </a:lnTo>
                  <a:lnTo>
                    <a:pt x="26751" y="13466"/>
                  </a:lnTo>
                  <a:lnTo>
                    <a:pt x="27133" y="13173"/>
                  </a:lnTo>
                  <a:lnTo>
                    <a:pt x="27515" y="12904"/>
                  </a:lnTo>
                  <a:lnTo>
                    <a:pt x="27920" y="12634"/>
                  </a:lnTo>
                  <a:lnTo>
                    <a:pt x="29448" y="11667"/>
                  </a:lnTo>
                  <a:lnTo>
                    <a:pt x="30213" y="11195"/>
                  </a:lnTo>
                  <a:lnTo>
                    <a:pt x="30954" y="10723"/>
                  </a:lnTo>
                  <a:lnTo>
                    <a:pt x="31696" y="10229"/>
                  </a:lnTo>
                  <a:lnTo>
                    <a:pt x="32416" y="9712"/>
                  </a:lnTo>
                  <a:lnTo>
                    <a:pt x="33112" y="9150"/>
                  </a:lnTo>
                  <a:lnTo>
                    <a:pt x="33450" y="8835"/>
                  </a:lnTo>
                  <a:lnTo>
                    <a:pt x="33787" y="8520"/>
                  </a:lnTo>
                  <a:lnTo>
                    <a:pt x="34146" y="8161"/>
                  </a:lnTo>
                  <a:lnTo>
                    <a:pt x="34529" y="7756"/>
                  </a:lnTo>
                  <a:lnTo>
                    <a:pt x="34911" y="7306"/>
                  </a:lnTo>
                  <a:lnTo>
                    <a:pt x="35315" y="6834"/>
                  </a:lnTo>
                  <a:lnTo>
                    <a:pt x="35675" y="6317"/>
                  </a:lnTo>
                  <a:lnTo>
                    <a:pt x="36035" y="5778"/>
                  </a:lnTo>
                  <a:lnTo>
                    <a:pt x="36349" y="5216"/>
                  </a:lnTo>
                  <a:lnTo>
                    <a:pt x="36619" y="4654"/>
                  </a:lnTo>
                  <a:lnTo>
                    <a:pt x="36732" y="4362"/>
                  </a:lnTo>
                  <a:lnTo>
                    <a:pt x="36821" y="4092"/>
                  </a:lnTo>
                  <a:lnTo>
                    <a:pt x="36889" y="3800"/>
                  </a:lnTo>
                  <a:lnTo>
                    <a:pt x="36956" y="3507"/>
                  </a:lnTo>
                  <a:lnTo>
                    <a:pt x="37001" y="3238"/>
                  </a:lnTo>
                  <a:lnTo>
                    <a:pt x="37001" y="2945"/>
                  </a:lnTo>
                  <a:lnTo>
                    <a:pt x="37001" y="2676"/>
                  </a:lnTo>
                  <a:lnTo>
                    <a:pt x="36956" y="2406"/>
                  </a:lnTo>
                  <a:lnTo>
                    <a:pt x="36911" y="2159"/>
                  </a:lnTo>
                  <a:lnTo>
                    <a:pt x="36821" y="1889"/>
                  </a:lnTo>
                  <a:lnTo>
                    <a:pt x="36687" y="1642"/>
                  </a:lnTo>
                  <a:lnTo>
                    <a:pt x="36552" y="1394"/>
                  </a:lnTo>
                  <a:lnTo>
                    <a:pt x="36349" y="1170"/>
                  </a:lnTo>
                  <a:lnTo>
                    <a:pt x="36147" y="945"/>
                  </a:lnTo>
                  <a:lnTo>
                    <a:pt x="35900" y="720"/>
                  </a:lnTo>
                  <a:lnTo>
                    <a:pt x="35608" y="518"/>
                  </a:lnTo>
                  <a:lnTo>
                    <a:pt x="35338" y="360"/>
                  </a:lnTo>
                  <a:lnTo>
                    <a:pt x="35046" y="225"/>
                  </a:lnTo>
                  <a:lnTo>
                    <a:pt x="34776" y="136"/>
                  </a:lnTo>
                  <a:lnTo>
                    <a:pt x="34484" y="68"/>
                  </a:lnTo>
                  <a:lnTo>
                    <a:pt x="34191" y="23"/>
                  </a:lnTo>
                  <a:lnTo>
                    <a:pt x="33922"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15"/>
            <p:cNvSpPr/>
            <p:nvPr/>
          </p:nvSpPr>
          <p:spPr>
            <a:xfrm>
              <a:off x="4659125" y="2718125"/>
              <a:ext cx="252350" cy="270900"/>
            </a:xfrm>
            <a:custGeom>
              <a:avLst/>
              <a:gdLst/>
              <a:ahLst/>
              <a:cxnLst/>
              <a:rect l="l" t="t" r="r" b="b"/>
              <a:pathLst>
                <a:path w="10094" h="10836" extrusionOk="0">
                  <a:moveTo>
                    <a:pt x="9329" y="0"/>
                  </a:moveTo>
                  <a:lnTo>
                    <a:pt x="9217" y="23"/>
                  </a:lnTo>
                  <a:lnTo>
                    <a:pt x="9104" y="90"/>
                  </a:lnTo>
                  <a:lnTo>
                    <a:pt x="8992" y="158"/>
                  </a:lnTo>
                  <a:lnTo>
                    <a:pt x="8902" y="270"/>
                  </a:lnTo>
                  <a:lnTo>
                    <a:pt x="8430" y="922"/>
                  </a:lnTo>
                  <a:lnTo>
                    <a:pt x="7958" y="1551"/>
                  </a:lnTo>
                  <a:lnTo>
                    <a:pt x="7441" y="2181"/>
                  </a:lnTo>
                  <a:lnTo>
                    <a:pt x="6924" y="2810"/>
                  </a:lnTo>
                  <a:lnTo>
                    <a:pt x="5867" y="4024"/>
                  </a:lnTo>
                  <a:lnTo>
                    <a:pt x="4766" y="5215"/>
                  </a:lnTo>
                  <a:lnTo>
                    <a:pt x="3619" y="6384"/>
                  </a:lnTo>
                  <a:lnTo>
                    <a:pt x="2473" y="7531"/>
                  </a:lnTo>
                  <a:lnTo>
                    <a:pt x="180" y="9779"/>
                  </a:lnTo>
                  <a:lnTo>
                    <a:pt x="90" y="9891"/>
                  </a:lnTo>
                  <a:lnTo>
                    <a:pt x="23" y="10003"/>
                  </a:lnTo>
                  <a:lnTo>
                    <a:pt x="0" y="10116"/>
                  </a:lnTo>
                  <a:lnTo>
                    <a:pt x="0" y="10228"/>
                  </a:lnTo>
                  <a:lnTo>
                    <a:pt x="23" y="10341"/>
                  </a:lnTo>
                  <a:lnTo>
                    <a:pt x="45" y="10453"/>
                  </a:lnTo>
                  <a:lnTo>
                    <a:pt x="113" y="10565"/>
                  </a:lnTo>
                  <a:lnTo>
                    <a:pt x="180" y="10633"/>
                  </a:lnTo>
                  <a:lnTo>
                    <a:pt x="270" y="10723"/>
                  </a:lnTo>
                  <a:lnTo>
                    <a:pt x="382" y="10768"/>
                  </a:lnTo>
                  <a:lnTo>
                    <a:pt x="472" y="10813"/>
                  </a:lnTo>
                  <a:lnTo>
                    <a:pt x="585" y="10835"/>
                  </a:lnTo>
                  <a:lnTo>
                    <a:pt x="720" y="10835"/>
                  </a:lnTo>
                  <a:lnTo>
                    <a:pt x="832" y="10813"/>
                  </a:lnTo>
                  <a:lnTo>
                    <a:pt x="944" y="10745"/>
                  </a:lnTo>
                  <a:lnTo>
                    <a:pt x="1057" y="10655"/>
                  </a:lnTo>
                  <a:lnTo>
                    <a:pt x="3417" y="8362"/>
                  </a:lnTo>
                  <a:lnTo>
                    <a:pt x="4586" y="7171"/>
                  </a:lnTo>
                  <a:lnTo>
                    <a:pt x="5732" y="5980"/>
                  </a:lnTo>
                  <a:lnTo>
                    <a:pt x="6856" y="4743"/>
                  </a:lnTo>
                  <a:lnTo>
                    <a:pt x="7418" y="4136"/>
                  </a:lnTo>
                  <a:lnTo>
                    <a:pt x="7958" y="3507"/>
                  </a:lnTo>
                  <a:lnTo>
                    <a:pt x="8475" y="2855"/>
                  </a:lnTo>
                  <a:lnTo>
                    <a:pt x="8992" y="2203"/>
                  </a:lnTo>
                  <a:lnTo>
                    <a:pt x="9486" y="1551"/>
                  </a:lnTo>
                  <a:lnTo>
                    <a:pt x="9981" y="899"/>
                  </a:lnTo>
                  <a:lnTo>
                    <a:pt x="10048" y="764"/>
                  </a:lnTo>
                  <a:lnTo>
                    <a:pt x="10071" y="652"/>
                  </a:lnTo>
                  <a:lnTo>
                    <a:pt x="10093" y="540"/>
                  </a:lnTo>
                  <a:lnTo>
                    <a:pt x="10071" y="427"/>
                  </a:lnTo>
                  <a:lnTo>
                    <a:pt x="10026" y="337"/>
                  </a:lnTo>
                  <a:lnTo>
                    <a:pt x="9958" y="247"/>
                  </a:lnTo>
                  <a:lnTo>
                    <a:pt x="9869" y="158"/>
                  </a:lnTo>
                  <a:lnTo>
                    <a:pt x="9779" y="90"/>
                  </a:lnTo>
                  <a:lnTo>
                    <a:pt x="9666" y="45"/>
                  </a:lnTo>
                  <a:lnTo>
                    <a:pt x="9554"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5"/>
            <p:cNvSpPr/>
            <p:nvPr/>
          </p:nvSpPr>
          <p:spPr>
            <a:xfrm>
              <a:off x="4339350" y="2699575"/>
              <a:ext cx="183225" cy="267525"/>
            </a:xfrm>
            <a:custGeom>
              <a:avLst/>
              <a:gdLst/>
              <a:ahLst/>
              <a:cxnLst/>
              <a:rect l="l" t="t" r="r" b="b"/>
              <a:pathLst>
                <a:path w="7329" h="10701" extrusionOk="0">
                  <a:moveTo>
                    <a:pt x="563" y="0"/>
                  </a:moveTo>
                  <a:lnTo>
                    <a:pt x="450" y="23"/>
                  </a:lnTo>
                  <a:lnTo>
                    <a:pt x="338" y="68"/>
                  </a:lnTo>
                  <a:lnTo>
                    <a:pt x="248" y="113"/>
                  </a:lnTo>
                  <a:lnTo>
                    <a:pt x="158" y="203"/>
                  </a:lnTo>
                  <a:lnTo>
                    <a:pt x="68" y="270"/>
                  </a:lnTo>
                  <a:lnTo>
                    <a:pt x="23" y="383"/>
                  </a:lnTo>
                  <a:lnTo>
                    <a:pt x="1" y="495"/>
                  </a:lnTo>
                  <a:lnTo>
                    <a:pt x="1" y="630"/>
                  </a:lnTo>
                  <a:lnTo>
                    <a:pt x="23" y="765"/>
                  </a:lnTo>
                  <a:lnTo>
                    <a:pt x="113" y="1079"/>
                  </a:lnTo>
                  <a:lnTo>
                    <a:pt x="248" y="1394"/>
                  </a:lnTo>
                  <a:lnTo>
                    <a:pt x="383" y="1709"/>
                  </a:lnTo>
                  <a:lnTo>
                    <a:pt x="518" y="2001"/>
                  </a:lnTo>
                  <a:lnTo>
                    <a:pt x="855" y="2585"/>
                  </a:lnTo>
                  <a:lnTo>
                    <a:pt x="1237" y="3147"/>
                  </a:lnTo>
                  <a:lnTo>
                    <a:pt x="1619" y="3709"/>
                  </a:lnTo>
                  <a:lnTo>
                    <a:pt x="2024" y="4249"/>
                  </a:lnTo>
                  <a:lnTo>
                    <a:pt x="2406" y="4811"/>
                  </a:lnTo>
                  <a:lnTo>
                    <a:pt x="2788" y="5373"/>
                  </a:lnTo>
                  <a:lnTo>
                    <a:pt x="3620" y="6677"/>
                  </a:lnTo>
                  <a:lnTo>
                    <a:pt x="4474" y="7958"/>
                  </a:lnTo>
                  <a:lnTo>
                    <a:pt x="5373" y="9239"/>
                  </a:lnTo>
                  <a:lnTo>
                    <a:pt x="5845" y="9869"/>
                  </a:lnTo>
                  <a:lnTo>
                    <a:pt x="6317" y="10476"/>
                  </a:lnTo>
                  <a:lnTo>
                    <a:pt x="6407" y="10588"/>
                  </a:lnTo>
                  <a:lnTo>
                    <a:pt x="6520" y="10655"/>
                  </a:lnTo>
                  <a:lnTo>
                    <a:pt x="6610" y="10678"/>
                  </a:lnTo>
                  <a:lnTo>
                    <a:pt x="6722" y="10700"/>
                  </a:lnTo>
                  <a:lnTo>
                    <a:pt x="6834" y="10678"/>
                  </a:lnTo>
                  <a:lnTo>
                    <a:pt x="6947" y="10633"/>
                  </a:lnTo>
                  <a:lnTo>
                    <a:pt x="7037" y="10588"/>
                  </a:lnTo>
                  <a:lnTo>
                    <a:pt x="7127" y="10498"/>
                  </a:lnTo>
                  <a:lnTo>
                    <a:pt x="7194" y="10408"/>
                  </a:lnTo>
                  <a:lnTo>
                    <a:pt x="7261" y="10318"/>
                  </a:lnTo>
                  <a:lnTo>
                    <a:pt x="7306" y="10206"/>
                  </a:lnTo>
                  <a:lnTo>
                    <a:pt x="7329" y="10093"/>
                  </a:lnTo>
                  <a:lnTo>
                    <a:pt x="7329" y="9959"/>
                  </a:lnTo>
                  <a:lnTo>
                    <a:pt x="7306" y="9846"/>
                  </a:lnTo>
                  <a:lnTo>
                    <a:pt x="7261" y="9711"/>
                  </a:lnTo>
                  <a:lnTo>
                    <a:pt x="7194" y="9599"/>
                  </a:lnTo>
                  <a:lnTo>
                    <a:pt x="6744" y="9014"/>
                  </a:lnTo>
                  <a:lnTo>
                    <a:pt x="6295" y="8430"/>
                  </a:lnTo>
                  <a:lnTo>
                    <a:pt x="5463" y="7216"/>
                  </a:lnTo>
                  <a:lnTo>
                    <a:pt x="4654" y="5980"/>
                  </a:lnTo>
                  <a:lnTo>
                    <a:pt x="3845" y="4743"/>
                  </a:lnTo>
                  <a:lnTo>
                    <a:pt x="3507" y="4226"/>
                  </a:lnTo>
                  <a:lnTo>
                    <a:pt x="3125" y="3709"/>
                  </a:lnTo>
                  <a:lnTo>
                    <a:pt x="2361" y="2675"/>
                  </a:lnTo>
                  <a:lnTo>
                    <a:pt x="2024" y="2136"/>
                  </a:lnTo>
                  <a:lnTo>
                    <a:pt x="1687" y="1574"/>
                  </a:lnTo>
                  <a:lnTo>
                    <a:pt x="1552" y="1304"/>
                  </a:lnTo>
                  <a:lnTo>
                    <a:pt x="1417" y="1012"/>
                  </a:lnTo>
                  <a:lnTo>
                    <a:pt x="1305" y="720"/>
                  </a:lnTo>
                  <a:lnTo>
                    <a:pt x="1215" y="427"/>
                  </a:lnTo>
                  <a:lnTo>
                    <a:pt x="1147" y="315"/>
                  </a:lnTo>
                  <a:lnTo>
                    <a:pt x="1080" y="203"/>
                  </a:lnTo>
                  <a:lnTo>
                    <a:pt x="990" y="113"/>
                  </a:lnTo>
                  <a:lnTo>
                    <a:pt x="900" y="45"/>
                  </a:lnTo>
                  <a:lnTo>
                    <a:pt x="787" y="23"/>
                  </a:lnTo>
                  <a:lnTo>
                    <a:pt x="675"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5"/>
            <p:cNvSpPr/>
            <p:nvPr/>
          </p:nvSpPr>
          <p:spPr>
            <a:xfrm>
              <a:off x="4369150" y="2302825"/>
              <a:ext cx="203450" cy="347325"/>
            </a:xfrm>
            <a:custGeom>
              <a:avLst/>
              <a:gdLst/>
              <a:ahLst/>
              <a:cxnLst/>
              <a:rect l="l" t="t" r="r" b="b"/>
              <a:pathLst>
                <a:path w="8138" h="13893" extrusionOk="0">
                  <a:moveTo>
                    <a:pt x="652" y="0"/>
                  </a:moveTo>
                  <a:lnTo>
                    <a:pt x="562" y="23"/>
                  </a:lnTo>
                  <a:lnTo>
                    <a:pt x="450" y="45"/>
                  </a:lnTo>
                  <a:lnTo>
                    <a:pt x="337" y="90"/>
                  </a:lnTo>
                  <a:lnTo>
                    <a:pt x="247" y="158"/>
                  </a:lnTo>
                  <a:lnTo>
                    <a:pt x="157" y="247"/>
                  </a:lnTo>
                  <a:lnTo>
                    <a:pt x="90" y="337"/>
                  </a:lnTo>
                  <a:lnTo>
                    <a:pt x="45" y="450"/>
                  </a:lnTo>
                  <a:lnTo>
                    <a:pt x="0" y="562"/>
                  </a:lnTo>
                  <a:lnTo>
                    <a:pt x="0" y="675"/>
                  </a:lnTo>
                  <a:lnTo>
                    <a:pt x="23" y="809"/>
                  </a:lnTo>
                  <a:lnTo>
                    <a:pt x="68" y="944"/>
                  </a:lnTo>
                  <a:lnTo>
                    <a:pt x="899" y="2540"/>
                  </a:lnTo>
                  <a:lnTo>
                    <a:pt x="1753" y="4136"/>
                  </a:lnTo>
                  <a:lnTo>
                    <a:pt x="2608" y="5710"/>
                  </a:lnTo>
                  <a:lnTo>
                    <a:pt x="3484" y="7283"/>
                  </a:lnTo>
                  <a:lnTo>
                    <a:pt x="5260" y="10430"/>
                  </a:lnTo>
                  <a:lnTo>
                    <a:pt x="6137" y="12004"/>
                  </a:lnTo>
                  <a:lnTo>
                    <a:pt x="6991" y="13578"/>
                  </a:lnTo>
                  <a:lnTo>
                    <a:pt x="7059" y="13690"/>
                  </a:lnTo>
                  <a:lnTo>
                    <a:pt x="7148" y="13780"/>
                  </a:lnTo>
                  <a:lnTo>
                    <a:pt x="7261" y="13847"/>
                  </a:lnTo>
                  <a:lnTo>
                    <a:pt x="7373" y="13892"/>
                  </a:lnTo>
                  <a:lnTo>
                    <a:pt x="7486" y="13892"/>
                  </a:lnTo>
                  <a:lnTo>
                    <a:pt x="7598" y="13870"/>
                  </a:lnTo>
                  <a:lnTo>
                    <a:pt x="7688" y="13847"/>
                  </a:lnTo>
                  <a:lnTo>
                    <a:pt x="7800" y="13802"/>
                  </a:lnTo>
                  <a:lnTo>
                    <a:pt x="7890" y="13735"/>
                  </a:lnTo>
                  <a:lnTo>
                    <a:pt x="7980" y="13645"/>
                  </a:lnTo>
                  <a:lnTo>
                    <a:pt x="8048" y="13555"/>
                  </a:lnTo>
                  <a:lnTo>
                    <a:pt x="8093" y="13443"/>
                  </a:lnTo>
                  <a:lnTo>
                    <a:pt x="8138" y="13330"/>
                  </a:lnTo>
                  <a:lnTo>
                    <a:pt x="8138" y="13218"/>
                  </a:lnTo>
                  <a:lnTo>
                    <a:pt x="8115" y="13083"/>
                  </a:lnTo>
                  <a:lnTo>
                    <a:pt x="8048" y="12948"/>
                  </a:lnTo>
                  <a:lnTo>
                    <a:pt x="7193" y="11375"/>
                  </a:lnTo>
                  <a:lnTo>
                    <a:pt x="6317" y="9801"/>
                  </a:lnTo>
                  <a:lnTo>
                    <a:pt x="4563" y="6654"/>
                  </a:lnTo>
                  <a:lnTo>
                    <a:pt x="3687" y="5080"/>
                  </a:lnTo>
                  <a:lnTo>
                    <a:pt x="2810" y="3507"/>
                  </a:lnTo>
                  <a:lnTo>
                    <a:pt x="1978" y="1911"/>
                  </a:lnTo>
                  <a:lnTo>
                    <a:pt x="1147" y="315"/>
                  </a:lnTo>
                  <a:lnTo>
                    <a:pt x="1057" y="202"/>
                  </a:lnTo>
                  <a:lnTo>
                    <a:pt x="989" y="113"/>
                  </a:lnTo>
                  <a:lnTo>
                    <a:pt x="877" y="45"/>
                  </a:lnTo>
                  <a:lnTo>
                    <a:pt x="764" y="23"/>
                  </a:lnTo>
                  <a:lnTo>
                    <a:pt x="652"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5"/>
            <p:cNvSpPr/>
            <p:nvPr/>
          </p:nvSpPr>
          <p:spPr>
            <a:xfrm>
              <a:off x="4654050" y="2364075"/>
              <a:ext cx="227075" cy="260775"/>
            </a:xfrm>
            <a:custGeom>
              <a:avLst/>
              <a:gdLst/>
              <a:ahLst/>
              <a:cxnLst/>
              <a:rect l="l" t="t" r="r" b="b"/>
              <a:pathLst>
                <a:path w="9083" h="10431" extrusionOk="0">
                  <a:moveTo>
                    <a:pt x="8476" y="0"/>
                  </a:moveTo>
                  <a:lnTo>
                    <a:pt x="8386" y="23"/>
                  </a:lnTo>
                  <a:lnTo>
                    <a:pt x="8273" y="45"/>
                  </a:lnTo>
                  <a:lnTo>
                    <a:pt x="8161" y="113"/>
                  </a:lnTo>
                  <a:lnTo>
                    <a:pt x="8071" y="225"/>
                  </a:lnTo>
                  <a:lnTo>
                    <a:pt x="6160" y="2563"/>
                  </a:lnTo>
                  <a:lnTo>
                    <a:pt x="4205" y="4856"/>
                  </a:lnTo>
                  <a:lnTo>
                    <a:pt x="2204" y="7126"/>
                  </a:lnTo>
                  <a:lnTo>
                    <a:pt x="181" y="9352"/>
                  </a:lnTo>
                  <a:lnTo>
                    <a:pt x="91" y="9464"/>
                  </a:lnTo>
                  <a:lnTo>
                    <a:pt x="46" y="9576"/>
                  </a:lnTo>
                  <a:lnTo>
                    <a:pt x="1" y="9689"/>
                  </a:lnTo>
                  <a:lnTo>
                    <a:pt x="1" y="9824"/>
                  </a:lnTo>
                  <a:lnTo>
                    <a:pt x="23" y="9936"/>
                  </a:lnTo>
                  <a:lnTo>
                    <a:pt x="68" y="10049"/>
                  </a:lnTo>
                  <a:lnTo>
                    <a:pt x="136" y="10138"/>
                  </a:lnTo>
                  <a:lnTo>
                    <a:pt x="203" y="10228"/>
                  </a:lnTo>
                  <a:lnTo>
                    <a:pt x="293" y="10296"/>
                  </a:lnTo>
                  <a:lnTo>
                    <a:pt x="383" y="10363"/>
                  </a:lnTo>
                  <a:lnTo>
                    <a:pt x="496" y="10408"/>
                  </a:lnTo>
                  <a:lnTo>
                    <a:pt x="608" y="10431"/>
                  </a:lnTo>
                  <a:lnTo>
                    <a:pt x="720" y="10408"/>
                  </a:lnTo>
                  <a:lnTo>
                    <a:pt x="833" y="10386"/>
                  </a:lnTo>
                  <a:lnTo>
                    <a:pt x="945" y="10318"/>
                  </a:lnTo>
                  <a:lnTo>
                    <a:pt x="1057" y="10228"/>
                  </a:lnTo>
                  <a:lnTo>
                    <a:pt x="3081" y="8003"/>
                  </a:lnTo>
                  <a:lnTo>
                    <a:pt x="5081" y="5733"/>
                  </a:lnTo>
                  <a:lnTo>
                    <a:pt x="7037" y="3440"/>
                  </a:lnTo>
                  <a:lnTo>
                    <a:pt x="8948" y="1102"/>
                  </a:lnTo>
                  <a:lnTo>
                    <a:pt x="9015" y="967"/>
                  </a:lnTo>
                  <a:lnTo>
                    <a:pt x="9060" y="855"/>
                  </a:lnTo>
                  <a:lnTo>
                    <a:pt x="9082" y="742"/>
                  </a:lnTo>
                  <a:lnTo>
                    <a:pt x="9082" y="607"/>
                  </a:lnTo>
                  <a:lnTo>
                    <a:pt x="9060" y="495"/>
                  </a:lnTo>
                  <a:lnTo>
                    <a:pt x="9015" y="383"/>
                  </a:lnTo>
                  <a:lnTo>
                    <a:pt x="8948" y="293"/>
                  </a:lnTo>
                  <a:lnTo>
                    <a:pt x="8880" y="203"/>
                  </a:lnTo>
                  <a:lnTo>
                    <a:pt x="8790" y="113"/>
                  </a:lnTo>
                  <a:lnTo>
                    <a:pt x="8700" y="68"/>
                  </a:lnTo>
                  <a:lnTo>
                    <a:pt x="8588" y="23"/>
                  </a:lnTo>
                  <a:lnTo>
                    <a:pt x="8476"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5"/>
            <p:cNvSpPr/>
            <p:nvPr/>
          </p:nvSpPr>
          <p:spPr>
            <a:xfrm>
              <a:off x="4544475" y="1790300"/>
              <a:ext cx="82625" cy="384400"/>
            </a:xfrm>
            <a:custGeom>
              <a:avLst/>
              <a:gdLst/>
              <a:ahLst/>
              <a:cxnLst/>
              <a:rect l="l" t="t" r="r" b="b"/>
              <a:pathLst>
                <a:path w="3305" h="15376" extrusionOk="0">
                  <a:moveTo>
                    <a:pt x="608" y="0"/>
                  </a:moveTo>
                  <a:lnTo>
                    <a:pt x="495" y="23"/>
                  </a:lnTo>
                  <a:lnTo>
                    <a:pt x="383" y="45"/>
                  </a:lnTo>
                  <a:lnTo>
                    <a:pt x="270" y="90"/>
                  </a:lnTo>
                  <a:lnTo>
                    <a:pt x="180" y="158"/>
                  </a:lnTo>
                  <a:lnTo>
                    <a:pt x="90" y="225"/>
                  </a:lnTo>
                  <a:lnTo>
                    <a:pt x="46" y="337"/>
                  </a:lnTo>
                  <a:lnTo>
                    <a:pt x="1" y="450"/>
                  </a:lnTo>
                  <a:lnTo>
                    <a:pt x="1" y="607"/>
                  </a:lnTo>
                  <a:lnTo>
                    <a:pt x="46" y="2383"/>
                  </a:lnTo>
                  <a:lnTo>
                    <a:pt x="135" y="4204"/>
                  </a:lnTo>
                  <a:lnTo>
                    <a:pt x="203" y="5103"/>
                  </a:lnTo>
                  <a:lnTo>
                    <a:pt x="293" y="6025"/>
                  </a:lnTo>
                  <a:lnTo>
                    <a:pt x="383" y="6946"/>
                  </a:lnTo>
                  <a:lnTo>
                    <a:pt x="495" y="7868"/>
                  </a:lnTo>
                  <a:lnTo>
                    <a:pt x="630" y="8767"/>
                  </a:lnTo>
                  <a:lnTo>
                    <a:pt x="787" y="9689"/>
                  </a:lnTo>
                  <a:lnTo>
                    <a:pt x="945" y="10588"/>
                  </a:lnTo>
                  <a:lnTo>
                    <a:pt x="1147" y="11487"/>
                  </a:lnTo>
                  <a:lnTo>
                    <a:pt x="1349" y="12364"/>
                  </a:lnTo>
                  <a:lnTo>
                    <a:pt x="1574" y="13240"/>
                  </a:lnTo>
                  <a:lnTo>
                    <a:pt x="1821" y="14117"/>
                  </a:lnTo>
                  <a:lnTo>
                    <a:pt x="2069" y="14949"/>
                  </a:lnTo>
                  <a:lnTo>
                    <a:pt x="2136" y="15084"/>
                  </a:lnTo>
                  <a:lnTo>
                    <a:pt x="2204" y="15196"/>
                  </a:lnTo>
                  <a:lnTo>
                    <a:pt x="2293" y="15264"/>
                  </a:lnTo>
                  <a:lnTo>
                    <a:pt x="2406" y="15331"/>
                  </a:lnTo>
                  <a:lnTo>
                    <a:pt x="2518" y="15353"/>
                  </a:lnTo>
                  <a:lnTo>
                    <a:pt x="2631" y="15376"/>
                  </a:lnTo>
                  <a:lnTo>
                    <a:pt x="2743" y="15376"/>
                  </a:lnTo>
                  <a:lnTo>
                    <a:pt x="2855" y="15353"/>
                  </a:lnTo>
                  <a:lnTo>
                    <a:pt x="2968" y="15308"/>
                  </a:lnTo>
                  <a:lnTo>
                    <a:pt x="3080" y="15264"/>
                  </a:lnTo>
                  <a:lnTo>
                    <a:pt x="3148" y="15196"/>
                  </a:lnTo>
                  <a:lnTo>
                    <a:pt x="3215" y="15106"/>
                  </a:lnTo>
                  <a:lnTo>
                    <a:pt x="3283" y="14994"/>
                  </a:lnTo>
                  <a:lnTo>
                    <a:pt x="3305" y="14881"/>
                  </a:lnTo>
                  <a:lnTo>
                    <a:pt x="3305" y="14769"/>
                  </a:lnTo>
                  <a:lnTo>
                    <a:pt x="3260" y="14612"/>
                  </a:lnTo>
                  <a:lnTo>
                    <a:pt x="3013" y="13780"/>
                  </a:lnTo>
                  <a:lnTo>
                    <a:pt x="2765" y="12948"/>
                  </a:lnTo>
                  <a:lnTo>
                    <a:pt x="2541" y="12094"/>
                  </a:lnTo>
                  <a:lnTo>
                    <a:pt x="2338" y="11217"/>
                  </a:lnTo>
                  <a:lnTo>
                    <a:pt x="2159" y="10341"/>
                  </a:lnTo>
                  <a:lnTo>
                    <a:pt x="2001" y="9464"/>
                  </a:lnTo>
                  <a:lnTo>
                    <a:pt x="1866" y="8587"/>
                  </a:lnTo>
                  <a:lnTo>
                    <a:pt x="1731" y="7688"/>
                  </a:lnTo>
                  <a:lnTo>
                    <a:pt x="1619" y="6811"/>
                  </a:lnTo>
                  <a:lnTo>
                    <a:pt x="1529" y="5912"/>
                  </a:lnTo>
                  <a:lnTo>
                    <a:pt x="1439" y="5013"/>
                  </a:lnTo>
                  <a:lnTo>
                    <a:pt x="1372" y="4136"/>
                  </a:lnTo>
                  <a:lnTo>
                    <a:pt x="1282" y="2361"/>
                  </a:lnTo>
                  <a:lnTo>
                    <a:pt x="1237" y="607"/>
                  </a:lnTo>
                  <a:lnTo>
                    <a:pt x="1214" y="450"/>
                  </a:lnTo>
                  <a:lnTo>
                    <a:pt x="1169" y="337"/>
                  </a:lnTo>
                  <a:lnTo>
                    <a:pt x="1102" y="247"/>
                  </a:lnTo>
                  <a:lnTo>
                    <a:pt x="1035" y="158"/>
                  </a:lnTo>
                  <a:lnTo>
                    <a:pt x="945" y="90"/>
                  </a:lnTo>
                  <a:lnTo>
                    <a:pt x="832" y="45"/>
                  </a:lnTo>
                  <a:lnTo>
                    <a:pt x="720" y="23"/>
                  </a:lnTo>
                  <a:lnTo>
                    <a:pt x="608"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15"/>
            <p:cNvSpPr/>
            <p:nvPr/>
          </p:nvSpPr>
          <p:spPr>
            <a:xfrm>
              <a:off x="4758600" y="2044300"/>
              <a:ext cx="257950" cy="181550"/>
            </a:xfrm>
            <a:custGeom>
              <a:avLst/>
              <a:gdLst/>
              <a:ahLst/>
              <a:cxnLst/>
              <a:rect l="l" t="t" r="r" b="b"/>
              <a:pathLst>
                <a:path w="10318" h="7262" extrusionOk="0">
                  <a:moveTo>
                    <a:pt x="9666" y="1"/>
                  </a:moveTo>
                  <a:lnTo>
                    <a:pt x="9554" y="46"/>
                  </a:lnTo>
                  <a:lnTo>
                    <a:pt x="9419" y="113"/>
                  </a:lnTo>
                  <a:lnTo>
                    <a:pt x="8340" y="945"/>
                  </a:lnTo>
                  <a:lnTo>
                    <a:pt x="7216" y="1732"/>
                  </a:lnTo>
                  <a:lnTo>
                    <a:pt x="6092" y="2518"/>
                  </a:lnTo>
                  <a:lnTo>
                    <a:pt x="4968" y="3283"/>
                  </a:lnTo>
                  <a:lnTo>
                    <a:pt x="3822" y="4025"/>
                  </a:lnTo>
                  <a:lnTo>
                    <a:pt x="2653" y="4744"/>
                  </a:lnTo>
                  <a:lnTo>
                    <a:pt x="1484" y="5441"/>
                  </a:lnTo>
                  <a:lnTo>
                    <a:pt x="292" y="6115"/>
                  </a:lnTo>
                  <a:lnTo>
                    <a:pt x="180" y="6183"/>
                  </a:lnTo>
                  <a:lnTo>
                    <a:pt x="90" y="6272"/>
                  </a:lnTo>
                  <a:lnTo>
                    <a:pt x="45" y="6385"/>
                  </a:lnTo>
                  <a:lnTo>
                    <a:pt x="0" y="6497"/>
                  </a:lnTo>
                  <a:lnTo>
                    <a:pt x="0" y="6610"/>
                  </a:lnTo>
                  <a:lnTo>
                    <a:pt x="0" y="6722"/>
                  </a:lnTo>
                  <a:lnTo>
                    <a:pt x="45" y="6834"/>
                  </a:lnTo>
                  <a:lnTo>
                    <a:pt x="90" y="6924"/>
                  </a:lnTo>
                  <a:lnTo>
                    <a:pt x="157" y="7014"/>
                  </a:lnTo>
                  <a:lnTo>
                    <a:pt x="225" y="7104"/>
                  </a:lnTo>
                  <a:lnTo>
                    <a:pt x="337" y="7172"/>
                  </a:lnTo>
                  <a:lnTo>
                    <a:pt x="427" y="7217"/>
                  </a:lnTo>
                  <a:lnTo>
                    <a:pt x="540" y="7262"/>
                  </a:lnTo>
                  <a:lnTo>
                    <a:pt x="674" y="7262"/>
                  </a:lnTo>
                  <a:lnTo>
                    <a:pt x="787" y="7239"/>
                  </a:lnTo>
                  <a:lnTo>
                    <a:pt x="922" y="7172"/>
                  </a:lnTo>
                  <a:lnTo>
                    <a:pt x="2113" y="6497"/>
                  </a:lnTo>
                  <a:lnTo>
                    <a:pt x="3282" y="5800"/>
                  </a:lnTo>
                  <a:lnTo>
                    <a:pt x="4451" y="5081"/>
                  </a:lnTo>
                  <a:lnTo>
                    <a:pt x="5597" y="4339"/>
                  </a:lnTo>
                  <a:lnTo>
                    <a:pt x="6721" y="3575"/>
                  </a:lnTo>
                  <a:lnTo>
                    <a:pt x="7845" y="2811"/>
                  </a:lnTo>
                  <a:lnTo>
                    <a:pt x="8947" y="2001"/>
                  </a:lnTo>
                  <a:lnTo>
                    <a:pt x="10048" y="1192"/>
                  </a:lnTo>
                  <a:lnTo>
                    <a:pt x="10161" y="1102"/>
                  </a:lnTo>
                  <a:lnTo>
                    <a:pt x="10228" y="990"/>
                  </a:lnTo>
                  <a:lnTo>
                    <a:pt x="10273" y="877"/>
                  </a:lnTo>
                  <a:lnTo>
                    <a:pt x="10318" y="765"/>
                  </a:lnTo>
                  <a:lnTo>
                    <a:pt x="10318" y="630"/>
                  </a:lnTo>
                  <a:lnTo>
                    <a:pt x="10295" y="518"/>
                  </a:lnTo>
                  <a:lnTo>
                    <a:pt x="10273" y="405"/>
                  </a:lnTo>
                  <a:lnTo>
                    <a:pt x="10206" y="293"/>
                  </a:lnTo>
                  <a:lnTo>
                    <a:pt x="10138" y="203"/>
                  </a:lnTo>
                  <a:lnTo>
                    <a:pt x="10071" y="113"/>
                  </a:lnTo>
                  <a:lnTo>
                    <a:pt x="9981" y="68"/>
                  </a:lnTo>
                  <a:lnTo>
                    <a:pt x="9891" y="23"/>
                  </a:lnTo>
                  <a:lnTo>
                    <a:pt x="9778"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15"/>
            <p:cNvSpPr/>
            <p:nvPr/>
          </p:nvSpPr>
          <p:spPr>
            <a:xfrm>
              <a:off x="4827150" y="1531225"/>
              <a:ext cx="212450" cy="254025"/>
            </a:xfrm>
            <a:custGeom>
              <a:avLst/>
              <a:gdLst/>
              <a:ahLst/>
              <a:cxnLst/>
              <a:rect l="l" t="t" r="r" b="b"/>
              <a:pathLst>
                <a:path w="8498" h="10161" extrusionOk="0">
                  <a:moveTo>
                    <a:pt x="7778" y="0"/>
                  </a:moveTo>
                  <a:lnTo>
                    <a:pt x="7666" y="23"/>
                  </a:lnTo>
                  <a:lnTo>
                    <a:pt x="7553" y="68"/>
                  </a:lnTo>
                  <a:lnTo>
                    <a:pt x="7441" y="158"/>
                  </a:lnTo>
                  <a:lnTo>
                    <a:pt x="6340" y="1192"/>
                  </a:lnTo>
                  <a:lnTo>
                    <a:pt x="5800" y="1709"/>
                  </a:lnTo>
                  <a:lnTo>
                    <a:pt x="5261" y="2248"/>
                  </a:lnTo>
                  <a:lnTo>
                    <a:pt x="4744" y="2788"/>
                  </a:lnTo>
                  <a:lnTo>
                    <a:pt x="4227" y="3350"/>
                  </a:lnTo>
                  <a:lnTo>
                    <a:pt x="3732" y="3934"/>
                  </a:lnTo>
                  <a:lnTo>
                    <a:pt x="3282" y="4519"/>
                  </a:lnTo>
                  <a:lnTo>
                    <a:pt x="2855" y="5103"/>
                  </a:lnTo>
                  <a:lnTo>
                    <a:pt x="2451" y="5688"/>
                  </a:lnTo>
                  <a:lnTo>
                    <a:pt x="1686" y="6879"/>
                  </a:lnTo>
                  <a:lnTo>
                    <a:pt x="922" y="8093"/>
                  </a:lnTo>
                  <a:lnTo>
                    <a:pt x="518" y="8677"/>
                  </a:lnTo>
                  <a:lnTo>
                    <a:pt x="113" y="9262"/>
                  </a:lnTo>
                  <a:lnTo>
                    <a:pt x="45" y="9374"/>
                  </a:lnTo>
                  <a:lnTo>
                    <a:pt x="1" y="9487"/>
                  </a:lnTo>
                  <a:lnTo>
                    <a:pt x="1" y="9599"/>
                  </a:lnTo>
                  <a:lnTo>
                    <a:pt x="23" y="9711"/>
                  </a:lnTo>
                  <a:lnTo>
                    <a:pt x="68" y="9824"/>
                  </a:lnTo>
                  <a:lnTo>
                    <a:pt x="135" y="9914"/>
                  </a:lnTo>
                  <a:lnTo>
                    <a:pt x="203" y="9981"/>
                  </a:lnTo>
                  <a:lnTo>
                    <a:pt x="293" y="10049"/>
                  </a:lnTo>
                  <a:lnTo>
                    <a:pt x="405" y="10093"/>
                  </a:lnTo>
                  <a:lnTo>
                    <a:pt x="518" y="10138"/>
                  </a:lnTo>
                  <a:lnTo>
                    <a:pt x="630" y="10161"/>
                  </a:lnTo>
                  <a:lnTo>
                    <a:pt x="765" y="10138"/>
                  </a:lnTo>
                  <a:lnTo>
                    <a:pt x="877" y="10116"/>
                  </a:lnTo>
                  <a:lnTo>
                    <a:pt x="990" y="10071"/>
                  </a:lnTo>
                  <a:lnTo>
                    <a:pt x="1102" y="9981"/>
                  </a:lnTo>
                  <a:lnTo>
                    <a:pt x="1192" y="9891"/>
                  </a:lnTo>
                  <a:lnTo>
                    <a:pt x="1619" y="9262"/>
                  </a:lnTo>
                  <a:lnTo>
                    <a:pt x="2024" y="8655"/>
                  </a:lnTo>
                  <a:lnTo>
                    <a:pt x="2833" y="7374"/>
                  </a:lnTo>
                  <a:lnTo>
                    <a:pt x="3237" y="6744"/>
                  </a:lnTo>
                  <a:lnTo>
                    <a:pt x="3642" y="6115"/>
                  </a:lnTo>
                  <a:lnTo>
                    <a:pt x="4069" y="5508"/>
                  </a:lnTo>
                  <a:lnTo>
                    <a:pt x="4519" y="4923"/>
                  </a:lnTo>
                  <a:lnTo>
                    <a:pt x="4968" y="4384"/>
                  </a:lnTo>
                  <a:lnTo>
                    <a:pt x="5418" y="3889"/>
                  </a:lnTo>
                  <a:lnTo>
                    <a:pt x="5868" y="3395"/>
                  </a:lnTo>
                  <a:lnTo>
                    <a:pt x="6340" y="2900"/>
                  </a:lnTo>
                  <a:lnTo>
                    <a:pt x="7329" y="1956"/>
                  </a:lnTo>
                  <a:lnTo>
                    <a:pt x="8318" y="1034"/>
                  </a:lnTo>
                  <a:lnTo>
                    <a:pt x="8408" y="922"/>
                  </a:lnTo>
                  <a:lnTo>
                    <a:pt x="8475" y="810"/>
                  </a:lnTo>
                  <a:lnTo>
                    <a:pt x="8498" y="697"/>
                  </a:lnTo>
                  <a:lnTo>
                    <a:pt x="8498" y="585"/>
                  </a:lnTo>
                  <a:lnTo>
                    <a:pt x="8498" y="472"/>
                  </a:lnTo>
                  <a:lnTo>
                    <a:pt x="8453" y="383"/>
                  </a:lnTo>
                  <a:lnTo>
                    <a:pt x="8385" y="270"/>
                  </a:lnTo>
                  <a:lnTo>
                    <a:pt x="8318" y="180"/>
                  </a:lnTo>
                  <a:lnTo>
                    <a:pt x="8228" y="113"/>
                  </a:lnTo>
                  <a:lnTo>
                    <a:pt x="8138" y="45"/>
                  </a:lnTo>
                  <a:lnTo>
                    <a:pt x="8026" y="23"/>
                  </a:lnTo>
                  <a:lnTo>
                    <a:pt x="7913"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5"/>
            <p:cNvSpPr/>
            <p:nvPr/>
          </p:nvSpPr>
          <p:spPr>
            <a:xfrm>
              <a:off x="2784375" y="1707675"/>
              <a:ext cx="808700" cy="2041700"/>
            </a:xfrm>
            <a:custGeom>
              <a:avLst/>
              <a:gdLst/>
              <a:ahLst/>
              <a:cxnLst/>
              <a:rect l="l" t="t" r="r" b="b"/>
              <a:pathLst>
                <a:path w="32348" h="81668" extrusionOk="0">
                  <a:moveTo>
                    <a:pt x="27874" y="1"/>
                  </a:moveTo>
                  <a:lnTo>
                    <a:pt x="27582" y="23"/>
                  </a:lnTo>
                  <a:lnTo>
                    <a:pt x="27290" y="91"/>
                  </a:lnTo>
                  <a:lnTo>
                    <a:pt x="26998" y="158"/>
                  </a:lnTo>
                  <a:lnTo>
                    <a:pt x="26728" y="271"/>
                  </a:lnTo>
                  <a:lnTo>
                    <a:pt x="26436" y="383"/>
                  </a:lnTo>
                  <a:lnTo>
                    <a:pt x="26166" y="518"/>
                  </a:lnTo>
                  <a:lnTo>
                    <a:pt x="25874" y="675"/>
                  </a:lnTo>
                  <a:lnTo>
                    <a:pt x="25604" y="855"/>
                  </a:lnTo>
                  <a:lnTo>
                    <a:pt x="25334" y="1035"/>
                  </a:lnTo>
                  <a:lnTo>
                    <a:pt x="24817" y="1439"/>
                  </a:lnTo>
                  <a:lnTo>
                    <a:pt x="24300" y="1889"/>
                  </a:lnTo>
                  <a:lnTo>
                    <a:pt x="23806" y="2361"/>
                  </a:lnTo>
                  <a:lnTo>
                    <a:pt x="23356" y="2856"/>
                  </a:lnTo>
                  <a:lnTo>
                    <a:pt x="22906" y="3373"/>
                  </a:lnTo>
                  <a:lnTo>
                    <a:pt x="22502" y="3867"/>
                  </a:lnTo>
                  <a:lnTo>
                    <a:pt x="22120" y="4362"/>
                  </a:lnTo>
                  <a:lnTo>
                    <a:pt x="21490" y="5238"/>
                  </a:lnTo>
                  <a:lnTo>
                    <a:pt x="21198" y="5688"/>
                  </a:lnTo>
                  <a:lnTo>
                    <a:pt x="20906" y="6160"/>
                  </a:lnTo>
                  <a:lnTo>
                    <a:pt x="20636" y="6677"/>
                  </a:lnTo>
                  <a:lnTo>
                    <a:pt x="20389" y="7217"/>
                  </a:lnTo>
                  <a:lnTo>
                    <a:pt x="20142" y="7801"/>
                  </a:lnTo>
                  <a:lnTo>
                    <a:pt x="19894" y="8408"/>
                  </a:lnTo>
                  <a:lnTo>
                    <a:pt x="19669" y="9037"/>
                  </a:lnTo>
                  <a:lnTo>
                    <a:pt x="19467" y="9667"/>
                  </a:lnTo>
                  <a:lnTo>
                    <a:pt x="19265" y="10341"/>
                  </a:lnTo>
                  <a:lnTo>
                    <a:pt x="19063" y="10993"/>
                  </a:lnTo>
                  <a:lnTo>
                    <a:pt x="18725" y="12364"/>
                  </a:lnTo>
                  <a:lnTo>
                    <a:pt x="18411" y="13713"/>
                  </a:lnTo>
                  <a:lnTo>
                    <a:pt x="18163" y="15062"/>
                  </a:lnTo>
                  <a:lnTo>
                    <a:pt x="17939" y="16343"/>
                  </a:lnTo>
                  <a:lnTo>
                    <a:pt x="17759" y="17534"/>
                  </a:lnTo>
                  <a:lnTo>
                    <a:pt x="17601" y="18636"/>
                  </a:lnTo>
                  <a:lnTo>
                    <a:pt x="17489" y="19580"/>
                  </a:lnTo>
                  <a:lnTo>
                    <a:pt x="17422" y="20389"/>
                  </a:lnTo>
                  <a:lnTo>
                    <a:pt x="17399" y="20996"/>
                  </a:lnTo>
                  <a:lnTo>
                    <a:pt x="17399" y="21378"/>
                  </a:lnTo>
                  <a:lnTo>
                    <a:pt x="17399" y="21468"/>
                  </a:lnTo>
                  <a:lnTo>
                    <a:pt x="17422" y="21513"/>
                  </a:lnTo>
                  <a:lnTo>
                    <a:pt x="17287" y="22008"/>
                  </a:lnTo>
                  <a:lnTo>
                    <a:pt x="17017" y="23064"/>
                  </a:lnTo>
                  <a:lnTo>
                    <a:pt x="16635" y="24593"/>
                  </a:lnTo>
                  <a:lnTo>
                    <a:pt x="16230" y="26391"/>
                  </a:lnTo>
                  <a:lnTo>
                    <a:pt x="15826" y="28347"/>
                  </a:lnTo>
                  <a:lnTo>
                    <a:pt x="15443" y="30303"/>
                  </a:lnTo>
                  <a:lnTo>
                    <a:pt x="15286" y="31224"/>
                  </a:lnTo>
                  <a:lnTo>
                    <a:pt x="15151" y="32123"/>
                  </a:lnTo>
                  <a:lnTo>
                    <a:pt x="15039" y="32910"/>
                  </a:lnTo>
                  <a:lnTo>
                    <a:pt x="14971" y="33630"/>
                  </a:lnTo>
                  <a:lnTo>
                    <a:pt x="14724" y="32663"/>
                  </a:lnTo>
                  <a:lnTo>
                    <a:pt x="14522" y="31674"/>
                  </a:lnTo>
                  <a:lnTo>
                    <a:pt x="14342" y="30685"/>
                  </a:lnTo>
                  <a:lnTo>
                    <a:pt x="14207" y="29696"/>
                  </a:lnTo>
                  <a:lnTo>
                    <a:pt x="14072" y="28707"/>
                  </a:lnTo>
                  <a:lnTo>
                    <a:pt x="13982" y="27695"/>
                  </a:lnTo>
                  <a:lnTo>
                    <a:pt x="13802" y="25694"/>
                  </a:lnTo>
                  <a:lnTo>
                    <a:pt x="13600" y="23694"/>
                  </a:lnTo>
                  <a:lnTo>
                    <a:pt x="13488" y="22682"/>
                  </a:lnTo>
                  <a:lnTo>
                    <a:pt x="13353" y="21693"/>
                  </a:lnTo>
                  <a:lnTo>
                    <a:pt x="13173" y="20704"/>
                  </a:lnTo>
                  <a:lnTo>
                    <a:pt x="12993" y="19715"/>
                  </a:lnTo>
                  <a:lnTo>
                    <a:pt x="12746" y="18726"/>
                  </a:lnTo>
                  <a:lnTo>
                    <a:pt x="12476" y="17759"/>
                  </a:lnTo>
                  <a:lnTo>
                    <a:pt x="12229" y="17017"/>
                  </a:lnTo>
                  <a:lnTo>
                    <a:pt x="11914" y="16163"/>
                  </a:lnTo>
                  <a:lnTo>
                    <a:pt x="11734" y="15714"/>
                  </a:lnTo>
                  <a:lnTo>
                    <a:pt x="11510" y="15264"/>
                  </a:lnTo>
                  <a:lnTo>
                    <a:pt x="11285" y="14815"/>
                  </a:lnTo>
                  <a:lnTo>
                    <a:pt x="11038" y="14410"/>
                  </a:lnTo>
                  <a:lnTo>
                    <a:pt x="10745" y="14028"/>
                  </a:lnTo>
                  <a:lnTo>
                    <a:pt x="10453" y="13691"/>
                  </a:lnTo>
                  <a:lnTo>
                    <a:pt x="10296" y="13533"/>
                  </a:lnTo>
                  <a:lnTo>
                    <a:pt x="10138" y="13421"/>
                  </a:lnTo>
                  <a:lnTo>
                    <a:pt x="9959" y="13286"/>
                  </a:lnTo>
                  <a:lnTo>
                    <a:pt x="9779" y="13196"/>
                  </a:lnTo>
                  <a:lnTo>
                    <a:pt x="9599" y="13129"/>
                  </a:lnTo>
                  <a:lnTo>
                    <a:pt x="9397" y="13061"/>
                  </a:lnTo>
                  <a:lnTo>
                    <a:pt x="9194" y="13039"/>
                  </a:lnTo>
                  <a:lnTo>
                    <a:pt x="8992" y="13016"/>
                  </a:lnTo>
                  <a:lnTo>
                    <a:pt x="8790" y="13039"/>
                  </a:lnTo>
                  <a:lnTo>
                    <a:pt x="8565" y="13084"/>
                  </a:lnTo>
                  <a:lnTo>
                    <a:pt x="8340" y="13151"/>
                  </a:lnTo>
                  <a:lnTo>
                    <a:pt x="8093" y="13263"/>
                  </a:lnTo>
                  <a:lnTo>
                    <a:pt x="7801" y="13421"/>
                  </a:lnTo>
                  <a:lnTo>
                    <a:pt x="7508" y="13623"/>
                  </a:lnTo>
                  <a:lnTo>
                    <a:pt x="7239" y="13848"/>
                  </a:lnTo>
                  <a:lnTo>
                    <a:pt x="6991" y="14095"/>
                  </a:lnTo>
                  <a:lnTo>
                    <a:pt x="6789" y="14365"/>
                  </a:lnTo>
                  <a:lnTo>
                    <a:pt x="6587" y="14657"/>
                  </a:lnTo>
                  <a:lnTo>
                    <a:pt x="6384" y="14949"/>
                  </a:lnTo>
                  <a:lnTo>
                    <a:pt x="6227" y="15287"/>
                  </a:lnTo>
                  <a:lnTo>
                    <a:pt x="6092" y="15624"/>
                  </a:lnTo>
                  <a:lnTo>
                    <a:pt x="5957" y="15983"/>
                  </a:lnTo>
                  <a:lnTo>
                    <a:pt x="5845" y="16343"/>
                  </a:lnTo>
                  <a:lnTo>
                    <a:pt x="5755" y="16725"/>
                  </a:lnTo>
                  <a:lnTo>
                    <a:pt x="5665" y="17130"/>
                  </a:lnTo>
                  <a:lnTo>
                    <a:pt x="5598" y="17512"/>
                  </a:lnTo>
                  <a:lnTo>
                    <a:pt x="5530" y="17917"/>
                  </a:lnTo>
                  <a:lnTo>
                    <a:pt x="5508" y="18344"/>
                  </a:lnTo>
                  <a:lnTo>
                    <a:pt x="5463" y="19153"/>
                  </a:lnTo>
                  <a:lnTo>
                    <a:pt x="5440" y="19985"/>
                  </a:lnTo>
                  <a:lnTo>
                    <a:pt x="5485" y="20816"/>
                  </a:lnTo>
                  <a:lnTo>
                    <a:pt x="5553" y="21603"/>
                  </a:lnTo>
                  <a:lnTo>
                    <a:pt x="5643" y="22367"/>
                  </a:lnTo>
                  <a:lnTo>
                    <a:pt x="5755" y="23064"/>
                  </a:lnTo>
                  <a:lnTo>
                    <a:pt x="5890" y="23716"/>
                  </a:lnTo>
                  <a:lnTo>
                    <a:pt x="6047" y="24278"/>
                  </a:lnTo>
                  <a:lnTo>
                    <a:pt x="6160" y="24705"/>
                  </a:lnTo>
                  <a:lnTo>
                    <a:pt x="6339" y="25155"/>
                  </a:lnTo>
                  <a:lnTo>
                    <a:pt x="6542" y="25604"/>
                  </a:lnTo>
                  <a:lnTo>
                    <a:pt x="6766" y="26077"/>
                  </a:lnTo>
                  <a:lnTo>
                    <a:pt x="7014" y="26571"/>
                  </a:lnTo>
                  <a:lnTo>
                    <a:pt x="7284" y="27043"/>
                  </a:lnTo>
                  <a:lnTo>
                    <a:pt x="7598" y="27538"/>
                  </a:lnTo>
                  <a:lnTo>
                    <a:pt x="7913" y="28032"/>
                  </a:lnTo>
                  <a:lnTo>
                    <a:pt x="8587" y="29044"/>
                  </a:lnTo>
                  <a:lnTo>
                    <a:pt x="9307" y="30033"/>
                  </a:lnTo>
                  <a:lnTo>
                    <a:pt x="10071" y="30999"/>
                  </a:lnTo>
                  <a:lnTo>
                    <a:pt x="10835" y="31921"/>
                  </a:lnTo>
                  <a:lnTo>
                    <a:pt x="11577" y="32820"/>
                  </a:lnTo>
                  <a:lnTo>
                    <a:pt x="12296" y="33630"/>
                  </a:lnTo>
                  <a:lnTo>
                    <a:pt x="12971" y="34349"/>
                  </a:lnTo>
                  <a:lnTo>
                    <a:pt x="13555" y="34978"/>
                  </a:lnTo>
                  <a:lnTo>
                    <a:pt x="14454" y="35900"/>
                  </a:lnTo>
                  <a:lnTo>
                    <a:pt x="14724" y="36147"/>
                  </a:lnTo>
                  <a:lnTo>
                    <a:pt x="14836" y="36237"/>
                  </a:lnTo>
                  <a:lnTo>
                    <a:pt x="14814" y="37226"/>
                  </a:lnTo>
                  <a:lnTo>
                    <a:pt x="14814" y="38193"/>
                  </a:lnTo>
                  <a:lnTo>
                    <a:pt x="14836" y="39182"/>
                  </a:lnTo>
                  <a:lnTo>
                    <a:pt x="14859" y="40148"/>
                  </a:lnTo>
                  <a:lnTo>
                    <a:pt x="14926" y="41497"/>
                  </a:lnTo>
                  <a:lnTo>
                    <a:pt x="15016" y="42846"/>
                  </a:lnTo>
                  <a:lnTo>
                    <a:pt x="15129" y="44195"/>
                  </a:lnTo>
                  <a:lnTo>
                    <a:pt x="15264" y="45543"/>
                  </a:lnTo>
                  <a:lnTo>
                    <a:pt x="15533" y="48241"/>
                  </a:lnTo>
                  <a:lnTo>
                    <a:pt x="15848" y="50916"/>
                  </a:lnTo>
                  <a:lnTo>
                    <a:pt x="15533" y="50511"/>
                  </a:lnTo>
                  <a:lnTo>
                    <a:pt x="15264" y="50084"/>
                  </a:lnTo>
                  <a:lnTo>
                    <a:pt x="15016" y="49635"/>
                  </a:lnTo>
                  <a:lnTo>
                    <a:pt x="14769" y="49185"/>
                  </a:lnTo>
                  <a:lnTo>
                    <a:pt x="14522" y="48735"/>
                  </a:lnTo>
                  <a:lnTo>
                    <a:pt x="14319" y="48263"/>
                  </a:lnTo>
                  <a:lnTo>
                    <a:pt x="13892" y="47297"/>
                  </a:lnTo>
                  <a:lnTo>
                    <a:pt x="13128" y="45364"/>
                  </a:lnTo>
                  <a:lnTo>
                    <a:pt x="12701" y="44397"/>
                  </a:lnTo>
                  <a:lnTo>
                    <a:pt x="12274" y="43453"/>
                  </a:lnTo>
                  <a:lnTo>
                    <a:pt x="11959" y="42868"/>
                  </a:lnTo>
                  <a:lnTo>
                    <a:pt x="11644" y="42306"/>
                  </a:lnTo>
                  <a:lnTo>
                    <a:pt x="11307" y="41744"/>
                  </a:lnTo>
                  <a:lnTo>
                    <a:pt x="10970" y="41182"/>
                  </a:lnTo>
                  <a:lnTo>
                    <a:pt x="10588" y="40643"/>
                  </a:lnTo>
                  <a:lnTo>
                    <a:pt x="10228" y="40103"/>
                  </a:lnTo>
                  <a:lnTo>
                    <a:pt x="9464" y="39047"/>
                  </a:lnTo>
                  <a:lnTo>
                    <a:pt x="8835" y="38260"/>
                  </a:lnTo>
                  <a:lnTo>
                    <a:pt x="8475" y="37788"/>
                  </a:lnTo>
                  <a:lnTo>
                    <a:pt x="8093" y="37316"/>
                  </a:lnTo>
                  <a:lnTo>
                    <a:pt x="7666" y="36822"/>
                  </a:lnTo>
                  <a:lnTo>
                    <a:pt x="7194" y="36327"/>
                  </a:lnTo>
                  <a:lnTo>
                    <a:pt x="6722" y="35855"/>
                  </a:lnTo>
                  <a:lnTo>
                    <a:pt x="6227" y="35428"/>
                  </a:lnTo>
                  <a:lnTo>
                    <a:pt x="5710" y="35023"/>
                  </a:lnTo>
                  <a:lnTo>
                    <a:pt x="5440" y="34843"/>
                  </a:lnTo>
                  <a:lnTo>
                    <a:pt x="5170" y="34686"/>
                  </a:lnTo>
                  <a:lnTo>
                    <a:pt x="4923" y="34529"/>
                  </a:lnTo>
                  <a:lnTo>
                    <a:pt x="4631" y="34394"/>
                  </a:lnTo>
                  <a:lnTo>
                    <a:pt x="4361" y="34281"/>
                  </a:lnTo>
                  <a:lnTo>
                    <a:pt x="4091" y="34214"/>
                  </a:lnTo>
                  <a:lnTo>
                    <a:pt x="3822" y="34147"/>
                  </a:lnTo>
                  <a:lnTo>
                    <a:pt x="3552" y="34102"/>
                  </a:lnTo>
                  <a:lnTo>
                    <a:pt x="3260" y="34079"/>
                  </a:lnTo>
                  <a:lnTo>
                    <a:pt x="2990" y="34102"/>
                  </a:lnTo>
                  <a:lnTo>
                    <a:pt x="2720" y="34147"/>
                  </a:lnTo>
                  <a:lnTo>
                    <a:pt x="2451" y="34236"/>
                  </a:lnTo>
                  <a:lnTo>
                    <a:pt x="2181" y="34326"/>
                  </a:lnTo>
                  <a:lnTo>
                    <a:pt x="1911" y="34484"/>
                  </a:lnTo>
                  <a:lnTo>
                    <a:pt x="1529" y="34731"/>
                  </a:lnTo>
                  <a:lnTo>
                    <a:pt x="1192" y="35001"/>
                  </a:lnTo>
                  <a:lnTo>
                    <a:pt x="899" y="35293"/>
                  </a:lnTo>
                  <a:lnTo>
                    <a:pt x="652" y="35608"/>
                  </a:lnTo>
                  <a:lnTo>
                    <a:pt x="450" y="35945"/>
                  </a:lnTo>
                  <a:lnTo>
                    <a:pt x="293" y="36282"/>
                  </a:lnTo>
                  <a:lnTo>
                    <a:pt x="158" y="36619"/>
                  </a:lnTo>
                  <a:lnTo>
                    <a:pt x="68" y="36979"/>
                  </a:lnTo>
                  <a:lnTo>
                    <a:pt x="23" y="37339"/>
                  </a:lnTo>
                  <a:lnTo>
                    <a:pt x="0" y="37721"/>
                  </a:lnTo>
                  <a:lnTo>
                    <a:pt x="0" y="38103"/>
                  </a:lnTo>
                  <a:lnTo>
                    <a:pt x="45" y="38507"/>
                  </a:lnTo>
                  <a:lnTo>
                    <a:pt x="113" y="38890"/>
                  </a:lnTo>
                  <a:lnTo>
                    <a:pt x="203" y="39294"/>
                  </a:lnTo>
                  <a:lnTo>
                    <a:pt x="315" y="39676"/>
                  </a:lnTo>
                  <a:lnTo>
                    <a:pt x="472" y="40081"/>
                  </a:lnTo>
                  <a:lnTo>
                    <a:pt x="630" y="40486"/>
                  </a:lnTo>
                  <a:lnTo>
                    <a:pt x="787" y="40868"/>
                  </a:lnTo>
                  <a:lnTo>
                    <a:pt x="989" y="41250"/>
                  </a:lnTo>
                  <a:lnTo>
                    <a:pt x="1192" y="41655"/>
                  </a:lnTo>
                  <a:lnTo>
                    <a:pt x="1641" y="42396"/>
                  </a:lnTo>
                  <a:lnTo>
                    <a:pt x="2113" y="43093"/>
                  </a:lnTo>
                  <a:lnTo>
                    <a:pt x="2608" y="43768"/>
                  </a:lnTo>
                  <a:lnTo>
                    <a:pt x="3102" y="44375"/>
                  </a:lnTo>
                  <a:lnTo>
                    <a:pt x="3597" y="44914"/>
                  </a:lnTo>
                  <a:lnTo>
                    <a:pt x="4069" y="45364"/>
                  </a:lnTo>
                  <a:lnTo>
                    <a:pt x="4743" y="45993"/>
                  </a:lnTo>
                  <a:lnTo>
                    <a:pt x="5463" y="46577"/>
                  </a:lnTo>
                  <a:lnTo>
                    <a:pt x="6182" y="47184"/>
                  </a:lnTo>
                  <a:lnTo>
                    <a:pt x="6901" y="47769"/>
                  </a:lnTo>
                  <a:lnTo>
                    <a:pt x="8363" y="48915"/>
                  </a:lnTo>
                  <a:lnTo>
                    <a:pt x="9824" y="50062"/>
                  </a:lnTo>
                  <a:lnTo>
                    <a:pt x="10498" y="50624"/>
                  </a:lnTo>
                  <a:lnTo>
                    <a:pt x="11217" y="51163"/>
                  </a:lnTo>
                  <a:lnTo>
                    <a:pt x="11982" y="51725"/>
                  </a:lnTo>
                  <a:lnTo>
                    <a:pt x="12364" y="51972"/>
                  </a:lnTo>
                  <a:lnTo>
                    <a:pt x="12746" y="52220"/>
                  </a:lnTo>
                  <a:lnTo>
                    <a:pt x="13151" y="52445"/>
                  </a:lnTo>
                  <a:lnTo>
                    <a:pt x="13555" y="52647"/>
                  </a:lnTo>
                  <a:lnTo>
                    <a:pt x="13960" y="52849"/>
                  </a:lnTo>
                  <a:lnTo>
                    <a:pt x="14387" y="53006"/>
                  </a:lnTo>
                  <a:lnTo>
                    <a:pt x="14814" y="53141"/>
                  </a:lnTo>
                  <a:lnTo>
                    <a:pt x="15241" y="53254"/>
                  </a:lnTo>
                  <a:lnTo>
                    <a:pt x="15691" y="53344"/>
                  </a:lnTo>
                  <a:lnTo>
                    <a:pt x="16140" y="53389"/>
                  </a:lnTo>
                  <a:lnTo>
                    <a:pt x="16477" y="56243"/>
                  </a:lnTo>
                  <a:lnTo>
                    <a:pt x="16770" y="59098"/>
                  </a:lnTo>
                  <a:lnTo>
                    <a:pt x="16905" y="60492"/>
                  </a:lnTo>
                  <a:lnTo>
                    <a:pt x="17039" y="61931"/>
                  </a:lnTo>
                  <a:lnTo>
                    <a:pt x="17129" y="63392"/>
                  </a:lnTo>
                  <a:lnTo>
                    <a:pt x="17219" y="64853"/>
                  </a:lnTo>
                  <a:lnTo>
                    <a:pt x="16747" y="64044"/>
                  </a:lnTo>
                  <a:lnTo>
                    <a:pt x="16320" y="63234"/>
                  </a:lnTo>
                  <a:lnTo>
                    <a:pt x="15893" y="62380"/>
                  </a:lnTo>
                  <a:lnTo>
                    <a:pt x="15488" y="61504"/>
                  </a:lnTo>
                  <a:lnTo>
                    <a:pt x="15084" y="60649"/>
                  </a:lnTo>
                  <a:lnTo>
                    <a:pt x="14657" y="59818"/>
                  </a:lnTo>
                  <a:lnTo>
                    <a:pt x="14230" y="59008"/>
                  </a:lnTo>
                  <a:lnTo>
                    <a:pt x="14005" y="58604"/>
                  </a:lnTo>
                  <a:lnTo>
                    <a:pt x="13757" y="58222"/>
                  </a:lnTo>
                  <a:lnTo>
                    <a:pt x="13128" y="57255"/>
                  </a:lnTo>
                  <a:lnTo>
                    <a:pt x="12454" y="56333"/>
                  </a:lnTo>
                  <a:lnTo>
                    <a:pt x="11734" y="55412"/>
                  </a:lnTo>
                  <a:lnTo>
                    <a:pt x="10993" y="54513"/>
                  </a:lnTo>
                  <a:lnTo>
                    <a:pt x="10386" y="53816"/>
                  </a:lnTo>
                  <a:lnTo>
                    <a:pt x="10048" y="53434"/>
                  </a:lnTo>
                  <a:lnTo>
                    <a:pt x="9666" y="53051"/>
                  </a:lnTo>
                  <a:lnTo>
                    <a:pt x="9262" y="52669"/>
                  </a:lnTo>
                  <a:lnTo>
                    <a:pt x="8857" y="52287"/>
                  </a:lnTo>
                  <a:lnTo>
                    <a:pt x="8407" y="51927"/>
                  </a:lnTo>
                  <a:lnTo>
                    <a:pt x="7958" y="51590"/>
                  </a:lnTo>
                  <a:lnTo>
                    <a:pt x="7508" y="51298"/>
                  </a:lnTo>
                  <a:lnTo>
                    <a:pt x="7036" y="51051"/>
                  </a:lnTo>
                  <a:lnTo>
                    <a:pt x="6789" y="50938"/>
                  </a:lnTo>
                  <a:lnTo>
                    <a:pt x="6542" y="50848"/>
                  </a:lnTo>
                  <a:lnTo>
                    <a:pt x="6294" y="50781"/>
                  </a:lnTo>
                  <a:lnTo>
                    <a:pt x="6047" y="50736"/>
                  </a:lnTo>
                  <a:lnTo>
                    <a:pt x="5822" y="50691"/>
                  </a:lnTo>
                  <a:lnTo>
                    <a:pt x="5575" y="50669"/>
                  </a:lnTo>
                  <a:lnTo>
                    <a:pt x="5328" y="50669"/>
                  </a:lnTo>
                  <a:lnTo>
                    <a:pt x="5081" y="50691"/>
                  </a:lnTo>
                  <a:lnTo>
                    <a:pt x="4833" y="50736"/>
                  </a:lnTo>
                  <a:lnTo>
                    <a:pt x="4586" y="50804"/>
                  </a:lnTo>
                  <a:lnTo>
                    <a:pt x="4361" y="50916"/>
                  </a:lnTo>
                  <a:lnTo>
                    <a:pt x="4114" y="51028"/>
                  </a:lnTo>
                  <a:lnTo>
                    <a:pt x="3799" y="51231"/>
                  </a:lnTo>
                  <a:lnTo>
                    <a:pt x="3507" y="51433"/>
                  </a:lnTo>
                  <a:lnTo>
                    <a:pt x="3260" y="51635"/>
                  </a:lnTo>
                  <a:lnTo>
                    <a:pt x="3035" y="51860"/>
                  </a:lnTo>
                  <a:lnTo>
                    <a:pt x="2855" y="52085"/>
                  </a:lnTo>
                  <a:lnTo>
                    <a:pt x="2698" y="52310"/>
                  </a:lnTo>
                  <a:lnTo>
                    <a:pt x="2585" y="52557"/>
                  </a:lnTo>
                  <a:lnTo>
                    <a:pt x="2473" y="52804"/>
                  </a:lnTo>
                  <a:lnTo>
                    <a:pt x="2406" y="53051"/>
                  </a:lnTo>
                  <a:lnTo>
                    <a:pt x="2383" y="53321"/>
                  </a:lnTo>
                  <a:lnTo>
                    <a:pt x="2361" y="53591"/>
                  </a:lnTo>
                  <a:lnTo>
                    <a:pt x="2383" y="53861"/>
                  </a:lnTo>
                  <a:lnTo>
                    <a:pt x="2406" y="54130"/>
                  </a:lnTo>
                  <a:lnTo>
                    <a:pt x="2473" y="54423"/>
                  </a:lnTo>
                  <a:lnTo>
                    <a:pt x="2563" y="54692"/>
                  </a:lnTo>
                  <a:lnTo>
                    <a:pt x="2653" y="54985"/>
                  </a:lnTo>
                  <a:lnTo>
                    <a:pt x="2788" y="55277"/>
                  </a:lnTo>
                  <a:lnTo>
                    <a:pt x="2923" y="55592"/>
                  </a:lnTo>
                  <a:lnTo>
                    <a:pt x="3102" y="55884"/>
                  </a:lnTo>
                  <a:lnTo>
                    <a:pt x="3282" y="56176"/>
                  </a:lnTo>
                  <a:lnTo>
                    <a:pt x="3709" y="56805"/>
                  </a:lnTo>
                  <a:lnTo>
                    <a:pt x="4204" y="57412"/>
                  </a:lnTo>
                  <a:lnTo>
                    <a:pt x="4743" y="58042"/>
                  </a:lnTo>
                  <a:lnTo>
                    <a:pt x="5350" y="58671"/>
                  </a:lnTo>
                  <a:lnTo>
                    <a:pt x="6002" y="59278"/>
                  </a:lnTo>
                  <a:lnTo>
                    <a:pt x="6677" y="59908"/>
                  </a:lnTo>
                  <a:lnTo>
                    <a:pt x="7396" y="60514"/>
                  </a:lnTo>
                  <a:lnTo>
                    <a:pt x="8138" y="61121"/>
                  </a:lnTo>
                  <a:lnTo>
                    <a:pt x="8880" y="61706"/>
                  </a:lnTo>
                  <a:lnTo>
                    <a:pt x="9666" y="62290"/>
                  </a:lnTo>
                  <a:lnTo>
                    <a:pt x="10431" y="62852"/>
                  </a:lnTo>
                  <a:lnTo>
                    <a:pt x="11195" y="63392"/>
                  </a:lnTo>
                  <a:lnTo>
                    <a:pt x="12701" y="64403"/>
                  </a:lnTo>
                  <a:lnTo>
                    <a:pt x="14140" y="65303"/>
                  </a:lnTo>
                  <a:lnTo>
                    <a:pt x="15398" y="66044"/>
                  </a:lnTo>
                  <a:lnTo>
                    <a:pt x="16477" y="66651"/>
                  </a:lnTo>
                  <a:lnTo>
                    <a:pt x="17309" y="67078"/>
                  </a:lnTo>
                  <a:lnTo>
                    <a:pt x="17332" y="68832"/>
                  </a:lnTo>
                  <a:lnTo>
                    <a:pt x="17309" y="70608"/>
                  </a:lnTo>
                  <a:lnTo>
                    <a:pt x="17242" y="72361"/>
                  </a:lnTo>
                  <a:lnTo>
                    <a:pt x="17174" y="73238"/>
                  </a:lnTo>
                  <a:lnTo>
                    <a:pt x="17107" y="74114"/>
                  </a:lnTo>
                  <a:lnTo>
                    <a:pt x="17039" y="74969"/>
                  </a:lnTo>
                  <a:lnTo>
                    <a:pt x="16927" y="75823"/>
                  </a:lnTo>
                  <a:lnTo>
                    <a:pt x="16815" y="76677"/>
                  </a:lnTo>
                  <a:lnTo>
                    <a:pt x="16702" y="77531"/>
                  </a:lnTo>
                  <a:lnTo>
                    <a:pt x="16545" y="78363"/>
                  </a:lnTo>
                  <a:lnTo>
                    <a:pt x="16388" y="79195"/>
                  </a:lnTo>
                  <a:lnTo>
                    <a:pt x="16208" y="80004"/>
                  </a:lnTo>
                  <a:lnTo>
                    <a:pt x="16005" y="80813"/>
                  </a:lnTo>
                  <a:lnTo>
                    <a:pt x="15983" y="80970"/>
                  </a:lnTo>
                  <a:lnTo>
                    <a:pt x="15983" y="81083"/>
                  </a:lnTo>
                  <a:lnTo>
                    <a:pt x="16028" y="81218"/>
                  </a:lnTo>
                  <a:lnTo>
                    <a:pt x="16073" y="81330"/>
                  </a:lnTo>
                  <a:lnTo>
                    <a:pt x="16140" y="81420"/>
                  </a:lnTo>
                  <a:lnTo>
                    <a:pt x="16230" y="81487"/>
                  </a:lnTo>
                  <a:lnTo>
                    <a:pt x="16343" y="81555"/>
                  </a:lnTo>
                  <a:lnTo>
                    <a:pt x="16432" y="81622"/>
                  </a:lnTo>
                  <a:lnTo>
                    <a:pt x="16545" y="81645"/>
                  </a:lnTo>
                  <a:lnTo>
                    <a:pt x="16657" y="81667"/>
                  </a:lnTo>
                  <a:lnTo>
                    <a:pt x="16770" y="81645"/>
                  </a:lnTo>
                  <a:lnTo>
                    <a:pt x="16882" y="81622"/>
                  </a:lnTo>
                  <a:lnTo>
                    <a:pt x="16972" y="81577"/>
                  </a:lnTo>
                  <a:lnTo>
                    <a:pt x="17062" y="81487"/>
                  </a:lnTo>
                  <a:lnTo>
                    <a:pt x="17129" y="81398"/>
                  </a:lnTo>
                  <a:lnTo>
                    <a:pt x="17174" y="81263"/>
                  </a:lnTo>
                  <a:lnTo>
                    <a:pt x="17377" y="80408"/>
                  </a:lnTo>
                  <a:lnTo>
                    <a:pt x="17556" y="79577"/>
                  </a:lnTo>
                  <a:lnTo>
                    <a:pt x="17736" y="78723"/>
                  </a:lnTo>
                  <a:lnTo>
                    <a:pt x="17894" y="77891"/>
                  </a:lnTo>
                  <a:lnTo>
                    <a:pt x="18028" y="77037"/>
                  </a:lnTo>
                  <a:lnTo>
                    <a:pt x="18141" y="76182"/>
                  </a:lnTo>
                  <a:lnTo>
                    <a:pt x="18253" y="75328"/>
                  </a:lnTo>
                  <a:lnTo>
                    <a:pt x="18343" y="74474"/>
                  </a:lnTo>
                  <a:lnTo>
                    <a:pt x="18411" y="73597"/>
                  </a:lnTo>
                  <a:lnTo>
                    <a:pt x="18456" y="72743"/>
                  </a:lnTo>
                  <a:lnTo>
                    <a:pt x="18545" y="71012"/>
                  </a:lnTo>
                  <a:lnTo>
                    <a:pt x="18568" y="69259"/>
                  </a:lnTo>
                  <a:lnTo>
                    <a:pt x="18545" y="67528"/>
                  </a:lnTo>
                  <a:lnTo>
                    <a:pt x="19535" y="66921"/>
                  </a:lnTo>
                  <a:lnTo>
                    <a:pt x="20479" y="66314"/>
                  </a:lnTo>
                  <a:lnTo>
                    <a:pt x="21355" y="65730"/>
                  </a:lnTo>
                  <a:lnTo>
                    <a:pt x="22165" y="65123"/>
                  </a:lnTo>
                  <a:lnTo>
                    <a:pt x="22951" y="64516"/>
                  </a:lnTo>
                  <a:lnTo>
                    <a:pt x="23671" y="63886"/>
                  </a:lnTo>
                  <a:lnTo>
                    <a:pt x="24368" y="63257"/>
                  </a:lnTo>
                  <a:lnTo>
                    <a:pt x="25042" y="62628"/>
                  </a:lnTo>
                  <a:lnTo>
                    <a:pt x="25671" y="61976"/>
                  </a:lnTo>
                  <a:lnTo>
                    <a:pt x="26256" y="61301"/>
                  </a:lnTo>
                  <a:lnTo>
                    <a:pt x="26840" y="60627"/>
                  </a:lnTo>
                  <a:lnTo>
                    <a:pt x="27402" y="59930"/>
                  </a:lnTo>
                  <a:lnTo>
                    <a:pt x="27942" y="59233"/>
                  </a:lnTo>
                  <a:lnTo>
                    <a:pt x="28481" y="58491"/>
                  </a:lnTo>
                  <a:lnTo>
                    <a:pt x="28998" y="57750"/>
                  </a:lnTo>
                  <a:lnTo>
                    <a:pt x="29515" y="56963"/>
                  </a:lnTo>
                  <a:lnTo>
                    <a:pt x="30122" y="56041"/>
                  </a:lnTo>
                  <a:lnTo>
                    <a:pt x="30437" y="55524"/>
                  </a:lnTo>
                  <a:lnTo>
                    <a:pt x="30729" y="54985"/>
                  </a:lnTo>
                  <a:lnTo>
                    <a:pt x="31044" y="54423"/>
                  </a:lnTo>
                  <a:lnTo>
                    <a:pt x="31314" y="53861"/>
                  </a:lnTo>
                  <a:lnTo>
                    <a:pt x="31583" y="53254"/>
                  </a:lnTo>
                  <a:lnTo>
                    <a:pt x="31808" y="52647"/>
                  </a:lnTo>
                  <a:lnTo>
                    <a:pt x="31988" y="52040"/>
                  </a:lnTo>
                  <a:lnTo>
                    <a:pt x="32055" y="51748"/>
                  </a:lnTo>
                  <a:lnTo>
                    <a:pt x="32100" y="51455"/>
                  </a:lnTo>
                  <a:lnTo>
                    <a:pt x="32145" y="51141"/>
                  </a:lnTo>
                  <a:lnTo>
                    <a:pt x="32168" y="50848"/>
                  </a:lnTo>
                  <a:lnTo>
                    <a:pt x="32168" y="50556"/>
                  </a:lnTo>
                  <a:lnTo>
                    <a:pt x="32168" y="50264"/>
                  </a:lnTo>
                  <a:lnTo>
                    <a:pt x="32123" y="49972"/>
                  </a:lnTo>
                  <a:lnTo>
                    <a:pt x="32078" y="49680"/>
                  </a:lnTo>
                  <a:lnTo>
                    <a:pt x="32010" y="49410"/>
                  </a:lnTo>
                  <a:lnTo>
                    <a:pt x="31898" y="49140"/>
                  </a:lnTo>
                  <a:lnTo>
                    <a:pt x="31786" y="48870"/>
                  </a:lnTo>
                  <a:lnTo>
                    <a:pt x="31651" y="48623"/>
                  </a:lnTo>
                  <a:lnTo>
                    <a:pt x="31471" y="48376"/>
                  </a:lnTo>
                  <a:lnTo>
                    <a:pt x="31269" y="48129"/>
                  </a:lnTo>
                  <a:lnTo>
                    <a:pt x="31066" y="47904"/>
                  </a:lnTo>
                  <a:lnTo>
                    <a:pt x="30864" y="47724"/>
                  </a:lnTo>
                  <a:lnTo>
                    <a:pt x="30662" y="47567"/>
                  </a:lnTo>
                  <a:lnTo>
                    <a:pt x="30459" y="47432"/>
                  </a:lnTo>
                  <a:lnTo>
                    <a:pt x="30257" y="47342"/>
                  </a:lnTo>
                  <a:lnTo>
                    <a:pt x="30055" y="47252"/>
                  </a:lnTo>
                  <a:lnTo>
                    <a:pt x="29852" y="47207"/>
                  </a:lnTo>
                  <a:lnTo>
                    <a:pt x="29650" y="47184"/>
                  </a:lnTo>
                  <a:lnTo>
                    <a:pt x="29448" y="47162"/>
                  </a:lnTo>
                  <a:lnTo>
                    <a:pt x="29246" y="47184"/>
                  </a:lnTo>
                  <a:lnTo>
                    <a:pt x="29043" y="47207"/>
                  </a:lnTo>
                  <a:lnTo>
                    <a:pt x="28863" y="47274"/>
                  </a:lnTo>
                  <a:lnTo>
                    <a:pt x="28661" y="47342"/>
                  </a:lnTo>
                  <a:lnTo>
                    <a:pt x="28481" y="47432"/>
                  </a:lnTo>
                  <a:lnTo>
                    <a:pt x="28301" y="47522"/>
                  </a:lnTo>
                  <a:lnTo>
                    <a:pt x="28122" y="47634"/>
                  </a:lnTo>
                  <a:lnTo>
                    <a:pt x="27762" y="47904"/>
                  </a:lnTo>
                  <a:lnTo>
                    <a:pt x="27425" y="48218"/>
                  </a:lnTo>
                  <a:lnTo>
                    <a:pt x="27088" y="48556"/>
                  </a:lnTo>
                  <a:lnTo>
                    <a:pt x="26795" y="48938"/>
                  </a:lnTo>
                  <a:lnTo>
                    <a:pt x="26503" y="49320"/>
                  </a:lnTo>
                  <a:lnTo>
                    <a:pt x="26256" y="49725"/>
                  </a:lnTo>
                  <a:lnTo>
                    <a:pt x="26009" y="50107"/>
                  </a:lnTo>
                  <a:lnTo>
                    <a:pt x="25806" y="50489"/>
                  </a:lnTo>
                  <a:lnTo>
                    <a:pt x="25312" y="51433"/>
                  </a:lnTo>
                  <a:lnTo>
                    <a:pt x="24840" y="52377"/>
                  </a:lnTo>
                  <a:lnTo>
                    <a:pt x="24390" y="53344"/>
                  </a:lnTo>
                  <a:lnTo>
                    <a:pt x="23963" y="54288"/>
                  </a:lnTo>
                  <a:lnTo>
                    <a:pt x="23131" y="56221"/>
                  </a:lnTo>
                  <a:lnTo>
                    <a:pt x="22299" y="58154"/>
                  </a:lnTo>
                  <a:lnTo>
                    <a:pt x="21445" y="60087"/>
                  </a:lnTo>
                  <a:lnTo>
                    <a:pt x="20996" y="61032"/>
                  </a:lnTo>
                  <a:lnTo>
                    <a:pt x="20546" y="61998"/>
                  </a:lnTo>
                  <a:lnTo>
                    <a:pt x="20074" y="62920"/>
                  </a:lnTo>
                  <a:lnTo>
                    <a:pt x="19557" y="63864"/>
                  </a:lnTo>
                  <a:lnTo>
                    <a:pt x="19040" y="64786"/>
                  </a:lnTo>
                  <a:lnTo>
                    <a:pt x="18478" y="65685"/>
                  </a:lnTo>
                  <a:lnTo>
                    <a:pt x="18411" y="64224"/>
                  </a:lnTo>
                  <a:lnTo>
                    <a:pt x="18298" y="62740"/>
                  </a:lnTo>
                  <a:lnTo>
                    <a:pt x="18186" y="61279"/>
                  </a:lnTo>
                  <a:lnTo>
                    <a:pt x="18051" y="59795"/>
                  </a:lnTo>
                  <a:lnTo>
                    <a:pt x="17759" y="56850"/>
                  </a:lnTo>
                  <a:lnTo>
                    <a:pt x="17422" y="53883"/>
                  </a:lnTo>
                  <a:lnTo>
                    <a:pt x="17556" y="53816"/>
                  </a:lnTo>
                  <a:lnTo>
                    <a:pt x="17804" y="53636"/>
                  </a:lnTo>
                  <a:lnTo>
                    <a:pt x="18568" y="52984"/>
                  </a:lnTo>
                  <a:lnTo>
                    <a:pt x="19602" y="52062"/>
                  </a:lnTo>
                  <a:lnTo>
                    <a:pt x="20793" y="50961"/>
                  </a:lnTo>
                  <a:lnTo>
                    <a:pt x="21985" y="49792"/>
                  </a:lnTo>
                  <a:lnTo>
                    <a:pt x="23109" y="48690"/>
                  </a:lnTo>
                  <a:lnTo>
                    <a:pt x="24030" y="47746"/>
                  </a:lnTo>
                  <a:lnTo>
                    <a:pt x="24368" y="47364"/>
                  </a:lnTo>
                  <a:lnTo>
                    <a:pt x="24615" y="47050"/>
                  </a:lnTo>
                  <a:lnTo>
                    <a:pt x="24840" y="46735"/>
                  </a:lnTo>
                  <a:lnTo>
                    <a:pt x="25087" y="46375"/>
                  </a:lnTo>
                  <a:lnTo>
                    <a:pt x="25312" y="45993"/>
                  </a:lnTo>
                  <a:lnTo>
                    <a:pt x="25559" y="45566"/>
                  </a:lnTo>
                  <a:lnTo>
                    <a:pt x="26031" y="44667"/>
                  </a:lnTo>
                  <a:lnTo>
                    <a:pt x="26481" y="43678"/>
                  </a:lnTo>
                  <a:lnTo>
                    <a:pt x="26908" y="42621"/>
                  </a:lnTo>
                  <a:lnTo>
                    <a:pt x="27290" y="41542"/>
                  </a:lnTo>
                  <a:lnTo>
                    <a:pt x="27627" y="40441"/>
                  </a:lnTo>
                  <a:lnTo>
                    <a:pt x="27919" y="39384"/>
                  </a:lnTo>
                  <a:lnTo>
                    <a:pt x="28054" y="38845"/>
                  </a:lnTo>
                  <a:lnTo>
                    <a:pt x="28167" y="38328"/>
                  </a:lnTo>
                  <a:lnTo>
                    <a:pt x="28234" y="37833"/>
                  </a:lnTo>
                  <a:lnTo>
                    <a:pt x="28301" y="37361"/>
                  </a:lnTo>
                  <a:lnTo>
                    <a:pt x="28346" y="36911"/>
                  </a:lnTo>
                  <a:lnTo>
                    <a:pt x="28391" y="36484"/>
                  </a:lnTo>
                  <a:lnTo>
                    <a:pt x="28391" y="36080"/>
                  </a:lnTo>
                  <a:lnTo>
                    <a:pt x="28346" y="35698"/>
                  </a:lnTo>
                  <a:lnTo>
                    <a:pt x="28301" y="35360"/>
                  </a:lnTo>
                  <a:lnTo>
                    <a:pt x="28234" y="35046"/>
                  </a:lnTo>
                  <a:lnTo>
                    <a:pt x="28122" y="34798"/>
                  </a:lnTo>
                  <a:lnTo>
                    <a:pt x="27987" y="34574"/>
                  </a:lnTo>
                  <a:lnTo>
                    <a:pt x="27919" y="34484"/>
                  </a:lnTo>
                  <a:lnTo>
                    <a:pt x="27829" y="34394"/>
                  </a:lnTo>
                  <a:lnTo>
                    <a:pt x="27739" y="34326"/>
                  </a:lnTo>
                  <a:lnTo>
                    <a:pt x="27627" y="34281"/>
                  </a:lnTo>
                  <a:lnTo>
                    <a:pt x="27515" y="34236"/>
                  </a:lnTo>
                  <a:lnTo>
                    <a:pt x="27402" y="34191"/>
                  </a:lnTo>
                  <a:lnTo>
                    <a:pt x="27267" y="34169"/>
                  </a:lnTo>
                  <a:lnTo>
                    <a:pt x="27132" y="34169"/>
                  </a:lnTo>
                  <a:lnTo>
                    <a:pt x="26840" y="34191"/>
                  </a:lnTo>
                  <a:lnTo>
                    <a:pt x="26571" y="34214"/>
                  </a:lnTo>
                  <a:lnTo>
                    <a:pt x="26301" y="34259"/>
                  </a:lnTo>
                  <a:lnTo>
                    <a:pt x="26031" y="34326"/>
                  </a:lnTo>
                  <a:lnTo>
                    <a:pt x="25784" y="34394"/>
                  </a:lnTo>
                  <a:lnTo>
                    <a:pt x="25536" y="34484"/>
                  </a:lnTo>
                  <a:lnTo>
                    <a:pt x="25064" y="34686"/>
                  </a:lnTo>
                  <a:lnTo>
                    <a:pt x="24615" y="34933"/>
                  </a:lnTo>
                  <a:lnTo>
                    <a:pt x="24188" y="35226"/>
                  </a:lnTo>
                  <a:lnTo>
                    <a:pt x="23783" y="35540"/>
                  </a:lnTo>
                  <a:lnTo>
                    <a:pt x="23401" y="35900"/>
                  </a:lnTo>
                  <a:lnTo>
                    <a:pt x="23041" y="36305"/>
                  </a:lnTo>
                  <a:lnTo>
                    <a:pt x="22704" y="36709"/>
                  </a:lnTo>
                  <a:lnTo>
                    <a:pt x="22389" y="37159"/>
                  </a:lnTo>
                  <a:lnTo>
                    <a:pt x="22075" y="37608"/>
                  </a:lnTo>
                  <a:lnTo>
                    <a:pt x="21782" y="38103"/>
                  </a:lnTo>
                  <a:lnTo>
                    <a:pt x="21513" y="38597"/>
                  </a:lnTo>
                  <a:lnTo>
                    <a:pt x="21265" y="39092"/>
                  </a:lnTo>
                  <a:lnTo>
                    <a:pt x="21018" y="39586"/>
                  </a:lnTo>
                  <a:lnTo>
                    <a:pt x="20748" y="40238"/>
                  </a:lnTo>
                  <a:lnTo>
                    <a:pt x="20479" y="40890"/>
                  </a:lnTo>
                  <a:lnTo>
                    <a:pt x="20231" y="41542"/>
                  </a:lnTo>
                  <a:lnTo>
                    <a:pt x="19984" y="42172"/>
                  </a:lnTo>
                  <a:lnTo>
                    <a:pt x="19535" y="43475"/>
                  </a:lnTo>
                  <a:lnTo>
                    <a:pt x="19107" y="44779"/>
                  </a:lnTo>
                  <a:lnTo>
                    <a:pt x="18658" y="46060"/>
                  </a:lnTo>
                  <a:lnTo>
                    <a:pt x="18411" y="46712"/>
                  </a:lnTo>
                  <a:lnTo>
                    <a:pt x="18163" y="47342"/>
                  </a:lnTo>
                  <a:lnTo>
                    <a:pt x="17894" y="47971"/>
                  </a:lnTo>
                  <a:lnTo>
                    <a:pt x="17624" y="48578"/>
                  </a:lnTo>
                  <a:lnTo>
                    <a:pt x="17309" y="49208"/>
                  </a:lnTo>
                  <a:lnTo>
                    <a:pt x="16972" y="49814"/>
                  </a:lnTo>
                  <a:lnTo>
                    <a:pt x="16792" y="48039"/>
                  </a:lnTo>
                  <a:lnTo>
                    <a:pt x="16612" y="46263"/>
                  </a:lnTo>
                  <a:lnTo>
                    <a:pt x="16455" y="44487"/>
                  </a:lnTo>
                  <a:lnTo>
                    <a:pt x="16320" y="42734"/>
                  </a:lnTo>
                  <a:lnTo>
                    <a:pt x="16230" y="40958"/>
                  </a:lnTo>
                  <a:lnTo>
                    <a:pt x="16163" y="39204"/>
                  </a:lnTo>
                  <a:lnTo>
                    <a:pt x="16140" y="37473"/>
                  </a:lnTo>
                  <a:lnTo>
                    <a:pt x="16140" y="35743"/>
                  </a:lnTo>
                  <a:lnTo>
                    <a:pt x="17062" y="35540"/>
                  </a:lnTo>
                  <a:lnTo>
                    <a:pt x="17961" y="35293"/>
                  </a:lnTo>
                  <a:lnTo>
                    <a:pt x="18860" y="35046"/>
                  </a:lnTo>
                  <a:lnTo>
                    <a:pt x="19759" y="34753"/>
                  </a:lnTo>
                  <a:lnTo>
                    <a:pt x="20659" y="34439"/>
                  </a:lnTo>
                  <a:lnTo>
                    <a:pt x="21535" y="34102"/>
                  </a:lnTo>
                  <a:lnTo>
                    <a:pt x="22389" y="33719"/>
                  </a:lnTo>
                  <a:lnTo>
                    <a:pt x="23244" y="33315"/>
                  </a:lnTo>
                  <a:lnTo>
                    <a:pt x="24075" y="32865"/>
                  </a:lnTo>
                  <a:lnTo>
                    <a:pt x="24907" y="32393"/>
                  </a:lnTo>
                  <a:lnTo>
                    <a:pt x="25694" y="31876"/>
                  </a:lnTo>
                  <a:lnTo>
                    <a:pt x="26458" y="31337"/>
                  </a:lnTo>
                  <a:lnTo>
                    <a:pt x="27200" y="30775"/>
                  </a:lnTo>
                  <a:lnTo>
                    <a:pt x="27919" y="30168"/>
                  </a:lnTo>
                  <a:lnTo>
                    <a:pt x="28594" y="29516"/>
                  </a:lnTo>
                  <a:lnTo>
                    <a:pt x="29246" y="28841"/>
                  </a:lnTo>
                  <a:lnTo>
                    <a:pt x="29875" y="28100"/>
                  </a:lnTo>
                  <a:lnTo>
                    <a:pt x="30212" y="27673"/>
                  </a:lnTo>
                  <a:lnTo>
                    <a:pt x="30572" y="27223"/>
                  </a:lnTo>
                  <a:lnTo>
                    <a:pt x="30909" y="26751"/>
                  </a:lnTo>
                  <a:lnTo>
                    <a:pt x="31224" y="26234"/>
                  </a:lnTo>
                  <a:lnTo>
                    <a:pt x="31538" y="25717"/>
                  </a:lnTo>
                  <a:lnTo>
                    <a:pt x="31808" y="25200"/>
                  </a:lnTo>
                  <a:lnTo>
                    <a:pt x="32033" y="24660"/>
                  </a:lnTo>
                  <a:lnTo>
                    <a:pt x="32123" y="24391"/>
                  </a:lnTo>
                  <a:lnTo>
                    <a:pt x="32190" y="24121"/>
                  </a:lnTo>
                  <a:lnTo>
                    <a:pt x="32258" y="23851"/>
                  </a:lnTo>
                  <a:lnTo>
                    <a:pt x="32303" y="23581"/>
                  </a:lnTo>
                  <a:lnTo>
                    <a:pt x="32325" y="23312"/>
                  </a:lnTo>
                  <a:lnTo>
                    <a:pt x="32348" y="23042"/>
                  </a:lnTo>
                  <a:lnTo>
                    <a:pt x="32325" y="22795"/>
                  </a:lnTo>
                  <a:lnTo>
                    <a:pt x="32303" y="22525"/>
                  </a:lnTo>
                  <a:lnTo>
                    <a:pt x="32258" y="22278"/>
                  </a:lnTo>
                  <a:lnTo>
                    <a:pt x="32168" y="22030"/>
                  </a:lnTo>
                  <a:lnTo>
                    <a:pt x="32078" y="21783"/>
                  </a:lnTo>
                  <a:lnTo>
                    <a:pt x="31943" y="21558"/>
                  </a:lnTo>
                  <a:lnTo>
                    <a:pt x="31786" y="21333"/>
                  </a:lnTo>
                  <a:lnTo>
                    <a:pt x="31606" y="21109"/>
                  </a:lnTo>
                  <a:lnTo>
                    <a:pt x="31381" y="20884"/>
                  </a:lnTo>
                  <a:lnTo>
                    <a:pt x="31156" y="20682"/>
                  </a:lnTo>
                  <a:lnTo>
                    <a:pt x="30931" y="20524"/>
                  </a:lnTo>
                  <a:lnTo>
                    <a:pt x="30684" y="20389"/>
                  </a:lnTo>
                  <a:lnTo>
                    <a:pt x="30437" y="20277"/>
                  </a:lnTo>
                  <a:lnTo>
                    <a:pt x="30190" y="20187"/>
                  </a:lnTo>
                  <a:lnTo>
                    <a:pt x="29942" y="20120"/>
                  </a:lnTo>
                  <a:lnTo>
                    <a:pt x="29695" y="20097"/>
                  </a:lnTo>
                  <a:lnTo>
                    <a:pt x="29425" y="20075"/>
                  </a:lnTo>
                  <a:lnTo>
                    <a:pt x="29178" y="20075"/>
                  </a:lnTo>
                  <a:lnTo>
                    <a:pt x="28908" y="20120"/>
                  </a:lnTo>
                  <a:lnTo>
                    <a:pt x="28661" y="20165"/>
                  </a:lnTo>
                  <a:lnTo>
                    <a:pt x="28391" y="20209"/>
                  </a:lnTo>
                  <a:lnTo>
                    <a:pt x="28122" y="20299"/>
                  </a:lnTo>
                  <a:lnTo>
                    <a:pt x="27874" y="20389"/>
                  </a:lnTo>
                  <a:lnTo>
                    <a:pt x="27605" y="20502"/>
                  </a:lnTo>
                  <a:lnTo>
                    <a:pt x="27088" y="20749"/>
                  </a:lnTo>
                  <a:lnTo>
                    <a:pt x="26593" y="21041"/>
                  </a:lnTo>
                  <a:lnTo>
                    <a:pt x="26121" y="21356"/>
                  </a:lnTo>
                  <a:lnTo>
                    <a:pt x="25649" y="21716"/>
                  </a:lnTo>
                  <a:lnTo>
                    <a:pt x="25222" y="22075"/>
                  </a:lnTo>
                  <a:lnTo>
                    <a:pt x="24817" y="22435"/>
                  </a:lnTo>
                  <a:lnTo>
                    <a:pt x="24435" y="22817"/>
                  </a:lnTo>
                  <a:lnTo>
                    <a:pt x="24098" y="23154"/>
                  </a:lnTo>
                  <a:lnTo>
                    <a:pt x="23828" y="23446"/>
                  </a:lnTo>
                  <a:lnTo>
                    <a:pt x="23581" y="23761"/>
                  </a:lnTo>
                  <a:lnTo>
                    <a:pt x="23334" y="24098"/>
                  </a:lnTo>
                  <a:lnTo>
                    <a:pt x="23086" y="24436"/>
                  </a:lnTo>
                  <a:lnTo>
                    <a:pt x="22614" y="25155"/>
                  </a:lnTo>
                  <a:lnTo>
                    <a:pt x="22165" y="25919"/>
                  </a:lnTo>
                  <a:lnTo>
                    <a:pt x="21738" y="26683"/>
                  </a:lnTo>
                  <a:lnTo>
                    <a:pt x="21310" y="27493"/>
                  </a:lnTo>
                  <a:lnTo>
                    <a:pt x="20479" y="29111"/>
                  </a:lnTo>
                  <a:lnTo>
                    <a:pt x="20029" y="29898"/>
                  </a:lnTo>
                  <a:lnTo>
                    <a:pt x="19580" y="30662"/>
                  </a:lnTo>
                  <a:lnTo>
                    <a:pt x="19107" y="31404"/>
                  </a:lnTo>
                  <a:lnTo>
                    <a:pt x="18860" y="31764"/>
                  </a:lnTo>
                  <a:lnTo>
                    <a:pt x="18613" y="32101"/>
                  </a:lnTo>
                  <a:lnTo>
                    <a:pt x="18343" y="32438"/>
                  </a:lnTo>
                  <a:lnTo>
                    <a:pt x="18073" y="32753"/>
                  </a:lnTo>
                  <a:lnTo>
                    <a:pt x="17781" y="33068"/>
                  </a:lnTo>
                  <a:lnTo>
                    <a:pt x="17489" y="33337"/>
                  </a:lnTo>
                  <a:lnTo>
                    <a:pt x="17197" y="33607"/>
                  </a:lnTo>
                  <a:lnTo>
                    <a:pt x="16882" y="33854"/>
                  </a:lnTo>
                  <a:lnTo>
                    <a:pt x="16545" y="34079"/>
                  </a:lnTo>
                  <a:lnTo>
                    <a:pt x="16208" y="34304"/>
                  </a:lnTo>
                  <a:lnTo>
                    <a:pt x="16208" y="34304"/>
                  </a:lnTo>
                  <a:lnTo>
                    <a:pt x="16275" y="33135"/>
                  </a:lnTo>
                  <a:lnTo>
                    <a:pt x="16365" y="31966"/>
                  </a:lnTo>
                  <a:lnTo>
                    <a:pt x="16500" y="30797"/>
                  </a:lnTo>
                  <a:lnTo>
                    <a:pt x="16635" y="29651"/>
                  </a:lnTo>
                  <a:lnTo>
                    <a:pt x="16837" y="28504"/>
                  </a:lnTo>
                  <a:lnTo>
                    <a:pt x="17039" y="27358"/>
                  </a:lnTo>
                  <a:lnTo>
                    <a:pt x="17309" y="26234"/>
                  </a:lnTo>
                  <a:lnTo>
                    <a:pt x="17579" y="25087"/>
                  </a:lnTo>
                  <a:lnTo>
                    <a:pt x="17916" y="23986"/>
                  </a:lnTo>
                  <a:lnTo>
                    <a:pt x="18276" y="22862"/>
                  </a:lnTo>
                  <a:lnTo>
                    <a:pt x="18680" y="21761"/>
                  </a:lnTo>
                  <a:lnTo>
                    <a:pt x="19130" y="20659"/>
                  </a:lnTo>
                  <a:lnTo>
                    <a:pt x="19624" y="19580"/>
                  </a:lnTo>
                  <a:lnTo>
                    <a:pt x="20164" y="18501"/>
                  </a:lnTo>
                  <a:lnTo>
                    <a:pt x="20748" y="17422"/>
                  </a:lnTo>
                  <a:lnTo>
                    <a:pt x="21378" y="16366"/>
                  </a:lnTo>
                  <a:lnTo>
                    <a:pt x="21917" y="15601"/>
                  </a:lnTo>
                  <a:lnTo>
                    <a:pt x="22187" y="15219"/>
                  </a:lnTo>
                  <a:lnTo>
                    <a:pt x="22479" y="14859"/>
                  </a:lnTo>
                  <a:lnTo>
                    <a:pt x="22794" y="14500"/>
                  </a:lnTo>
                  <a:lnTo>
                    <a:pt x="23109" y="14163"/>
                  </a:lnTo>
                  <a:lnTo>
                    <a:pt x="23446" y="13825"/>
                  </a:lnTo>
                  <a:lnTo>
                    <a:pt x="23806" y="13488"/>
                  </a:lnTo>
                  <a:lnTo>
                    <a:pt x="25154" y="12274"/>
                  </a:lnTo>
                  <a:lnTo>
                    <a:pt x="25829" y="11690"/>
                  </a:lnTo>
                  <a:lnTo>
                    <a:pt x="26481" y="11083"/>
                  </a:lnTo>
                  <a:lnTo>
                    <a:pt x="27110" y="10476"/>
                  </a:lnTo>
                  <a:lnTo>
                    <a:pt x="27739" y="9847"/>
                  </a:lnTo>
                  <a:lnTo>
                    <a:pt x="28324" y="9172"/>
                  </a:lnTo>
                  <a:lnTo>
                    <a:pt x="28616" y="8813"/>
                  </a:lnTo>
                  <a:lnTo>
                    <a:pt x="28886" y="8453"/>
                  </a:lnTo>
                  <a:lnTo>
                    <a:pt x="29178" y="8026"/>
                  </a:lnTo>
                  <a:lnTo>
                    <a:pt x="29493" y="7576"/>
                  </a:lnTo>
                  <a:lnTo>
                    <a:pt x="29807" y="7059"/>
                  </a:lnTo>
                  <a:lnTo>
                    <a:pt x="30100" y="6520"/>
                  </a:lnTo>
                  <a:lnTo>
                    <a:pt x="30392" y="5935"/>
                  </a:lnTo>
                  <a:lnTo>
                    <a:pt x="30639" y="5351"/>
                  </a:lnTo>
                  <a:lnTo>
                    <a:pt x="30864" y="4766"/>
                  </a:lnTo>
                  <a:lnTo>
                    <a:pt x="31021" y="4159"/>
                  </a:lnTo>
                  <a:lnTo>
                    <a:pt x="31089" y="3845"/>
                  </a:lnTo>
                  <a:lnTo>
                    <a:pt x="31134" y="3552"/>
                  </a:lnTo>
                  <a:lnTo>
                    <a:pt x="31156" y="3260"/>
                  </a:lnTo>
                  <a:lnTo>
                    <a:pt x="31179" y="2968"/>
                  </a:lnTo>
                  <a:lnTo>
                    <a:pt x="31156" y="2698"/>
                  </a:lnTo>
                  <a:lnTo>
                    <a:pt x="31134" y="2429"/>
                  </a:lnTo>
                  <a:lnTo>
                    <a:pt x="31066" y="2159"/>
                  </a:lnTo>
                  <a:lnTo>
                    <a:pt x="30999" y="1889"/>
                  </a:lnTo>
                  <a:lnTo>
                    <a:pt x="30886" y="1642"/>
                  </a:lnTo>
                  <a:lnTo>
                    <a:pt x="30752" y="1395"/>
                  </a:lnTo>
                  <a:lnTo>
                    <a:pt x="30594" y="1170"/>
                  </a:lnTo>
                  <a:lnTo>
                    <a:pt x="30414" y="967"/>
                  </a:lnTo>
                  <a:lnTo>
                    <a:pt x="30190" y="765"/>
                  </a:lnTo>
                  <a:lnTo>
                    <a:pt x="29942" y="563"/>
                  </a:lnTo>
                  <a:lnTo>
                    <a:pt x="29650" y="405"/>
                  </a:lnTo>
                  <a:lnTo>
                    <a:pt x="29335" y="248"/>
                  </a:lnTo>
                  <a:lnTo>
                    <a:pt x="29043" y="136"/>
                  </a:lnTo>
                  <a:lnTo>
                    <a:pt x="28751" y="68"/>
                  </a:lnTo>
                  <a:lnTo>
                    <a:pt x="28459"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5"/>
            <p:cNvSpPr/>
            <p:nvPr/>
          </p:nvSpPr>
          <p:spPr>
            <a:xfrm>
              <a:off x="3307575" y="3012025"/>
              <a:ext cx="208500" cy="305175"/>
            </a:xfrm>
            <a:custGeom>
              <a:avLst/>
              <a:gdLst/>
              <a:ahLst/>
              <a:cxnLst/>
              <a:rect l="l" t="t" r="r" b="b"/>
              <a:pathLst>
                <a:path w="8340" h="12207" extrusionOk="0">
                  <a:moveTo>
                    <a:pt x="7733" y="1"/>
                  </a:moveTo>
                  <a:lnTo>
                    <a:pt x="7598" y="23"/>
                  </a:lnTo>
                  <a:lnTo>
                    <a:pt x="7486" y="46"/>
                  </a:lnTo>
                  <a:lnTo>
                    <a:pt x="7373" y="91"/>
                  </a:lnTo>
                  <a:lnTo>
                    <a:pt x="7283" y="158"/>
                  </a:lnTo>
                  <a:lnTo>
                    <a:pt x="7194" y="248"/>
                  </a:lnTo>
                  <a:lnTo>
                    <a:pt x="7104" y="383"/>
                  </a:lnTo>
                  <a:lnTo>
                    <a:pt x="6766" y="1102"/>
                  </a:lnTo>
                  <a:lnTo>
                    <a:pt x="6384" y="1799"/>
                  </a:lnTo>
                  <a:lnTo>
                    <a:pt x="6002" y="2518"/>
                  </a:lnTo>
                  <a:lnTo>
                    <a:pt x="5598" y="3215"/>
                  </a:lnTo>
                  <a:lnTo>
                    <a:pt x="4743" y="4586"/>
                  </a:lnTo>
                  <a:lnTo>
                    <a:pt x="3867" y="5958"/>
                  </a:lnTo>
                  <a:lnTo>
                    <a:pt x="2945" y="7306"/>
                  </a:lnTo>
                  <a:lnTo>
                    <a:pt x="2001" y="8633"/>
                  </a:lnTo>
                  <a:lnTo>
                    <a:pt x="113" y="11240"/>
                  </a:lnTo>
                  <a:lnTo>
                    <a:pt x="45" y="11353"/>
                  </a:lnTo>
                  <a:lnTo>
                    <a:pt x="0" y="11465"/>
                  </a:lnTo>
                  <a:lnTo>
                    <a:pt x="0" y="11600"/>
                  </a:lnTo>
                  <a:lnTo>
                    <a:pt x="0" y="11712"/>
                  </a:lnTo>
                  <a:lnTo>
                    <a:pt x="45" y="11802"/>
                  </a:lnTo>
                  <a:lnTo>
                    <a:pt x="113" y="11915"/>
                  </a:lnTo>
                  <a:lnTo>
                    <a:pt x="180" y="12005"/>
                  </a:lnTo>
                  <a:lnTo>
                    <a:pt x="270" y="12072"/>
                  </a:lnTo>
                  <a:lnTo>
                    <a:pt x="360" y="12139"/>
                  </a:lnTo>
                  <a:lnTo>
                    <a:pt x="472" y="12162"/>
                  </a:lnTo>
                  <a:lnTo>
                    <a:pt x="585" y="12184"/>
                  </a:lnTo>
                  <a:lnTo>
                    <a:pt x="697" y="12207"/>
                  </a:lnTo>
                  <a:lnTo>
                    <a:pt x="810" y="12184"/>
                  </a:lnTo>
                  <a:lnTo>
                    <a:pt x="922" y="12117"/>
                  </a:lnTo>
                  <a:lnTo>
                    <a:pt x="1034" y="12050"/>
                  </a:lnTo>
                  <a:lnTo>
                    <a:pt x="1124" y="11937"/>
                  </a:lnTo>
                  <a:lnTo>
                    <a:pt x="3057" y="9285"/>
                  </a:lnTo>
                  <a:lnTo>
                    <a:pt x="4024" y="7913"/>
                  </a:lnTo>
                  <a:lnTo>
                    <a:pt x="4946" y="6542"/>
                  </a:lnTo>
                  <a:lnTo>
                    <a:pt x="5867" y="5148"/>
                  </a:lnTo>
                  <a:lnTo>
                    <a:pt x="6294" y="4429"/>
                  </a:lnTo>
                  <a:lnTo>
                    <a:pt x="6721" y="3710"/>
                  </a:lnTo>
                  <a:lnTo>
                    <a:pt x="7126" y="3013"/>
                  </a:lnTo>
                  <a:lnTo>
                    <a:pt x="7531" y="2271"/>
                  </a:lnTo>
                  <a:lnTo>
                    <a:pt x="7913" y="1552"/>
                  </a:lnTo>
                  <a:lnTo>
                    <a:pt x="8273" y="810"/>
                  </a:lnTo>
                  <a:lnTo>
                    <a:pt x="8318" y="675"/>
                  </a:lnTo>
                  <a:lnTo>
                    <a:pt x="8340" y="563"/>
                  </a:lnTo>
                  <a:lnTo>
                    <a:pt x="8318" y="450"/>
                  </a:lnTo>
                  <a:lnTo>
                    <a:pt x="8295" y="338"/>
                  </a:lnTo>
                  <a:lnTo>
                    <a:pt x="8228" y="248"/>
                  </a:lnTo>
                  <a:lnTo>
                    <a:pt x="8138" y="181"/>
                  </a:lnTo>
                  <a:lnTo>
                    <a:pt x="8048" y="113"/>
                  </a:lnTo>
                  <a:lnTo>
                    <a:pt x="7958" y="68"/>
                  </a:lnTo>
                  <a:lnTo>
                    <a:pt x="7845" y="23"/>
                  </a:lnTo>
                  <a:lnTo>
                    <a:pt x="7733"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5"/>
            <p:cNvSpPr/>
            <p:nvPr/>
          </p:nvSpPr>
          <p:spPr>
            <a:xfrm>
              <a:off x="2948475" y="3085100"/>
              <a:ext cx="220875" cy="238300"/>
            </a:xfrm>
            <a:custGeom>
              <a:avLst/>
              <a:gdLst/>
              <a:ahLst/>
              <a:cxnLst/>
              <a:rect l="l" t="t" r="r" b="b"/>
              <a:pathLst>
                <a:path w="8835" h="9532" extrusionOk="0">
                  <a:moveTo>
                    <a:pt x="585" y="0"/>
                  </a:moveTo>
                  <a:lnTo>
                    <a:pt x="472" y="23"/>
                  </a:lnTo>
                  <a:lnTo>
                    <a:pt x="360" y="45"/>
                  </a:lnTo>
                  <a:lnTo>
                    <a:pt x="270" y="112"/>
                  </a:lnTo>
                  <a:lnTo>
                    <a:pt x="180" y="180"/>
                  </a:lnTo>
                  <a:lnTo>
                    <a:pt x="113" y="270"/>
                  </a:lnTo>
                  <a:lnTo>
                    <a:pt x="45" y="360"/>
                  </a:lnTo>
                  <a:lnTo>
                    <a:pt x="23" y="472"/>
                  </a:lnTo>
                  <a:lnTo>
                    <a:pt x="0" y="607"/>
                  </a:lnTo>
                  <a:lnTo>
                    <a:pt x="23" y="719"/>
                  </a:lnTo>
                  <a:lnTo>
                    <a:pt x="68" y="854"/>
                  </a:lnTo>
                  <a:lnTo>
                    <a:pt x="225" y="1146"/>
                  </a:lnTo>
                  <a:lnTo>
                    <a:pt x="382" y="1439"/>
                  </a:lnTo>
                  <a:lnTo>
                    <a:pt x="585" y="1708"/>
                  </a:lnTo>
                  <a:lnTo>
                    <a:pt x="764" y="1978"/>
                  </a:lnTo>
                  <a:lnTo>
                    <a:pt x="1214" y="2495"/>
                  </a:lnTo>
                  <a:lnTo>
                    <a:pt x="1664" y="3012"/>
                  </a:lnTo>
                  <a:lnTo>
                    <a:pt x="2136" y="3484"/>
                  </a:lnTo>
                  <a:lnTo>
                    <a:pt x="2630" y="3956"/>
                  </a:lnTo>
                  <a:lnTo>
                    <a:pt x="3102" y="4428"/>
                  </a:lnTo>
                  <a:lnTo>
                    <a:pt x="3574" y="4923"/>
                  </a:lnTo>
                  <a:lnTo>
                    <a:pt x="4608" y="6069"/>
                  </a:lnTo>
                  <a:lnTo>
                    <a:pt x="5687" y="7193"/>
                  </a:lnTo>
                  <a:lnTo>
                    <a:pt x="6766" y="8295"/>
                  </a:lnTo>
                  <a:lnTo>
                    <a:pt x="7328" y="8834"/>
                  </a:lnTo>
                  <a:lnTo>
                    <a:pt x="7913" y="9374"/>
                  </a:lnTo>
                  <a:lnTo>
                    <a:pt x="8025" y="9464"/>
                  </a:lnTo>
                  <a:lnTo>
                    <a:pt x="8138" y="9509"/>
                  </a:lnTo>
                  <a:lnTo>
                    <a:pt x="8250" y="9531"/>
                  </a:lnTo>
                  <a:lnTo>
                    <a:pt x="8362" y="9509"/>
                  </a:lnTo>
                  <a:lnTo>
                    <a:pt x="8452" y="9486"/>
                  </a:lnTo>
                  <a:lnTo>
                    <a:pt x="8542" y="9419"/>
                  </a:lnTo>
                  <a:lnTo>
                    <a:pt x="8632" y="9351"/>
                  </a:lnTo>
                  <a:lnTo>
                    <a:pt x="8700" y="9261"/>
                  </a:lnTo>
                  <a:lnTo>
                    <a:pt x="8767" y="9172"/>
                  </a:lnTo>
                  <a:lnTo>
                    <a:pt x="8812" y="9059"/>
                  </a:lnTo>
                  <a:lnTo>
                    <a:pt x="8834" y="8947"/>
                  </a:lnTo>
                  <a:lnTo>
                    <a:pt x="8834" y="8812"/>
                  </a:lnTo>
                  <a:lnTo>
                    <a:pt x="8834" y="8699"/>
                  </a:lnTo>
                  <a:lnTo>
                    <a:pt x="8789" y="8587"/>
                  </a:lnTo>
                  <a:lnTo>
                    <a:pt x="8722" y="8475"/>
                  </a:lnTo>
                  <a:lnTo>
                    <a:pt x="8632" y="8362"/>
                  </a:lnTo>
                  <a:lnTo>
                    <a:pt x="8070" y="7868"/>
                  </a:lnTo>
                  <a:lnTo>
                    <a:pt x="7553" y="7351"/>
                  </a:lnTo>
                  <a:lnTo>
                    <a:pt x="6519" y="6294"/>
                  </a:lnTo>
                  <a:lnTo>
                    <a:pt x="5508" y="5215"/>
                  </a:lnTo>
                  <a:lnTo>
                    <a:pt x="4518" y="4136"/>
                  </a:lnTo>
                  <a:lnTo>
                    <a:pt x="4091" y="3687"/>
                  </a:lnTo>
                  <a:lnTo>
                    <a:pt x="3642" y="3237"/>
                  </a:lnTo>
                  <a:lnTo>
                    <a:pt x="2720" y="2338"/>
                  </a:lnTo>
                  <a:lnTo>
                    <a:pt x="2271" y="1866"/>
                  </a:lnTo>
                  <a:lnTo>
                    <a:pt x="1866" y="1371"/>
                  </a:lnTo>
                  <a:lnTo>
                    <a:pt x="1664" y="1124"/>
                  </a:lnTo>
                  <a:lnTo>
                    <a:pt x="1484" y="877"/>
                  </a:lnTo>
                  <a:lnTo>
                    <a:pt x="1326" y="607"/>
                  </a:lnTo>
                  <a:lnTo>
                    <a:pt x="1192" y="337"/>
                  </a:lnTo>
                  <a:lnTo>
                    <a:pt x="1124" y="202"/>
                  </a:lnTo>
                  <a:lnTo>
                    <a:pt x="1034" y="112"/>
                  </a:lnTo>
                  <a:lnTo>
                    <a:pt x="922" y="45"/>
                  </a:lnTo>
                  <a:lnTo>
                    <a:pt x="809"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5"/>
            <p:cNvSpPr/>
            <p:nvPr/>
          </p:nvSpPr>
          <p:spPr>
            <a:xfrm>
              <a:off x="2911950" y="2688900"/>
              <a:ext cx="253475" cy="313600"/>
            </a:xfrm>
            <a:custGeom>
              <a:avLst/>
              <a:gdLst/>
              <a:ahLst/>
              <a:cxnLst/>
              <a:rect l="l" t="t" r="r" b="b"/>
              <a:pathLst>
                <a:path w="10139" h="12544" extrusionOk="0">
                  <a:moveTo>
                    <a:pt x="540" y="0"/>
                  </a:moveTo>
                  <a:lnTo>
                    <a:pt x="450" y="23"/>
                  </a:lnTo>
                  <a:lnTo>
                    <a:pt x="337" y="90"/>
                  </a:lnTo>
                  <a:lnTo>
                    <a:pt x="247" y="158"/>
                  </a:lnTo>
                  <a:lnTo>
                    <a:pt x="157" y="225"/>
                  </a:lnTo>
                  <a:lnTo>
                    <a:pt x="90" y="315"/>
                  </a:lnTo>
                  <a:lnTo>
                    <a:pt x="45" y="427"/>
                  </a:lnTo>
                  <a:lnTo>
                    <a:pt x="0" y="540"/>
                  </a:lnTo>
                  <a:lnTo>
                    <a:pt x="0" y="652"/>
                  </a:lnTo>
                  <a:lnTo>
                    <a:pt x="0" y="787"/>
                  </a:lnTo>
                  <a:lnTo>
                    <a:pt x="45" y="899"/>
                  </a:lnTo>
                  <a:lnTo>
                    <a:pt x="112" y="1034"/>
                  </a:lnTo>
                  <a:lnTo>
                    <a:pt x="1214" y="2473"/>
                  </a:lnTo>
                  <a:lnTo>
                    <a:pt x="2315" y="3889"/>
                  </a:lnTo>
                  <a:lnTo>
                    <a:pt x="3439" y="5305"/>
                  </a:lnTo>
                  <a:lnTo>
                    <a:pt x="4563" y="6699"/>
                  </a:lnTo>
                  <a:lnTo>
                    <a:pt x="6834" y="9509"/>
                  </a:lnTo>
                  <a:lnTo>
                    <a:pt x="7958" y="10903"/>
                  </a:lnTo>
                  <a:lnTo>
                    <a:pt x="9059" y="12319"/>
                  </a:lnTo>
                  <a:lnTo>
                    <a:pt x="9149" y="12431"/>
                  </a:lnTo>
                  <a:lnTo>
                    <a:pt x="9261" y="12499"/>
                  </a:lnTo>
                  <a:lnTo>
                    <a:pt x="9374" y="12544"/>
                  </a:lnTo>
                  <a:lnTo>
                    <a:pt x="9599" y="12544"/>
                  </a:lnTo>
                  <a:lnTo>
                    <a:pt x="9711" y="12521"/>
                  </a:lnTo>
                  <a:lnTo>
                    <a:pt x="9801" y="12476"/>
                  </a:lnTo>
                  <a:lnTo>
                    <a:pt x="9891" y="12409"/>
                  </a:lnTo>
                  <a:lnTo>
                    <a:pt x="9981" y="12319"/>
                  </a:lnTo>
                  <a:lnTo>
                    <a:pt x="10048" y="12229"/>
                  </a:lnTo>
                  <a:lnTo>
                    <a:pt x="10116" y="12117"/>
                  </a:lnTo>
                  <a:lnTo>
                    <a:pt x="10138" y="12004"/>
                  </a:lnTo>
                  <a:lnTo>
                    <a:pt x="10138" y="11892"/>
                  </a:lnTo>
                  <a:lnTo>
                    <a:pt x="10138" y="11779"/>
                  </a:lnTo>
                  <a:lnTo>
                    <a:pt x="10093" y="11644"/>
                  </a:lnTo>
                  <a:lnTo>
                    <a:pt x="10003" y="11532"/>
                  </a:lnTo>
                  <a:lnTo>
                    <a:pt x="8902" y="10116"/>
                  </a:lnTo>
                  <a:lnTo>
                    <a:pt x="7778" y="8700"/>
                  </a:lnTo>
                  <a:lnTo>
                    <a:pt x="5507" y="5912"/>
                  </a:lnTo>
                  <a:lnTo>
                    <a:pt x="4383" y="4496"/>
                  </a:lnTo>
                  <a:lnTo>
                    <a:pt x="3260" y="3102"/>
                  </a:lnTo>
                  <a:lnTo>
                    <a:pt x="2158" y="1664"/>
                  </a:lnTo>
                  <a:lnTo>
                    <a:pt x="1079" y="225"/>
                  </a:lnTo>
                  <a:lnTo>
                    <a:pt x="989" y="135"/>
                  </a:lnTo>
                  <a:lnTo>
                    <a:pt x="877" y="45"/>
                  </a:lnTo>
                  <a:lnTo>
                    <a:pt x="764"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5"/>
            <p:cNvSpPr/>
            <p:nvPr/>
          </p:nvSpPr>
          <p:spPr>
            <a:xfrm>
              <a:off x="3241250" y="2668675"/>
              <a:ext cx="186050" cy="289425"/>
            </a:xfrm>
            <a:custGeom>
              <a:avLst/>
              <a:gdLst/>
              <a:ahLst/>
              <a:cxnLst/>
              <a:rect l="l" t="t" r="r" b="b"/>
              <a:pathLst>
                <a:path w="7442" h="11577" extrusionOk="0">
                  <a:moveTo>
                    <a:pt x="6722" y="0"/>
                  </a:moveTo>
                  <a:lnTo>
                    <a:pt x="6632" y="23"/>
                  </a:lnTo>
                  <a:lnTo>
                    <a:pt x="6520" y="90"/>
                  </a:lnTo>
                  <a:lnTo>
                    <a:pt x="6430" y="157"/>
                  </a:lnTo>
                  <a:lnTo>
                    <a:pt x="6362" y="270"/>
                  </a:lnTo>
                  <a:lnTo>
                    <a:pt x="4856" y="2900"/>
                  </a:lnTo>
                  <a:lnTo>
                    <a:pt x="3328" y="5485"/>
                  </a:lnTo>
                  <a:lnTo>
                    <a:pt x="1732" y="8070"/>
                  </a:lnTo>
                  <a:lnTo>
                    <a:pt x="113" y="10610"/>
                  </a:lnTo>
                  <a:lnTo>
                    <a:pt x="46" y="10723"/>
                  </a:lnTo>
                  <a:lnTo>
                    <a:pt x="1" y="10857"/>
                  </a:lnTo>
                  <a:lnTo>
                    <a:pt x="1" y="10970"/>
                  </a:lnTo>
                  <a:lnTo>
                    <a:pt x="23" y="11082"/>
                  </a:lnTo>
                  <a:lnTo>
                    <a:pt x="68" y="11195"/>
                  </a:lnTo>
                  <a:lnTo>
                    <a:pt x="113" y="11307"/>
                  </a:lnTo>
                  <a:lnTo>
                    <a:pt x="203" y="11397"/>
                  </a:lnTo>
                  <a:lnTo>
                    <a:pt x="293" y="11464"/>
                  </a:lnTo>
                  <a:lnTo>
                    <a:pt x="383" y="11532"/>
                  </a:lnTo>
                  <a:lnTo>
                    <a:pt x="495" y="11554"/>
                  </a:lnTo>
                  <a:lnTo>
                    <a:pt x="608" y="11577"/>
                  </a:lnTo>
                  <a:lnTo>
                    <a:pt x="720" y="11577"/>
                  </a:lnTo>
                  <a:lnTo>
                    <a:pt x="832" y="11554"/>
                  </a:lnTo>
                  <a:lnTo>
                    <a:pt x="945" y="11509"/>
                  </a:lnTo>
                  <a:lnTo>
                    <a:pt x="1035" y="11442"/>
                  </a:lnTo>
                  <a:lnTo>
                    <a:pt x="1125" y="11329"/>
                  </a:lnTo>
                  <a:lnTo>
                    <a:pt x="2743" y="8789"/>
                  </a:lnTo>
                  <a:lnTo>
                    <a:pt x="4339" y="6204"/>
                  </a:lnTo>
                  <a:lnTo>
                    <a:pt x="5868" y="3619"/>
                  </a:lnTo>
                  <a:lnTo>
                    <a:pt x="7374" y="989"/>
                  </a:lnTo>
                  <a:lnTo>
                    <a:pt x="7419" y="854"/>
                  </a:lnTo>
                  <a:lnTo>
                    <a:pt x="7441" y="742"/>
                  </a:lnTo>
                  <a:lnTo>
                    <a:pt x="7441" y="607"/>
                  </a:lnTo>
                  <a:lnTo>
                    <a:pt x="7419" y="495"/>
                  </a:lnTo>
                  <a:lnTo>
                    <a:pt x="7374" y="382"/>
                  </a:lnTo>
                  <a:lnTo>
                    <a:pt x="7329" y="292"/>
                  </a:lnTo>
                  <a:lnTo>
                    <a:pt x="7239" y="202"/>
                  </a:lnTo>
                  <a:lnTo>
                    <a:pt x="7149" y="112"/>
                  </a:lnTo>
                  <a:lnTo>
                    <a:pt x="7059" y="67"/>
                  </a:lnTo>
                  <a:lnTo>
                    <a:pt x="6947" y="23"/>
                  </a:lnTo>
                  <a:lnTo>
                    <a:pt x="6834"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5"/>
            <p:cNvSpPr/>
            <p:nvPr/>
          </p:nvSpPr>
          <p:spPr>
            <a:xfrm>
              <a:off x="2997925" y="2153900"/>
              <a:ext cx="142200" cy="370925"/>
            </a:xfrm>
            <a:custGeom>
              <a:avLst/>
              <a:gdLst/>
              <a:ahLst/>
              <a:cxnLst/>
              <a:rect l="l" t="t" r="r" b="b"/>
              <a:pathLst>
                <a:path w="5688" h="14837" extrusionOk="0">
                  <a:moveTo>
                    <a:pt x="630" y="0"/>
                  </a:moveTo>
                  <a:lnTo>
                    <a:pt x="517" y="23"/>
                  </a:lnTo>
                  <a:lnTo>
                    <a:pt x="405" y="45"/>
                  </a:lnTo>
                  <a:lnTo>
                    <a:pt x="293" y="90"/>
                  </a:lnTo>
                  <a:lnTo>
                    <a:pt x="203" y="158"/>
                  </a:lnTo>
                  <a:lnTo>
                    <a:pt x="113" y="247"/>
                  </a:lnTo>
                  <a:lnTo>
                    <a:pt x="68" y="337"/>
                  </a:lnTo>
                  <a:lnTo>
                    <a:pt x="23" y="450"/>
                  </a:lnTo>
                  <a:lnTo>
                    <a:pt x="0" y="562"/>
                  </a:lnTo>
                  <a:lnTo>
                    <a:pt x="23" y="720"/>
                  </a:lnTo>
                  <a:lnTo>
                    <a:pt x="360" y="2450"/>
                  </a:lnTo>
                  <a:lnTo>
                    <a:pt x="765" y="4226"/>
                  </a:lnTo>
                  <a:lnTo>
                    <a:pt x="989" y="5125"/>
                  </a:lnTo>
                  <a:lnTo>
                    <a:pt x="1214" y="6002"/>
                  </a:lnTo>
                  <a:lnTo>
                    <a:pt x="1484" y="6901"/>
                  </a:lnTo>
                  <a:lnTo>
                    <a:pt x="1754" y="7778"/>
                  </a:lnTo>
                  <a:lnTo>
                    <a:pt x="2023" y="8655"/>
                  </a:lnTo>
                  <a:lnTo>
                    <a:pt x="2316" y="9531"/>
                  </a:lnTo>
                  <a:lnTo>
                    <a:pt x="2630" y="10408"/>
                  </a:lnTo>
                  <a:lnTo>
                    <a:pt x="2968" y="11262"/>
                  </a:lnTo>
                  <a:lnTo>
                    <a:pt x="3327" y="12094"/>
                  </a:lnTo>
                  <a:lnTo>
                    <a:pt x="3687" y="12926"/>
                  </a:lnTo>
                  <a:lnTo>
                    <a:pt x="4069" y="13712"/>
                  </a:lnTo>
                  <a:lnTo>
                    <a:pt x="4474" y="14499"/>
                  </a:lnTo>
                  <a:lnTo>
                    <a:pt x="4564" y="14634"/>
                  </a:lnTo>
                  <a:lnTo>
                    <a:pt x="4653" y="14724"/>
                  </a:lnTo>
                  <a:lnTo>
                    <a:pt x="4766" y="14791"/>
                  </a:lnTo>
                  <a:lnTo>
                    <a:pt x="4878" y="14814"/>
                  </a:lnTo>
                  <a:lnTo>
                    <a:pt x="4991" y="14836"/>
                  </a:lnTo>
                  <a:lnTo>
                    <a:pt x="5103" y="14836"/>
                  </a:lnTo>
                  <a:lnTo>
                    <a:pt x="5215" y="14814"/>
                  </a:lnTo>
                  <a:lnTo>
                    <a:pt x="5328" y="14769"/>
                  </a:lnTo>
                  <a:lnTo>
                    <a:pt x="5418" y="14724"/>
                  </a:lnTo>
                  <a:lnTo>
                    <a:pt x="5508" y="14657"/>
                  </a:lnTo>
                  <a:lnTo>
                    <a:pt x="5575" y="14567"/>
                  </a:lnTo>
                  <a:lnTo>
                    <a:pt x="5643" y="14454"/>
                  </a:lnTo>
                  <a:lnTo>
                    <a:pt x="5665" y="14364"/>
                  </a:lnTo>
                  <a:lnTo>
                    <a:pt x="5688" y="14229"/>
                  </a:lnTo>
                  <a:lnTo>
                    <a:pt x="5665" y="14117"/>
                  </a:lnTo>
                  <a:lnTo>
                    <a:pt x="5598" y="13982"/>
                  </a:lnTo>
                  <a:lnTo>
                    <a:pt x="5215" y="13218"/>
                  </a:lnTo>
                  <a:lnTo>
                    <a:pt x="4833" y="12409"/>
                  </a:lnTo>
                  <a:lnTo>
                    <a:pt x="4474" y="11599"/>
                  </a:lnTo>
                  <a:lnTo>
                    <a:pt x="4114" y="10790"/>
                  </a:lnTo>
                  <a:lnTo>
                    <a:pt x="3799" y="9958"/>
                  </a:lnTo>
                  <a:lnTo>
                    <a:pt x="3485" y="9127"/>
                  </a:lnTo>
                  <a:lnTo>
                    <a:pt x="3192" y="8272"/>
                  </a:lnTo>
                  <a:lnTo>
                    <a:pt x="2923" y="7418"/>
                  </a:lnTo>
                  <a:lnTo>
                    <a:pt x="2653" y="6564"/>
                  </a:lnTo>
                  <a:lnTo>
                    <a:pt x="2406" y="5687"/>
                  </a:lnTo>
                  <a:lnTo>
                    <a:pt x="2181" y="4833"/>
                  </a:lnTo>
                  <a:lnTo>
                    <a:pt x="1978" y="3957"/>
                  </a:lnTo>
                  <a:lnTo>
                    <a:pt x="1574" y="2226"/>
                  </a:lnTo>
                  <a:lnTo>
                    <a:pt x="1237" y="495"/>
                  </a:lnTo>
                  <a:lnTo>
                    <a:pt x="1192" y="360"/>
                  </a:lnTo>
                  <a:lnTo>
                    <a:pt x="1124" y="247"/>
                  </a:lnTo>
                  <a:lnTo>
                    <a:pt x="1057" y="158"/>
                  </a:lnTo>
                  <a:lnTo>
                    <a:pt x="967" y="90"/>
                  </a:lnTo>
                  <a:lnTo>
                    <a:pt x="855" y="45"/>
                  </a:lnTo>
                  <a:lnTo>
                    <a:pt x="742" y="23"/>
                  </a:lnTo>
                  <a:lnTo>
                    <a:pt x="630"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5"/>
            <p:cNvSpPr/>
            <p:nvPr/>
          </p:nvSpPr>
          <p:spPr>
            <a:xfrm>
              <a:off x="3277225" y="2330350"/>
              <a:ext cx="229875" cy="217525"/>
            </a:xfrm>
            <a:custGeom>
              <a:avLst/>
              <a:gdLst/>
              <a:ahLst/>
              <a:cxnLst/>
              <a:rect l="l" t="t" r="r" b="b"/>
              <a:pathLst>
                <a:path w="9195" h="8701" extrusionOk="0">
                  <a:moveTo>
                    <a:pt x="8542" y="1"/>
                  </a:moveTo>
                  <a:lnTo>
                    <a:pt x="8430" y="23"/>
                  </a:lnTo>
                  <a:lnTo>
                    <a:pt x="8318" y="91"/>
                  </a:lnTo>
                  <a:lnTo>
                    <a:pt x="8205" y="180"/>
                  </a:lnTo>
                  <a:lnTo>
                    <a:pt x="7261" y="1170"/>
                  </a:lnTo>
                  <a:lnTo>
                    <a:pt x="6317" y="2136"/>
                  </a:lnTo>
                  <a:lnTo>
                    <a:pt x="5350" y="3103"/>
                  </a:lnTo>
                  <a:lnTo>
                    <a:pt x="4361" y="4024"/>
                  </a:lnTo>
                  <a:lnTo>
                    <a:pt x="3350" y="4946"/>
                  </a:lnTo>
                  <a:lnTo>
                    <a:pt x="2316" y="5868"/>
                  </a:lnTo>
                  <a:lnTo>
                    <a:pt x="1282" y="6744"/>
                  </a:lnTo>
                  <a:lnTo>
                    <a:pt x="225" y="7599"/>
                  </a:lnTo>
                  <a:lnTo>
                    <a:pt x="113" y="7711"/>
                  </a:lnTo>
                  <a:lnTo>
                    <a:pt x="45" y="7801"/>
                  </a:lnTo>
                  <a:lnTo>
                    <a:pt x="0" y="7913"/>
                  </a:lnTo>
                  <a:lnTo>
                    <a:pt x="0" y="8026"/>
                  </a:lnTo>
                  <a:lnTo>
                    <a:pt x="0" y="8138"/>
                  </a:lnTo>
                  <a:lnTo>
                    <a:pt x="23" y="8250"/>
                  </a:lnTo>
                  <a:lnTo>
                    <a:pt x="90" y="8363"/>
                  </a:lnTo>
                  <a:lnTo>
                    <a:pt x="158" y="8453"/>
                  </a:lnTo>
                  <a:lnTo>
                    <a:pt x="225" y="8543"/>
                  </a:lnTo>
                  <a:lnTo>
                    <a:pt x="315" y="8610"/>
                  </a:lnTo>
                  <a:lnTo>
                    <a:pt x="428" y="8655"/>
                  </a:lnTo>
                  <a:lnTo>
                    <a:pt x="540" y="8678"/>
                  </a:lnTo>
                  <a:lnTo>
                    <a:pt x="652" y="8700"/>
                  </a:lnTo>
                  <a:lnTo>
                    <a:pt x="765" y="8678"/>
                  </a:lnTo>
                  <a:lnTo>
                    <a:pt x="900" y="8633"/>
                  </a:lnTo>
                  <a:lnTo>
                    <a:pt x="1012" y="8565"/>
                  </a:lnTo>
                  <a:lnTo>
                    <a:pt x="2068" y="7688"/>
                  </a:lnTo>
                  <a:lnTo>
                    <a:pt x="3125" y="6812"/>
                  </a:lnTo>
                  <a:lnTo>
                    <a:pt x="4137" y="5913"/>
                  </a:lnTo>
                  <a:lnTo>
                    <a:pt x="5148" y="4991"/>
                  </a:lnTo>
                  <a:lnTo>
                    <a:pt x="6137" y="4047"/>
                  </a:lnTo>
                  <a:lnTo>
                    <a:pt x="7104" y="3080"/>
                  </a:lnTo>
                  <a:lnTo>
                    <a:pt x="8070" y="2114"/>
                  </a:lnTo>
                  <a:lnTo>
                    <a:pt x="9014" y="1125"/>
                  </a:lnTo>
                  <a:lnTo>
                    <a:pt x="9104" y="1012"/>
                  </a:lnTo>
                  <a:lnTo>
                    <a:pt x="9149" y="900"/>
                  </a:lnTo>
                  <a:lnTo>
                    <a:pt x="9194" y="765"/>
                  </a:lnTo>
                  <a:lnTo>
                    <a:pt x="9194" y="653"/>
                  </a:lnTo>
                  <a:lnTo>
                    <a:pt x="9172" y="540"/>
                  </a:lnTo>
                  <a:lnTo>
                    <a:pt x="9149" y="405"/>
                  </a:lnTo>
                  <a:lnTo>
                    <a:pt x="9082" y="315"/>
                  </a:lnTo>
                  <a:lnTo>
                    <a:pt x="9014" y="203"/>
                  </a:lnTo>
                  <a:lnTo>
                    <a:pt x="8947" y="135"/>
                  </a:lnTo>
                  <a:lnTo>
                    <a:pt x="8857" y="68"/>
                  </a:lnTo>
                  <a:lnTo>
                    <a:pt x="8745" y="23"/>
                  </a:lnTo>
                  <a:lnTo>
                    <a:pt x="8655"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5"/>
            <p:cNvSpPr/>
            <p:nvPr/>
          </p:nvSpPr>
          <p:spPr>
            <a:xfrm>
              <a:off x="3271050" y="1820650"/>
              <a:ext cx="172550" cy="281000"/>
            </a:xfrm>
            <a:custGeom>
              <a:avLst/>
              <a:gdLst/>
              <a:ahLst/>
              <a:cxnLst/>
              <a:rect l="l" t="t" r="r" b="b"/>
              <a:pathLst>
                <a:path w="6902" h="11240" extrusionOk="0">
                  <a:moveTo>
                    <a:pt x="6204" y="0"/>
                  </a:moveTo>
                  <a:lnTo>
                    <a:pt x="6069" y="23"/>
                  </a:lnTo>
                  <a:lnTo>
                    <a:pt x="5957" y="68"/>
                  </a:lnTo>
                  <a:lnTo>
                    <a:pt x="5867" y="135"/>
                  </a:lnTo>
                  <a:lnTo>
                    <a:pt x="5755" y="247"/>
                  </a:lnTo>
                  <a:lnTo>
                    <a:pt x="4833" y="1439"/>
                  </a:lnTo>
                  <a:lnTo>
                    <a:pt x="4406" y="2046"/>
                  </a:lnTo>
                  <a:lnTo>
                    <a:pt x="3956" y="2675"/>
                  </a:lnTo>
                  <a:lnTo>
                    <a:pt x="3552" y="3305"/>
                  </a:lnTo>
                  <a:lnTo>
                    <a:pt x="3147" y="3934"/>
                  </a:lnTo>
                  <a:lnTo>
                    <a:pt x="2743" y="4586"/>
                  </a:lnTo>
                  <a:lnTo>
                    <a:pt x="2383" y="5260"/>
                  </a:lnTo>
                  <a:lnTo>
                    <a:pt x="2068" y="5890"/>
                  </a:lnTo>
                  <a:lnTo>
                    <a:pt x="1776" y="6542"/>
                  </a:lnTo>
                  <a:lnTo>
                    <a:pt x="1214" y="7845"/>
                  </a:lnTo>
                  <a:lnTo>
                    <a:pt x="675" y="9149"/>
                  </a:lnTo>
                  <a:lnTo>
                    <a:pt x="382" y="9801"/>
                  </a:lnTo>
                  <a:lnTo>
                    <a:pt x="68" y="10430"/>
                  </a:lnTo>
                  <a:lnTo>
                    <a:pt x="23" y="10565"/>
                  </a:lnTo>
                  <a:lnTo>
                    <a:pt x="0" y="10700"/>
                  </a:lnTo>
                  <a:lnTo>
                    <a:pt x="23" y="10813"/>
                  </a:lnTo>
                  <a:lnTo>
                    <a:pt x="68" y="10902"/>
                  </a:lnTo>
                  <a:lnTo>
                    <a:pt x="113" y="10992"/>
                  </a:lnTo>
                  <a:lnTo>
                    <a:pt x="202" y="11082"/>
                  </a:lnTo>
                  <a:lnTo>
                    <a:pt x="292" y="11150"/>
                  </a:lnTo>
                  <a:lnTo>
                    <a:pt x="382" y="11195"/>
                  </a:lnTo>
                  <a:lnTo>
                    <a:pt x="495" y="11217"/>
                  </a:lnTo>
                  <a:lnTo>
                    <a:pt x="630" y="11240"/>
                  </a:lnTo>
                  <a:lnTo>
                    <a:pt x="742" y="11240"/>
                  </a:lnTo>
                  <a:lnTo>
                    <a:pt x="854" y="11217"/>
                  </a:lnTo>
                  <a:lnTo>
                    <a:pt x="967" y="11150"/>
                  </a:lnTo>
                  <a:lnTo>
                    <a:pt x="1079" y="11082"/>
                  </a:lnTo>
                  <a:lnTo>
                    <a:pt x="1169" y="10992"/>
                  </a:lnTo>
                  <a:lnTo>
                    <a:pt x="1236" y="10880"/>
                  </a:lnTo>
                  <a:lnTo>
                    <a:pt x="1551" y="10206"/>
                  </a:lnTo>
                  <a:lnTo>
                    <a:pt x="1866" y="9509"/>
                  </a:lnTo>
                  <a:lnTo>
                    <a:pt x="2428" y="8138"/>
                  </a:lnTo>
                  <a:lnTo>
                    <a:pt x="2720" y="7441"/>
                  </a:lnTo>
                  <a:lnTo>
                    <a:pt x="3035" y="6766"/>
                  </a:lnTo>
                  <a:lnTo>
                    <a:pt x="3350" y="6092"/>
                  </a:lnTo>
                  <a:lnTo>
                    <a:pt x="3687" y="5418"/>
                  </a:lnTo>
                  <a:lnTo>
                    <a:pt x="4024" y="4833"/>
                  </a:lnTo>
                  <a:lnTo>
                    <a:pt x="4384" y="4249"/>
                  </a:lnTo>
                  <a:lnTo>
                    <a:pt x="4766" y="3687"/>
                  </a:lnTo>
                  <a:lnTo>
                    <a:pt x="5148" y="3125"/>
                  </a:lnTo>
                  <a:lnTo>
                    <a:pt x="5957" y="2023"/>
                  </a:lnTo>
                  <a:lnTo>
                    <a:pt x="6766" y="944"/>
                  </a:lnTo>
                  <a:lnTo>
                    <a:pt x="6856" y="832"/>
                  </a:lnTo>
                  <a:lnTo>
                    <a:pt x="6879" y="719"/>
                  </a:lnTo>
                  <a:lnTo>
                    <a:pt x="6901" y="607"/>
                  </a:lnTo>
                  <a:lnTo>
                    <a:pt x="6879" y="495"/>
                  </a:lnTo>
                  <a:lnTo>
                    <a:pt x="6856" y="382"/>
                  </a:lnTo>
                  <a:lnTo>
                    <a:pt x="6789" y="292"/>
                  </a:lnTo>
                  <a:lnTo>
                    <a:pt x="6721" y="202"/>
                  </a:lnTo>
                  <a:lnTo>
                    <a:pt x="6631" y="135"/>
                  </a:lnTo>
                  <a:lnTo>
                    <a:pt x="6542" y="68"/>
                  </a:lnTo>
                  <a:lnTo>
                    <a:pt x="6429" y="23"/>
                  </a:lnTo>
                  <a:lnTo>
                    <a:pt x="6317"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a:off x="2112800" y="2659675"/>
              <a:ext cx="161875" cy="261900"/>
            </a:xfrm>
            <a:custGeom>
              <a:avLst/>
              <a:gdLst/>
              <a:ahLst/>
              <a:cxnLst/>
              <a:rect l="l" t="t" r="r" b="b"/>
              <a:pathLst>
                <a:path w="6475" h="10476" extrusionOk="0">
                  <a:moveTo>
                    <a:pt x="1664" y="0"/>
                  </a:moveTo>
                  <a:lnTo>
                    <a:pt x="1485" y="23"/>
                  </a:lnTo>
                  <a:lnTo>
                    <a:pt x="1305" y="68"/>
                  </a:lnTo>
                  <a:lnTo>
                    <a:pt x="1102" y="113"/>
                  </a:lnTo>
                  <a:lnTo>
                    <a:pt x="967" y="180"/>
                  </a:lnTo>
                  <a:lnTo>
                    <a:pt x="810" y="225"/>
                  </a:lnTo>
                  <a:lnTo>
                    <a:pt x="675" y="315"/>
                  </a:lnTo>
                  <a:lnTo>
                    <a:pt x="563" y="405"/>
                  </a:lnTo>
                  <a:lnTo>
                    <a:pt x="473" y="495"/>
                  </a:lnTo>
                  <a:lnTo>
                    <a:pt x="383" y="585"/>
                  </a:lnTo>
                  <a:lnTo>
                    <a:pt x="226" y="810"/>
                  </a:lnTo>
                  <a:lnTo>
                    <a:pt x="113" y="1057"/>
                  </a:lnTo>
                  <a:lnTo>
                    <a:pt x="46" y="1304"/>
                  </a:lnTo>
                  <a:lnTo>
                    <a:pt x="23" y="1596"/>
                  </a:lnTo>
                  <a:lnTo>
                    <a:pt x="1" y="1866"/>
                  </a:lnTo>
                  <a:lnTo>
                    <a:pt x="23" y="2181"/>
                  </a:lnTo>
                  <a:lnTo>
                    <a:pt x="68" y="2473"/>
                  </a:lnTo>
                  <a:lnTo>
                    <a:pt x="136" y="2765"/>
                  </a:lnTo>
                  <a:lnTo>
                    <a:pt x="226" y="3058"/>
                  </a:lnTo>
                  <a:lnTo>
                    <a:pt x="406" y="3619"/>
                  </a:lnTo>
                  <a:lnTo>
                    <a:pt x="608" y="4114"/>
                  </a:lnTo>
                  <a:lnTo>
                    <a:pt x="810" y="4564"/>
                  </a:lnTo>
                  <a:lnTo>
                    <a:pt x="1057" y="5013"/>
                  </a:lnTo>
                  <a:lnTo>
                    <a:pt x="1327" y="5485"/>
                  </a:lnTo>
                  <a:lnTo>
                    <a:pt x="1642" y="5935"/>
                  </a:lnTo>
                  <a:lnTo>
                    <a:pt x="1957" y="6384"/>
                  </a:lnTo>
                  <a:lnTo>
                    <a:pt x="2316" y="6812"/>
                  </a:lnTo>
                  <a:lnTo>
                    <a:pt x="2676" y="7239"/>
                  </a:lnTo>
                  <a:lnTo>
                    <a:pt x="3058" y="7666"/>
                  </a:lnTo>
                  <a:lnTo>
                    <a:pt x="3440" y="8070"/>
                  </a:lnTo>
                  <a:lnTo>
                    <a:pt x="3845" y="8475"/>
                  </a:lnTo>
                  <a:lnTo>
                    <a:pt x="4272" y="8857"/>
                  </a:lnTo>
                  <a:lnTo>
                    <a:pt x="4677" y="9217"/>
                  </a:lnTo>
                  <a:lnTo>
                    <a:pt x="5081" y="9554"/>
                  </a:lnTo>
                  <a:lnTo>
                    <a:pt x="5508" y="9891"/>
                  </a:lnTo>
                  <a:lnTo>
                    <a:pt x="6295" y="10476"/>
                  </a:lnTo>
                  <a:lnTo>
                    <a:pt x="6340" y="10386"/>
                  </a:lnTo>
                  <a:lnTo>
                    <a:pt x="6407" y="10071"/>
                  </a:lnTo>
                  <a:lnTo>
                    <a:pt x="6430" y="9824"/>
                  </a:lnTo>
                  <a:lnTo>
                    <a:pt x="6452" y="9531"/>
                  </a:lnTo>
                  <a:lnTo>
                    <a:pt x="6475" y="9172"/>
                  </a:lnTo>
                  <a:lnTo>
                    <a:pt x="6475" y="8767"/>
                  </a:lnTo>
                  <a:lnTo>
                    <a:pt x="6452" y="8273"/>
                  </a:lnTo>
                  <a:lnTo>
                    <a:pt x="6407" y="7733"/>
                  </a:lnTo>
                  <a:lnTo>
                    <a:pt x="6340" y="7126"/>
                  </a:lnTo>
                  <a:lnTo>
                    <a:pt x="6228" y="6452"/>
                  </a:lnTo>
                  <a:lnTo>
                    <a:pt x="6093" y="5710"/>
                  </a:lnTo>
                  <a:lnTo>
                    <a:pt x="5890" y="4901"/>
                  </a:lnTo>
                  <a:lnTo>
                    <a:pt x="5666" y="4024"/>
                  </a:lnTo>
                  <a:lnTo>
                    <a:pt x="5373" y="3058"/>
                  </a:lnTo>
                  <a:lnTo>
                    <a:pt x="5261" y="2765"/>
                  </a:lnTo>
                  <a:lnTo>
                    <a:pt x="5126" y="2473"/>
                  </a:lnTo>
                  <a:lnTo>
                    <a:pt x="4946" y="2158"/>
                  </a:lnTo>
                  <a:lnTo>
                    <a:pt x="4766" y="1866"/>
                  </a:lnTo>
                  <a:lnTo>
                    <a:pt x="4542" y="1574"/>
                  </a:lnTo>
                  <a:lnTo>
                    <a:pt x="4317" y="1282"/>
                  </a:lnTo>
                  <a:lnTo>
                    <a:pt x="4047" y="1012"/>
                  </a:lnTo>
                  <a:lnTo>
                    <a:pt x="3777" y="765"/>
                  </a:lnTo>
                  <a:lnTo>
                    <a:pt x="3485" y="562"/>
                  </a:lnTo>
                  <a:lnTo>
                    <a:pt x="3170" y="360"/>
                  </a:lnTo>
                  <a:lnTo>
                    <a:pt x="2856" y="203"/>
                  </a:lnTo>
                  <a:lnTo>
                    <a:pt x="2519" y="90"/>
                  </a:lnTo>
                  <a:lnTo>
                    <a:pt x="2181" y="23"/>
                  </a:lnTo>
                  <a:lnTo>
                    <a:pt x="1822"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p:nvPr/>
          </p:nvSpPr>
          <p:spPr>
            <a:xfrm>
              <a:off x="2284200" y="2534925"/>
              <a:ext cx="206275" cy="386650"/>
            </a:xfrm>
            <a:custGeom>
              <a:avLst/>
              <a:gdLst/>
              <a:ahLst/>
              <a:cxnLst/>
              <a:rect l="l" t="t" r="r" b="b"/>
              <a:pathLst>
                <a:path w="8251" h="15466" extrusionOk="0">
                  <a:moveTo>
                    <a:pt x="6273" y="0"/>
                  </a:moveTo>
                  <a:lnTo>
                    <a:pt x="6070" y="22"/>
                  </a:lnTo>
                  <a:lnTo>
                    <a:pt x="5868" y="67"/>
                  </a:lnTo>
                  <a:lnTo>
                    <a:pt x="5666" y="157"/>
                  </a:lnTo>
                  <a:lnTo>
                    <a:pt x="5441" y="247"/>
                  </a:lnTo>
                  <a:lnTo>
                    <a:pt x="5239" y="360"/>
                  </a:lnTo>
                  <a:lnTo>
                    <a:pt x="5036" y="495"/>
                  </a:lnTo>
                  <a:lnTo>
                    <a:pt x="4812" y="652"/>
                  </a:lnTo>
                  <a:lnTo>
                    <a:pt x="4384" y="1012"/>
                  </a:lnTo>
                  <a:lnTo>
                    <a:pt x="3980" y="1416"/>
                  </a:lnTo>
                  <a:lnTo>
                    <a:pt x="3575" y="1866"/>
                  </a:lnTo>
                  <a:lnTo>
                    <a:pt x="3193" y="2360"/>
                  </a:lnTo>
                  <a:lnTo>
                    <a:pt x="2811" y="2900"/>
                  </a:lnTo>
                  <a:lnTo>
                    <a:pt x="2474" y="3439"/>
                  </a:lnTo>
                  <a:lnTo>
                    <a:pt x="2137" y="3979"/>
                  </a:lnTo>
                  <a:lnTo>
                    <a:pt x="1844" y="4518"/>
                  </a:lnTo>
                  <a:lnTo>
                    <a:pt x="1575" y="5058"/>
                  </a:lnTo>
                  <a:lnTo>
                    <a:pt x="1350" y="5552"/>
                  </a:lnTo>
                  <a:lnTo>
                    <a:pt x="1170" y="5957"/>
                  </a:lnTo>
                  <a:lnTo>
                    <a:pt x="1013" y="6384"/>
                  </a:lnTo>
                  <a:lnTo>
                    <a:pt x="878" y="6789"/>
                  </a:lnTo>
                  <a:lnTo>
                    <a:pt x="743" y="7216"/>
                  </a:lnTo>
                  <a:lnTo>
                    <a:pt x="518" y="8070"/>
                  </a:lnTo>
                  <a:lnTo>
                    <a:pt x="361" y="8924"/>
                  </a:lnTo>
                  <a:lnTo>
                    <a:pt x="226" y="9756"/>
                  </a:lnTo>
                  <a:lnTo>
                    <a:pt x="113" y="10588"/>
                  </a:lnTo>
                  <a:lnTo>
                    <a:pt x="46" y="11374"/>
                  </a:lnTo>
                  <a:lnTo>
                    <a:pt x="23" y="12139"/>
                  </a:lnTo>
                  <a:lnTo>
                    <a:pt x="1" y="12836"/>
                  </a:lnTo>
                  <a:lnTo>
                    <a:pt x="1" y="13465"/>
                  </a:lnTo>
                  <a:lnTo>
                    <a:pt x="23" y="14521"/>
                  </a:lnTo>
                  <a:lnTo>
                    <a:pt x="68" y="15218"/>
                  </a:lnTo>
                  <a:lnTo>
                    <a:pt x="91" y="15466"/>
                  </a:lnTo>
                  <a:lnTo>
                    <a:pt x="675" y="15151"/>
                  </a:lnTo>
                  <a:lnTo>
                    <a:pt x="1215" y="14791"/>
                  </a:lnTo>
                  <a:lnTo>
                    <a:pt x="1754" y="14409"/>
                  </a:lnTo>
                  <a:lnTo>
                    <a:pt x="2271" y="14004"/>
                  </a:lnTo>
                  <a:lnTo>
                    <a:pt x="2766" y="13577"/>
                  </a:lnTo>
                  <a:lnTo>
                    <a:pt x="3260" y="13128"/>
                  </a:lnTo>
                  <a:lnTo>
                    <a:pt x="3710" y="12656"/>
                  </a:lnTo>
                  <a:lnTo>
                    <a:pt x="4160" y="12161"/>
                  </a:lnTo>
                  <a:lnTo>
                    <a:pt x="4564" y="11644"/>
                  </a:lnTo>
                  <a:lnTo>
                    <a:pt x="4969" y="11127"/>
                  </a:lnTo>
                  <a:lnTo>
                    <a:pt x="5351" y="10588"/>
                  </a:lnTo>
                  <a:lnTo>
                    <a:pt x="5711" y="10026"/>
                  </a:lnTo>
                  <a:lnTo>
                    <a:pt x="6048" y="9464"/>
                  </a:lnTo>
                  <a:lnTo>
                    <a:pt x="6363" y="8902"/>
                  </a:lnTo>
                  <a:lnTo>
                    <a:pt x="6677" y="8317"/>
                  </a:lnTo>
                  <a:lnTo>
                    <a:pt x="6947" y="7710"/>
                  </a:lnTo>
                  <a:lnTo>
                    <a:pt x="7239" y="6969"/>
                  </a:lnTo>
                  <a:lnTo>
                    <a:pt x="7576" y="6047"/>
                  </a:lnTo>
                  <a:lnTo>
                    <a:pt x="7734" y="5552"/>
                  </a:lnTo>
                  <a:lnTo>
                    <a:pt x="7891" y="5013"/>
                  </a:lnTo>
                  <a:lnTo>
                    <a:pt x="8026" y="4473"/>
                  </a:lnTo>
                  <a:lnTo>
                    <a:pt x="8138" y="3911"/>
                  </a:lnTo>
                  <a:lnTo>
                    <a:pt x="8206" y="3372"/>
                  </a:lnTo>
                  <a:lnTo>
                    <a:pt x="8251" y="2832"/>
                  </a:lnTo>
                  <a:lnTo>
                    <a:pt x="8228" y="2293"/>
                  </a:lnTo>
                  <a:lnTo>
                    <a:pt x="8206" y="2046"/>
                  </a:lnTo>
                  <a:lnTo>
                    <a:pt x="8161" y="1821"/>
                  </a:lnTo>
                  <a:lnTo>
                    <a:pt x="8116" y="1574"/>
                  </a:lnTo>
                  <a:lnTo>
                    <a:pt x="8048" y="1349"/>
                  </a:lnTo>
                  <a:lnTo>
                    <a:pt x="7959" y="1146"/>
                  </a:lnTo>
                  <a:lnTo>
                    <a:pt x="7869" y="944"/>
                  </a:lnTo>
                  <a:lnTo>
                    <a:pt x="7734" y="764"/>
                  </a:lnTo>
                  <a:lnTo>
                    <a:pt x="7599" y="584"/>
                  </a:lnTo>
                  <a:lnTo>
                    <a:pt x="7442" y="427"/>
                  </a:lnTo>
                  <a:lnTo>
                    <a:pt x="7262" y="292"/>
                  </a:lnTo>
                  <a:lnTo>
                    <a:pt x="7082" y="180"/>
                  </a:lnTo>
                  <a:lnTo>
                    <a:pt x="6880" y="90"/>
                  </a:lnTo>
                  <a:lnTo>
                    <a:pt x="6677" y="22"/>
                  </a:lnTo>
                  <a:lnTo>
                    <a:pt x="6497"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5"/>
            <p:cNvSpPr/>
            <p:nvPr/>
          </p:nvSpPr>
          <p:spPr>
            <a:xfrm>
              <a:off x="3574500" y="2647875"/>
              <a:ext cx="161875" cy="261900"/>
            </a:xfrm>
            <a:custGeom>
              <a:avLst/>
              <a:gdLst/>
              <a:ahLst/>
              <a:cxnLst/>
              <a:rect l="l" t="t" r="r" b="b"/>
              <a:pathLst>
                <a:path w="6475" h="10476" extrusionOk="0">
                  <a:moveTo>
                    <a:pt x="1642" y="0"/>
                  </a:moveTo>
                  <a:lnTo>
                    <a:pt x="1462" y="23"/>
                  </a:lnTo>
                  <a:lnTo>
                    <a:pt x="1282" y="68"/>
                  </a:lnTo>
                  <a:lnTo>
                    <a:pt x="1102" y="113"/>
                  </a:lnTo>
                  <a:lnTo>
                    <a:pt x="945" y="180"/>
                  </a:lnTo>
                  <a:lnTo>
                    <a:pt x="810" y="248"/>
                  </a:lnTo>
                  <a:lnTo>
                    <a:pt x="675" y="315"/>
                  </a:lnTo>
                  <a:lnTo>
                    <a:pt x="563" y="405"/>
                  </a:lnTo>
                  <a:lnTo>
                    <a:pt x="450" y="495"/>
                  </a:lnTo>
                  <a:lnTo>
                    <a:pt x="360" y="585"/>
                  </a:lnTo>
                  <a:lnTo>
                    <a:pt x="226" y="810"/>
                  </a:lnTo>
                  <a:lnTo>
                    <a:pt x="113" y="1057"/>
                  </a:lnTo>
                  <a:lnTo>
                    <a:pt x="46" y="1304"/>
                  </a:lnTo>
                  <a:lnTo>
                    <a:pt x="1" y="1596"/>
                  </a:lnTo>
                  <a:lnTo>
                    <a:pt x="1" y="1889"/>
                  </a:lnTo>
                  <a:lnTo>
                    <a:pt x="23" y="2181"/>
                  </a:lnTo>
                  <a:lnTo>
                    <a:pt x="68" y="2473"/>
                  </a:lnTo>
                  <a:lnTo>
                    <a:pt x="136" y="2765"/>
                  </a:lnTo>
                  <a:lnTo>
                    <a:pt x="226" y="3057"/>
                  </a:lnTo>
                  <a:lnTo>
                    <a:pt x="405" y="3619"/>
                  </a:lnTo>
                  <a:lnTo>
                    <a:pt x="585" y="4114"/>
                  </a:lnTo>
                  <a:lnTo>
                    <a:pt x="810" y="4564"/>
                  </a:lnTo>
                  <a:lnTo>
                    <a:pt x="1057" y="5036"/>
                  </a:lnTo>
                  <a:lnTo>
                    <a:pt x="1327" y="5485"/>
                  </a:lnTo>
                  <a:lnTo>
                    <a:pt x="1619" y="5935"/>
                  </a:lnTo>
                  <a:lnTo>
                    <a:pt x="1956" y="6384"/>
                  </a:lnTo>
                  <a:lnTo>
                    <a:pt x="2294" y="6811"/>
                  </a:lnTo>
                  <a:lnTo>
                    <a:pt x="2676" y="7239"/>
                  </a:lnTo>
                  <a:lnTo>
                    <a:pt x="3058" y="7666"/>
                  </a:lnTo>
                  <a:lnTo>
                    <a:pt x="3440" y="8070"/>
                  </a:lnTo>
                  <a:lnTo>
                    <a:pt x="3845" y="8475"/>
                  </a:lnTo>
                  <a:lnTo>
                    <a:pt x="4249" y="8857"/>
                  </a:lnTo>
                  <a:lnTo>
                    <a:pt x="4676" y="9217"/>
                  </a:lnTo>
                  <a:lnTo>
                    <a:pt x="5081" y="9576"/>
                  </a:lnTo>
                  <a:lnTo>
                    <a:pt x="5486" y="9891"/>
                  </a:lnTo>
                  <a:lnTo>
                    <a:pt x="6295" y="10476"/>
                  </a:lnTo>
                  <a:lnTo>
                    <a:pt x="6317" y="10386"/>
                  </a:lnTo>
                  <a:lnTo>
                    <a:pt x="6385" y="10071"/>
                  </a:lnTo>
                  <a:lnTo>
                    <a:pt x="6430" y="9824"/>
                  </a:lnTo>
                  <a:lnTo>
                    <a:pt x="6452" y="9531"/>
                  </a:lnTo>
                  <a:lnTo>
                    <a:pt x="6475" y="9172"/>
                  </a:lnTo>
                  <a:lnTo>
                    <a:pt x="6475" y="8767"/>
                  </a:lnTo>
                  <a:lnTo>
                    <a:pt x="6452" y="8295"/>
                  </a:lnTo>
                  <a:lnTo>
                    <a:pt x="6407" y="7733"/>
                  </a:lnTo>
                  <a:lnTo>
                    <a:pt x="6340" y="7126"/>
                  </a:lnTo>
                  <a:lnTo>
                    <a:pt x="6227" y="6452"/>
                  </a:lnTo>
                  <a:lnTo>
                    <a:pt x="6070" y="5710"/>
                  </a:lnTo>
                  <a:lnTo>
                    <a:pt x="5890" y="4901"/>
                  </a:lnTo>
                  <a:lnTo>
                    <a:pt x="5643" y="4024"/>
                  </a:lnTo>
                  <a:lnTo>
                    <a:pt x="5351" y="3080"/>
                  </a:lnTo>
                  <a:lnTo>
                    <a:pt x="5261" y="2765"/>
                  </a:lnTo>
                  <a:lnTo>
                    <a:pt x="5104" y="2473"/>
                  </a:lnTo>
                  <a:lnTo>
                    <a:pt x="4946" y="2158"/>
                  </a:lnTo>
                  <a:lnTo>
                    <a:pt x="4766" y="1866"/>
                  </a:lnTo>
                  <a:lnTo>
                    <a:pt x="4542" y="1574"/>
                  </a:lnTo>
                  <a:lnTo>
                    <a:pt x="4317" y="1282"/>
                  </a:lnTo>
                  <a:lnTo>
                    <a:pt x="4047" y="1012"/>
                  </a:lnTo>
                  <a:lnTo>
                    <a:pt x="3777" y="787"/>
                  </a:lnTo>
                  <a:lnTo>
                    <a:pt x="3485" y="562"/>
                  </a:lnTo>
                  <a:lnTo>
                    <a:pt x="3170" y="360"/>
                  </a:lnTo>
                  <a:lnTo>
                    <a:pt x="2856" y="225"/>
                  </a:lnTo>
                  <a:lnTo>
                    <a:pt x="2518" y="90"/>
                  </a:lnTo>
                  <a:lnTo>
                    <a:pt x="2181" y="23"/>
                  </a:lnTo>
                  <a:lnTo>
                    <a:pt x="1822"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5"/>
            <p:cNvSpPr/>
            <p:nvPr/>
          </p:nvSpPr>
          <p:spPr>
            <a:xfrm>
              <a:off x="3745900" y="2523100"/>
              <a:ext cx="205725" cy="386675"/>
            </a:xfrm>
            <a:custGeom>
              <a:avLst/>
              <a:gdLst/>
              <a:ahLst/>
              <a:cxnLst/>
              <a:rect l="l" t="t" r="r" b="b"/>
              <a:pathLst>
                <a:path w="8229" h="15467" extrusionOk="0">
                  <a:moveTo>
                    <a:pt x="6273" y="1"/>
                  </a:moveTo>
                  <a:lnTo>
                    <a:pt x="6070" y="23"/>
                  </a:lnTo>
                  <a:lnTo>
                    <a:pt x="5868" y="91"/>
                  </a:lnTo>
                  <a:lnTo>
                    <a:pt x="5643" y="158"/>
                  </a:lnTo>
                  <a:lnTo>
                    <a:pt x="5441" y="248"/>
                  </a:lnTo>
                  <a:lnTo>
                    <a:pt x="5239" y="361"/>
                  </a:lnTo>
                  <a:lnTo>
                    <a:pt x="5014" y="495"/>
                  </a:lnTo>
                  <a:lnTo>
                    <a:pt x="4811" y="653"/>
                  </a:lnTo>
                  <a:lnTo>
                    <a:pt x="4384" y="1013"/>
                  </a:lnTo>
                  <a:lnTo>
                    <a:pt x="3980" y="1417"/>
                  </a:lnTo>
                  <a:lnTo>
                    <a:pt x="3575" y="1867"/>
                  </a:lnTo>
                  <a:lnTo>
                    <a:pt x="3193" y="2384"/>
                  </a:lnTo>
                  <a:lnTo>
                    <a:pt x="2811" y="2901"/>
                  </a:lnTo>
                  <a:lnTo>
                    <a:pt x="2451" y="3440"/>
                  </a:lnTo>
                  <a:lnTo>
                    <a:pt x="2136" y="3980"/>
                  </a:lnTo>
                  <a:lnTo>
                    <a:pt x="1844" y="4519"/>
                  </a:lnTo>
                  <a:lnTo>
                    <a:pt x="1574" y="5059"/>
                  </a:lnTo>
                  <a:lnTo>
                    <a:pt x="1327" y="5553"/>
                  </a:lnTo>
                  <a:lnTo>
                    <a:pt x="1170" y="5958"/>
                  </a:lnTo>
                  <a:lnTo>
                    <a:pt x="1012" y="6385"/>
                  </a:lnTo>
                  <a:lnTo>
                    <a:pt x="878" y="6790"/>
                  </a:lnTo>
                  <a:lnTo>
                    <a:pt x="743" y="7217"/>
                  </a:lnTo>
                  <a:lnTo>
                    <a:pt x="518" y="8071"/>
                  </a:lnTo>
                  <a:lnTo>
                    <a:pt x="338" y="8925"/>
                  </a:lnTo>
                  <a:lnTo>
                    <a:pt x="226" y="9757"/>
                  </a:lnTo>
                  <a:lnTo>
                    <a:pt x="113" y="10589"/>
                  </a:lnTo>
                  <a:lnTo>
                    <a:pt x="46" y="11375"/>
                  </a:lnTo>
                  <a:lnTo>
                    <a:pt x="1" y="12140"/>
                  </a:lnTo>
                  <a:lnTo>
                    <a:pt x="1" y="12837"/>
                  </a:lnTo>
                  <a:lnTo>
                    <a:pt x="1" y="13466"/>
                  </a:lnTo>
                  <a:lnTo>
                    <a:pt x="23" y="14522"/>
                  </a:lnTo>
                  <a:lnTo>
                    <a:pt x="68" y="15219"/>
                  </a:lnTo>
                  <a:lnTo>
                    <a:pt x="91" y="15467"/>
                  </a:lnTo>
                  <a:lnTo>
                    <a:pt x="675" y="15152"/>
                  </a:lnTo>
                  <a:lnTo>
                    <a:pt x="1215" y="14792"/>
                  </a:lnTo>
                  <a:lnTo>
                    <a:pt x="1754" y="14410"/>
                  </a:lnTo>
                  <a:lnTo>
                    <a:pt x="2271" y="14005"/>
                  </a:lnTo>
                  <a:lnTo>
                    <a:pt x="2766" y="13578"/>
                  </a:lnTo>
                  <a:lnTo>
                    <a:pt x="3238" y="13129"/>
                  </a:lnTo>
                  <a:lnTo>
                    <a:pt x="3710" y="12657"/>
                  </a:lnTo>
                  <a:lnTo>
                    <a:pt x="4137" y="12162"/>
                  </a:lnTo>
                  <a:lnTo>
                    <a:pt x="4564" y="11645"/>
                  </a:lnTo>
                  <a:lnTo>
                    <a:pt x="4969" y="11128"/>
                  </a:lnTo>
                  <a:lnTo>
                    <a:pt x="5351" y="10589"/>
                  </a:lnTo>
                  <a:lnTo>
                    <a:pt x="5711" y="10049"/>
                  </a:lnTo>
                  <a:lnTo>
                    <a:pt x="6048" y="9465"/>
                  </a:lnTo>
                  <a:lnTo>
                    <a:pt x="6362" y="8903"/>
                  </a:lnTo>
                  <a:lnTo>
                    <a:pt x="6655" y="8318"/>
                  </a:lnTo>
                  <a:lnTo>
                    <a:pt x="6947" y="7711"/>
                  </a:lnTo>
                  <a:lnTo>
                    <a:pt x="7239" y="6969"/>
                  </a:lnTo>
                  <a:lnTo>
                    <a:pt x="7576" y="6048"/>
                  </a:lnTo>
                  <a:lnTo>
                    <a:pt x="7734" y="5553"/>
                  </a:lnTo>
                  <a:lnTo>
                    <a:pt x="7891" y="5014"/>
                  </a:lnTo>
                  <a:lnTo>
                    <a:pt x="8026" y="4474"/>
                  </a:lnTo>
                  <a:lnTo>
                    <a:pt x="8116" y="3912"/>
                  </a:lnTo>
                  <a:lnTo>
                    <a:pt x="8206" y="3373"/>
                  </a:lnTo>
                  <a:lnTo>
                    <a:pt x="8228" y="2833"/>
                  </a:lnTo>
                  <a:lnTo>
                    <a:pt x="8228" y="2316"/>
                  </a:lnTo>
                  <a:lnTo>
                    <a:pt x="8206" y="2069"/>
                  </a:lnTo>
                  <a:lnTo>
                    <a:pt x="8161" y="1822"/>
                  </a:lnTo>
                  <a:lnTo>
                    <a:pt x="8116" y="1574"/>
                  </a:lnTo>
                  <a:lnTo>
                    <a:pt x="8048" y="1372"/>
                  </a:lnTo>
                  <a:lnTo>
                    <a:pt x="7958" y="1147"/>
                  </a:lnTo>
                  <a:lnTo>
                    <a:pt x="7846" y="945"/>
                  </a:lnTo>
                  <a:lnTo>
                    <a:pt x="7734" y="765"/>
                  </a:lnTo>
                  <a:lnTo>
                    <a:pt x="7599" y="585"/>
                  </a:lnTo>
                  <a:lnTo>
                    <a:pt x="7441" y="428"/>
                  </a:lnTo>
                  <a:lnTo>
                    <a:pt x="7262" y="293"/>
                  </a:lnTo>
                  <a:lnTo>
                    <a:pt x="7082" y="181"/>
                  </a:lnTo>
                  <a:lnTo>
                    <a:pt x="6879" y="91"/>
                  </a:lnTo>
                  <a:lnTo>
                    <a:pt x="6677" y="23"/>
                  </a:lnTo>
                  <a:lnTo>
                    <a:pt x="6475"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5"/>
            <p:cNvSpPr/>
            <p:nvPr/>
          </p:nvSpPr>
          <p:spPr>
            <a:xfrm>
              <a:off x="5221650" y="2644500"/>
              <a:ext cx="161325" cy="261900"/>
            </a:xfrm>
            <a:custGeom>
              <a:avLst/>
              <a:gdLst/>
              <a:ahLst/>
              <a:cxnLst/>
              <a:rect l="l" t="t" r="r" b="b"/>
              <a:pathLst>
                <a:path w="6453" h="10476" extrusionOk="0">
                  <a:moveTo>
                    <a:pt x="4631" y="0"/>
                  </a:moveTo>
                  <a:lnTo>
                    <a:pt x="4294" y="23"/>
                  </a:lnTo>
                  <a:lnTo>
                    <a:pt x="3957" y="90"/>
                  </a:lnTo>
                  <a:lnTo>
                    <a:pt x="3620" y="203"/>
                  </a:lnTo>
                  <a:lnTo>
                    <a:pt x="3305" y="360"/>
                  </a:lnTo>
                  <a:lnTo>
                    <a:pt x="2990" y="562"/>
                  </a:lnTo>
                  <a:lnTo>
                    <a:pt x="2698" y="765"/>
                  </a:lnTo>
                  <a:lnTo>
                    <a:pt x="2429" y="1012"/>
                  </a:lnTo>
                  <a:lnTo>
                    <a:pt x="2159" y="1282"/>
                  </a:lnTo>
                  <a:lnTo>
                    <a:pt x="1934" y="1574"/>
                  </a:lnTo>
                  <a:lnTo>
                    <a:pt x="1709" y="1866"/>
                  </a:lnTo>
                  <a:lnTo>
                    <a:pt x="1529" y="2158"/>
                  </a:lnTo>
                  <a:lnTo>
                    <a:pt x="1350" y="2473"/>
                  </a:lnTo>
                  <a:lnTo>
                    <a:pt x="1215" y="2765"/>
                  </a:lnTo>
                  <a:lnTo>
                    <a:pt x="1102" y="3058"/>
                  </a:lnTo>
                  <a:lnTo>
                    <a:pt x="810" y="4024"/>
                  </a:lnTo>
                  <a:lnTo>
                    <a:pt x="585" y="4901"/>
                  </a:lnTo>
                  <a:lnTo>
                    <a:pt x="383" y="5710"/>
                  </a:lnTo>
                  <a:lnTo>
                    <a:pt x="248" y="6452"/>
                  </a:lnTo>
                  <a:lnTo>
                    <a:pt x="136" y="7126"/>
                  </a:lnTo>
                  <a:lnTo>
                    <a:pt x="68" y="7733"/>
                  </a:lnTo>
                  <a:lnTo>
                    <a:pt x="23" y="8273"/>
                  </a:lnTo>
                  <a:lnTo>
                    <a:pt x="1" y="8767"/>
                  </a:lnTo>
                  <a:lnTo>
                    <a:pt x="1" y="9172"/>
                  </a:lnTo>
                  <a:lnTo>
                    <a:pt x="23" y="9532"/>
                  </a:lnTo>
                  <a:lnTo>
                    <a:pt x="46" y="9824"/>
                  </a:lnTo>
                  <a:lnTo>
                    <a:pt x="68" y="10071"/>
                  </a:lnTo>
                  <a:lnTo>
                    <a:pt x="136" y="10386"/>
                  </a:lnTo>
                  <a:lnTo>
                    <a:pt x="181" y="10476"/>
                  </a:lnTo>
                  <a:lnTo>
                    <a:pt x="967" y="9891"/>
                  </a:lnTo>
                  <a:lnTo>
                    <a:pt x="1394" y="9554"/>
                  </a:lnTo>
                  <a:lnTo>
                    <a:pt x="1799" y="9217"/>
                  </a:lnTo>
                  <a:lnTo>
                    <a:pt x="2204" y="8857"/>
                  </a:lnTo>
                  <a:lnTo>
                    <a:pt x="2631" y="8475"/>
                  </a:lnTo>
                  <a:lnTo>
                    <a:pt x="3013" y="8070"/>
                  </a:lnTo>
                  <a:lnTo>
                    <a:pt x="3418" y="7666"/>
                  </a:lnTo>
                  <a:lnTo>
                    <a:pt x="3800" y="7239"/>
                  </a:lnTo>
                  <a:lnTo>
                    <a:pt x="4159" y="6812"/>
                  </a:lnTo>
                  <a:lnTo>
                    <a:pt x="4519" y="6362"/>
                  </a:lnTo>
                  <a:lnTo>
                    <a:pt x="4834" y="5935"/>
                  </a:lnTo>
                  <a:lnTo>
                    <a:pt x="5148" y="5485"/>
                  </a:lnTo>
                  <a:lnTo>
                    <a:pt x="5418" y="5013"/>
                  </a:lnTo>
                  <a:lnTo>
                    <a:pt x="5665" y="4564"/>
                  </a:lnTo>
                  <a:lnTo>
                    <a:pt x="5868" y="4114"/>
                  </a:lnTo>
                  <a:lnTo>
                    <a:pt x="6070" y="3620"/>
                  </a:lnTo>
                  <a:lnTo>
                    <a:pt x="6250" y="3058"/>
                  </a:lnTo>
                  <a:lnTo>
                    <a:pt x="6340" y="2765"/>
                  </a:lnTo>
                  <a:lnTo>
                    <a:pt x="6385" y="2473"/>
                  </a:lnTo>
                  <a:lnTo>
                    <a:pt x="6430" y="2158"/>
                  </a:lnTo>
                  <a:lnTo>
                    <a:pt x="6452" y="1866"/>
                  </a:lnTo>
                  <a:lnTo>
                    <a:pt x="6452" y="1574"/>
                  </a:lnTo>
                  <a:lnTo>
                    <a:pt x="6430" y="1304"/>
                  </a:lnTo>
                  <a:lnTo>
                    <a:pt x="6362" y="1034"/>
                  </a:lnTo>
                  <a:lnTo>
                    <a:pt x="6250" y="810"/>
                  </a:lnTo>
                  <a:lnTo>
                    <a:pt x="6093" y="585"/>
                  </a:lnTo>
                  <a:lnTo>
                    <a:pt x="6003" y="495"/>
                  </a:lnTo>
                  <a:lnTo>
                    <a:pt x="5913" y="383"/>
                  </a:lnTo>
                  <a:lnTo>
                    <a:pt x="5800" y="315"/>
                  </a:lnTo>
                  <a:lnTo>
                    <a:pt x="5665" y="225"/>
                  </a:lnTo>
                  <a:lnTo>
                    <a:pt x="5508" y="158"/>
                  </a:lnTo>
                  <a:lnTo>
                    <a:pt x="5351" y="113"/>
                  </a:lnTo>
                  <a:lnTo>
                    <a:pt x="5171" y="68"/>
                  </a:lnTo>
                  <a:lnTo>
                    <a:pt x="4991" y="23"/>
                  </a:lnTo>
                  <a:lnTo>
                    <a:pt x="4811" y="0"/>
                  </a:lnTo>
                  <a:close/>
                </a:path>
              </a:pathLst>
            </a:custGeom>
            <a:solidFill>
              <a:srgbClr val="A6CC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15"/>
            <p:cNvSpPr/>
            <p:nvPr/>
          </p:nvSpPr>
          <p:spPr>
            <a:xfrm>
              <a:off x="5005850" y="2519750"/>
              <a:ext cx="206275" cy="386650"/>
            </a:xfrm>
            <a:custGeom>
              <a:avLst/>
              <a:gdLst/>
              <a:ahLst/>
              <a:cxnLst/>
              <a:rect l="l" t="t" r="r" b="b"/>
              <a:pathLst>
                <a:path w="8251" h="15466" extrusionOk="0">
                  <a:moveTo>
                    <a:pt x="1754" y="0"/>
                  </a:moveTo>
                  <a:lnTo>
                    <a:pt x="1552" y="23"/>
                  </a:lnTo>
                  <a:lnTo>
                    <a:pt x="1372" y="90"/>
                  </a:lnTo>
                  <a:lnTo>
                    <a:pt x="1170" y="180"/>
                  </a:lnTo>
                  <a:lnTo>
                    <a:pt x="990" y="292"/>
                  </a:lnTo>
                  <a:lnTo>
                    <a:pt x="810" y="427"/>
                  </a:lnTo>
                  <a:lnTo>
                    <a:pt x="653" y="585"/>
                  </a:lnTo>
                  <a:lnTo>
                    <a:pt x="518" y="764"/>
                  </a:lnTo>
                  <a:lnTo>
                    <a:pt x="383" y="944"/>
                  </a:lnTo>
                  <a:lnTo>
                    <a:pt x="293" y="1147"/>
                  </a:lnTo>
                  <a:lnTo>
                    <a:pt x="203" y="1349"/>
                  </a:lnTo>
                  <a:lnTo>
                    <a:pt x="136" y="1574"/>
                  </a:lnTo>
                  <a:lnTo>
                    <a:pt x="91" y="1821"/>
                  </a:lnTo>
                  <a:lnTo>
                    <a:pt x="46" y="2046"/>
                  </a:lnTo>
                  <a:lnTo>
                    <a:pt x="23" y="2293"/>
                  </a:lnTo>
                  <a:lnTo>
                    <a:pt x="1" y="2832"/>
                  </a:lnTo>
                  <a:lnTo>
                    <a:pt x="46" y="3349"/>
                  </a:lnTo>
                  <a:lnTo>
                    <a:pt x="113" y="3911"/>
                  </a:lnTo>
                  <a:lnTo>
                    <a:pt x="226" y="4451"/>
                  </a:lnTo>
                  <a:lnTo>
                    <a:pt x="361" y="5013"/>
                  </a:lnTo>
                  <a:lnTo>
                    <a:pt x="495" y="5530"/>
                  </a:lnTo>
                  <a:lnTo>
                    <a:pt x="675" y="6047"/>
                  </a:lnTo>
                  <a:lnTo>
                    <a:pt x="1012" y="6969"/>
                  </a:lnTo>
                  <a:lnTo>
                    <a:pt x="1305" y="7710"/>
                  </a:lnTo>
                  <a:lnTo>
                    <a:pt x="1574" y="8295"/>
                  </a:lnTo>
                  <a:lnTo>
                    <a:pt x="1889" y="8902"/>
                  </a:lnTo>
                  <a:lnTo>
                    <a:pt x="2204" y="9464"/>
                  </a:lnTo>
                  <a:lnTo>
                    <a:pt x="2541" y="10026"/>
                  </a:lnTo>
                  <a:lnTo>
                    <a:pt x="2901" y="10588"/>
                  </a:lnTo>
                  <a:lnTo>
                    <a:pt x="3283" y="11127"/>
                  </a:lnTo>
                  <a:lnTo>
                    <a:pt x="3687" y="11644"/>
                  </a:lnTo>
                  <a:lnTo>
                    <a:pt x="4092" y="12161"/>
                  </a:lnTo>
                  <a:lnTo>
                    <a:pt x="4542" y="12656"/>
                  </a:lnTo>
                  <a:lnTo>
                    <a:pt x="4991" y="13105"/>
                  </a:lnTo>
                  <a:lnTo>
                    <a:pt x="5486" y="13555"/>
                  </a:lnTo>
                  <a:lnTo>
                    <a:pt x="5980" y="14005"/>
                  </a:lnTo>
                  <a:lnTo>
                    <a:pt x="6497" y="14409"/>
                  </a:lnTo>
                  <a:lnTo>
                    <a:pt x="7037" y="14791"/>
                  </a:lnTo>
                  <a:lnTo>
                    <a:pt x="7576" y="15128"/>
                  </a:lnTo>
                  <a:lnTo>
                    <a:pt x="8138" y="15466"/>
                  </a:lnTo>
                  <a:lnTo>
                    <a:pt x="8183" y="15218"/>
                  </a:lnTo>
                  <a:lnTo>
                    <a:pt x="8228" y="14522"/>
                  </a:lnTo>
                  <a:lnTo>
                    <a:pt x="8251" y="13465"/>
                  </a:lnTo>
                  <a:lnTo>
                    <a:pt x="8251" y="12836"/>
                  </a:lnTo>
                  <a:lnTo>
                    <a:pt x="8228" y="12116"/>
                  </a:lnTo>
                  <a:lnTo>
                    <a:pt x="8183" y="11374"/>
                  </a:lnTo>
                  <a:lnTo>
                    <a:pt x="8138" y="10588"/>
                  </a:lnTo>
                  <a:lnTo>
                    <a:pt x="8026" y="9756"/>
                  </a:lnTo>
                  <a:lnTo>
                    <a:pt x="7891" y="8924"/>
                  </a:lnTo>
                  <a:lnTo>
                    <a:pt x="7711" y="8070"/>
                  </a:lnTo>
                  <a:lnTo>
                    <a:pt x="7509" y="7216"/>
                  </a:lnTo>
                  <a:lnTo>
                    <a:pt x="7374" y="6789"/>
                  </a:lnTo>
                  <a:lnTo>
                    <a:pt x="7239" y="6384"/>
                  </a:lnTo>
                  <a:lnTo>
                    <a:pt x="7082" y="5957"/>
                  </a:lnTo>
                  <a:lnTo>
                    <a:pt x="6902" y="5552"/>
                  </a:lnTo>
                  <a:lnTo>
                    <a:pt x="6677" y="5058"/>
                  </a:lnTo>
                  <a:lnTo>
                    <a:pt x="6407" y="4518"/>
                  </a:lnTo>
                  <a:lnTo>
                    <a:pt x="6115" y="3979"/>
                  </a:lnTo>
                  <a:lnTo>
                    <a:pt x="5778" y="3439"/>
                  </a:lnTo>
                  <a:lnTo>
                    <a:pt x="5441" y="2900"/>
                  </a:lnTo>
                  <a:lnTo>
                    <a:pt x="5059" y="2360"/>
                  </a:lnTo>
                  <a:lnTo>
                    <a:pt x="4676" y="1866"/>
                  </a:lnTo>
                  <a:lnTo>
                    <a:pt x="4272" y="1416"/>
                  </a:lnTo>
                  <a:lnTo>
                    <a:pt x="3845" y="989"/>
                  </a:lnTo>
                  <a:lnTo>
                    <a:pt x="3440" y="652"/>
                  </a:lnTo>
                  <a:lnTo>
                    <a:pt x="3215" y="495"/>
                  </a:lnTo>
                  <a:lnTo>
                    <a:pt x="3013" y="360"/>
                  </a:lnTo>
                  <a:lnTo>
                    <a:pt x="2811" y="247"/>
                  </a:lnTo>
                  <a:lnTo>
                    <a:pt x="2586" y="157"/>
                  </a:lnTo>
                  <a:lnTo>
                    <a:pt x="2384" y="68"/>
                  </a:lnTo>
                  <a:lnTo>
                    <a:pt x="2181" y="23"/>
                  </a:lnTo>
                  <a:lnTo>
                    <a:pt x="1957" y="0"/>
                  </a:lnTo>
                  <a:close/>
                </a:path>
              </a:pathLst>
            </a:custGeom>
            <a:solidFill>
              <a:srgbClr val="A6CC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5"/>
            <p:cNvSpPr/>
            <p:nvPr/>
          </p:nvSpPr>
          <p:spPr>
            <a:xfrm>
              <a:off x="5986500" y="2661925"/>
              <a:ext cx="161325" cy="261900"/>
            </a:xfrm>
            <a:custGeom>
              <a:avLst/>
              <a:gdLst/>
              <a:ahLst/>
              <a:cxnLst/>
              <a:rect l="l" t="t" r="r" b="b"/>
              <a:pathLst>
                <a:path w="6453" h="10476" extrusionOk="0">
                  <a:moveTo>
                    <a:pt x="4631" y="0"/>
                  </a:moveTo>
                  <a:lnTo>
                    <a:pt x="4294" y="23"/>
                  </a:lnTo>
                  <a:lnTo>
                    <a:pt x="3957" y="113"/>
                  </a:lnTo>
                  <a:lnTo>
                    <a:pt x="3620" y="225"/>
                  </a:lnTo>
                  <a:lnTo>
                    <a:pt x="3305" y="382"/>
                  </a:lnTo>
                  <a:lnTo>
                    <a:pt x="2990" y="562"/>
                  </a:lnTo>
                  <a:lnTo>
                    <a:pt x="2698" y="787"/>
                  </a:lnTo>
                  <a:lnTo>
                    <a:pt x="2428" y="1012"/>
                  </a:lnTo>
                  <a:lnTo>
                    <a:pt x="2159" y="1282"/>
                  </a:lnTo>
                  <a:lnTo>
                    <a:pt x="1934" y="1574"/>
                  </a:lnTo>
                  <a:lnTo>
                    <a:pt x="1709" y="1866"/>
                  </a:lnTo>
                  <a:lnTo>
                    <a:pt x="1529" y="2158"/>
                  </a:lnTo>
                  <a:lnTo>
                    <a:pt x="1349" y="2473"/>
                  </a:lnTo>
                  <a:lnTo>
                    <a:pt x="1215" y="2765"/>
                  </a:lnTo>
                  <a:lnTo>
                    <a:pt x="1102" y="3080"/>
                  </a:lnTo>
                  <a:lnTo>
                    <a:pt x="810" y="4024"/>
                  </a:lnTo>
                  <a:lnTo>
                    <a:pt x="585" y="4901"/>
                  </a:lnTo>
                  <a:lnTo>
                    <a:pt x="383" y="5710"/>
                  </a:lnTo>
                  <a:lnTo>
                    <a:pt x="248" y="6452"/>
                  </a:lnTo>
                  <a:lnTo>
                    <a:pt x="136" y="7126"/>
                  </a:lnTo>
                  <a:lnTo>
                    <a:pt x="68" y="7733"/>
                  </a:lnTo>
                  <a:lnTo>
                    <a:pt x="23" y="8295"/>
                  </a:lnTo>
                  <a:lnTo>
                    <a:pt x="1" y="8767"/>
                  </a:lnTo>
                  <a:lnTo>
                    <a:pt x="1" y="9172"/>
                  </a:lnTo>
                  <a:lnTo>
                    <a:pt x="23" y="9531"/>
                  </a:lnTo>
                  <a:lnTo>
                    <a:pt x="46" y="9846"/>
                  </a:lnTo>
                  <a:lnTo>
                    <a:pt x="68" y="10071"/>
                  </a:lnTo>
                  <a:lnTo>
                    <a:pt x="136" y="10386"/>
                  </a:lnTo>
                  <a:lnTo>
                    <a:pt x="181" y="10476"/>
                  </a:lnTo>
                  <a:lnTo>
                    <a:pt x="967" y="9891"/>
                  </a:lnTo>
                  <a:lnTo>
                    <a:pt x="1394" y="9576"/>
                  </a:lnTo>
                  <a:lnTo>
                    <a:pt x="1799" y="9217"/>
                  </a:lnTo>
                  <a:lnTo>
                    <a:pt x="2204" y="8857"/>
                  </a:lnTo>
                  <a:lnTo>
                    <a:pt x="2631" y="8475"/>
                  </a:lnTo>
                  <a:lnTo>
                    <a:pt x="3013" y="8070"/>
                  </a:lnTo>
                  <a:lnTo>
                    <a:pt x="3418" y="7666"/>
                  </a:lnTo>
                  <a:lnTo>
                    <a:pt x="3800" y="7239"/>
                  </a:lnTo>
                  <a:lnTo>
                    <a:pt x="4159" y="6811"/>
                  </a:lnTo>
                  <a:lnTo>
                    <a:pt x="4519" y="6384"/>
                  </a:lnTo>
                  <a:lnTo>
                    <a:pt x="4834" y="5935"/>
                  </a:lnTo>
                  <a:lnTo>
                    <a:pt x="5148" y="5485"/>
                  </a:lnTo>
                  <a:lnTo>
                    <a:pt x="5418" y="5036"/>
                  </a:lnTo>
                  <a:lnTo>
                    <a:pt x="5665" y="4564"/>
                  </a:lnTo>
                  <a:lnTo>
                    <a:pt x="5868" y="4114"/>
                  </a:lnTo>
                  <a:lnTo>
                    <a:pt x="6070" y="3619"/>
                  </a:lnTo>
                  <a:lnTo>
                    <a:pt x="6250" y="3080"/>
                  </a:lnTo>
                  <a:lnTo>
                    <a:pt x="6340" y="2765"/>
                  </a:lnTo>
                  <a:lnTo>
                    <a:pt x="6385" y="2473"/>
                  </a:lnTo>
                  <a:lnTo>
                    <a:pt x="6430" y="2181"/>
                  </a:lnTo>
                  <a:lnTo>
                    <a:pt x="6452" y="1889"/>
                  </a:lnTo>
                  <a:lnTo>
                    <a:pt x="6452" y="1596"/>
                  </a:lnTo>
                  <a:lnTo>
                    <a:pt x="6430" y="1304"/>
                  </a:lnTo>
                  <a:lnTo>
                    <a:pt x="6362" y="1057"/>
                  </a:lnTo>
                  <a:lnTo>
                    <a:pt x="6250" y="810"/>
                  </a:lnTo>
                  <a:lnTo>
                    <a:pt x="6093" y="585"/>
                  </a:lnTo>
                  <a:lnTo>
                    <a:pt x="6003" y="495"/>
                  </a:lnTo>
                  <a:lnTo>
                    <a:pt x="5913" y="405"/>
                  </a:lnTo>
                  <a:lnTo>
                    <a:pt x="5800" y="315"/>
                  </a:lnTo>
                  <a:lnTo>
                    <a:pt x="5665" y="248"/>
                  </a:lnTo>
                  <a:lnTo>
                    <a:pt x="5508" y="180"/>
                  </a:lnTo>
                  <a:lnTo>
                    <a:pt x="5351" y="113"/>
                  </a:lnTo>
                  <a:lnTo>
                    <a:pt x="5171" y="68"/>
                  </a:lnTo>
                  <a:lnTo>
                    <a:pt x="4991" y="23"/>
                  </a:lnTo>
                  <a:lnTo>
                    <a:pt x="4811" y="23"/>
                  </a:lnTo>
                  <a:lnTo>
                    <a:pt x="4631"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5"/>
            <p:cNvSpPr/>
            <p:nvPr/>
          </p:nvSpPr>
          <p:spPr>
            <a:xfrm>
              <a:off x="5770700" y="2537150"/>
              <a:ext cx="206275" cy="386675"/>
            </a:xfrm>
            <a:custGeom>
              <a:avLst/>
              <a:gdLst/>
              <a:ahLst/>
              <a:cxnLst/>
              <a:rect l="l" t="t" r="r" b="b"/>
              <a:pathLst>
                <a:path w="8251" h="15467" extrusionOk="0">
                  <a:moveTo>
                    <a:pt x="1754" y="1"/>
                  </a:moveTo>
                  <a:lnTo>
                    <a:pt x="1552" y="46"/>
                  </a:lnTo>
                  <a:lnTo>
                    <a:pt x="1372" y="91"/>
                  </a:lnTo>
                  <a:lnTo>
                    <a:pt x="1170" y="181"/>
                  </a:lnTo>
                  <a:lnTo>
                    <a:pt x="990" y="293"/>
                  </a:lnTo>
                  <a:lnTo>
                    <a:pt x="810" y="428"/>
                  </a:lnTo>
                  <a:lnTo>
                    <a:pt x="653" y="585"/>
                  </a:lnTo>
                  <a:lnTo>
                    <a:pt x="518" y="765"/>
                  </a:lnTo>
                  <a:lnTo>
                    <a:pt x="383" y="945"/>
                  </a:lnTo>
                  <a:lnTo>
                    <a:pt x="293" y="1147"/>
                  </a:lnTo>
                  <a:lnTo>
                    <a:pt x="203" y="1372"/>
                  </a:lnTo>
                  <a:lnTo>
                    <a:pt x="136" y="1574"/>
                  </a:lnTo>
                  <a:lnTo>
                    <a:pt x="91" y="1822"/>
                  </a:lnTo>
                  <a:lnTo>
                    <a:pt x="46" y="2069"/>
                  </a:lnTo>
                  <a:lnTo>
                    <a:pt x="23" y="2316"/>
                  </a:lnTo>
                  <a:lnTo>
                    <a:pt x="1" y="2833"/>
                  </a:lnTo>
                  <a:lnTo>
                    <a:pt x="46" y="3373"/>
                  </a:lnTo>
                  <a:lnTo>
                    <a:pt x="113" y="3912"/>
                  </a:lnTo>
                  <a:lnTo>
                    <a:pt x="226" y="4474"/>
                  </a:lnTo>
                  <a:lnTo>
                    <a:pt x="360" y="5014"/>
                  </a:lnTo>
                  <a:lnTo>
                    <a:pt x="495" y="5553"/>
                  </a:lnTo>
                  <a:lnTo>
                    <a:pt x="675" y="6048"/>
                  </a:lnTo>
                  <a:lnTo>
                    <a:pt x="1012" y="6992"/>
                  </a:lnTo>
                  <a:lnTo>
                    <a:pt x="1305" y="7711"/>
                  </a:lnTo>
                  <a:lnTo>
                    <a:pt x="1574" y="8318"/>
                  </a:lnTo>
                  <a:lnTo>
                    <a:pt x="1889" y="8903"/>
                  </a:lnTo>
                  <a:lnTo>
                    <a:pt x="2204" y="9487"/>
                  </a:lnTo>
                  <a:lnTo>
                    <a:pt x="2541" y="10049"/>
                  </a:lnTo>
                  <a:lnTo>
                    <a:pt x="2901" y="10589"/>
                  </a:lnTo>
                  <a:lnTo>
                    <a:pt x="3283" y="11128"/>
                  </a:lnTo>
                  <a:lnTo>
                    <a:pt x="3687" y="11645"/>
                  </a:lnTo>
                  <a:lnTo>
                    <a:pt x="4092" y="12162"/>
                  </a:lnTo>
                  <a:lnTo>
                    <a:pt x="4542" y="12657"/>
                  </a:lnTo>
                  <a:lnTo>
                    <a:pt x="4991" y="13129"/>
                  </a:lnTo>
                  <a:lnTo>
                    <a:pt x="5486" y="13578"/>
                  </a:lnTo>
                  <a:lnTo>
                    <a:pt x="5980" y="14005"/>
                  </a:lnTo>
                  <a:lnTo>
                    <a:pt x="6497" y="14410"/>
                  </a:lnTo>
                  <a:lnTo>
                    <a:pt x="7037" y="14792"/>
                  </a:lnTo>
                  <a:lnTo>
                    <a:pt x="7576" y="15152"/>
                  </a:lnTo>
                  <a:lnTo>
                    <a:pt x="8138" y="15467"/>
                  </a:lnTo>
                  <a:lnTo>
                    <a:pt x="8183" y="15219"/>
                  </a:lnTo>
                  <a:lnTo>
                    <a:pt x="8228" y="14522"/>
                  </a:lnTo>
                  <a:lnTo>
                    <a:pt x="8251" y="13466"/>
                  </a:lnTo>
                  <a:lnTo>
                    <a:pt x="8251" y="12836"/>
                  </a:lnTo>
                  <a:lnTo>
                    <a:pt x="8228" y="12140"/>
                  </a:lnTo>
                  <a:lnTo>
                    <a:pt x="8183" y="11375"/>
                  </a:lnTo>
                  <a:lnTo>
                    <a:pt x="8138" y="10589"/>
                  </a:lnTo>
                  <a:lnTo>
                    <a:pt x="8026" y="9779"/>
                  </a:lnTo>
                  <a:lnTo>
                    <a:pt x="7891" y="8925"/>
                  </a:lnTo>
                  <a:lnTo>
                    <a:pt x="7711" y="8071"/>
                  </a:lnTo>
                  <a:lnTo>
                    <a:pt x="7509" y="7217"/>
                  </a:lnTo>
                  <a:lnTo>
                    <a:pt x="7374" y="6812"/>
                  </a:lnTo>
                  <a:lnTo>
                    <a:pt x="7239" y="6385"/>
                  </a:lnTo>
                  <a:lnTo>
                    <a:pt x="7082" y="5958"/>
                  </a:lnTo>
                  <a:lnTo>
                    <a:pt x="6902" y="5553"/>
                  </a:lnTo>
                  <a:lnTo>
                    <a:pt x="6677" y="5059"/>
                  </a:lnTo>
                  <a:lnTo>
                    <a:pt x="6407" y="4519"/>
                  </a:lnTo>
                  <a:lnTo>
                    <a:pt x="6115" y="3980"/>
                  </a:lnTo>
                  <a:lnTo>
                    <a:pt x="5778" y="3440"/>
                  </a:lnTo>
                  <a:lnTo>
                    <a:pt x="5441" y="2901"/>
                  </a:lnTo>
                  <a:lnTo>
                    <a:pt x="5059" y="2384"/>
                  </a:lnTo>
                  <a:lnTo>
                    <a:pt x="4676" y="1889"/>
                  </a:lnTo>
                  <a:lnTo>
                    <a:pt x="4272" y="1417"/>
                  </a:lnTo>
                  <a:lnTo>
                    <a:pt x="3845" y="1012"/>
                  </a:lnTo>
                  <a:lnTo>
                    <a:pt x="3440" y="653"/>
                  </a:lnTo>
                  <a:lnTo>
                    <a:pt x="3215" y="495"/>
                  </a:lnTo>
                  <a:lnTo>
                    <a:pt x="3013" y="361"/>
                  </a:lnTo>
                  <a:lnTo>
                    <a:pt x="2811" y="248"/>
                  </a:lnTo>
                  <a:lnTo>
                    <a:pt x="2586" y="158"/>
                  </a:lnTo>
                  <a:lnTo>
                    <a:pt x="2384" y="91"/>
                  </a:lnTo>
                  <a:lnTo>
                    <a:pt x="2181" y="23"/>
                  </a:lnTo>
                  <a:lnTo>
                    <a:pt x="1956"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5"/>
            <p:cNvSpPr/>
            <p:nvPr/>
          </p:nvSpPr>
          <p:spPr>
            <a:xfrm>
              <a:off x="4385450" y="2661925"/>
              <a:ext cx="161300" cy="261900"/>
            </a:xfrm>
            <a:custGeom>
              <a:avLst/>
              <a:gdLst/>
              <a:ahLst/>
              <a:cxnLst/>
              <a:rect l="l" t="t" r="r" b="b"/>
              <a:pathLst>
                <a:path w="6452" h="10476" extrusionOk="0">
                  <a:moveTo>
                    <a:pt x="4631" y="0"/>
                  </a:moveTo>
                  <a:lnTo>
                    <a:pt x="4294" y="23"/>
                  </a:lnTo>
                  <a:lnTo>
                    <a:pt x="3956" y="113"/>
                  </a:lnTo>
                  <a:lnTo>
                    <a:pt x="3619" y="225"/>
                  </a:lnTo>
                  <a:lnTo>
                    <a:pt x="3304" y="382"/>
                  </a:lnTo>
                  <a:lnTo>
                    <a:pt x="2990" y="562"/>
                  </a:lnTo>
                  <a:lnTo>
                    <a:pt x="2697" y="787"/>
                  </a:lnTo>
                  <a:lnTo>
                    <a:pt x="2428" y="1012"/>
                  </a:lnTo>
                  <a:lnTo>
                    <a:pt x="2158" y="1282"/>
                  </a:lnTo>
                  <a:lnTo>
                    <a:pt x="1933" y="1574"/>
                  </a:lnTo>
                  <a:lnTo>
                    <a:pt x="1708" y="1866"/>
                  </a:lnTo>
                  <a:lnTo>
                    <a:pt x="1529" y="2158"/>
                  </a:lnTo>
                  <a:lnTo>
                    <a:pt x="1349" y="2473"/>
                  </a:lnTo>
                  <a:lnTo>
                    <a:pt x="1214" y="2765"/>
                  </a:lnTo>
                  <a:lnTo>
                    <a:pt x="1101" y="3080"/>
                  </a:lnTo>
                  <a:lnTo>
                    <a:pt x="809" y="4024"/>
                  </a:lnTo>
                  <a:lnTo>
                    <a:pt x="584" y="4901"/>
                  </a:lnTo>
                  <a:lnTo>
                    <a:pt x="382" y="5710"/>
                  </a:lnTo>
                  <a:lnTo>
                    <a:pt x="247" y="6452"/>
                  </a:lnTo>
                  <a:lnTo>
                    <a:pt x="135" y="7126"/>
                  </a:lnTo>
                  <a:lnTo>
                    <a:pt x="67" y="7733"/>
                  </a:lnTo>
                  <a:lnTo>
                    <a:pt x="22" y="8295"/>
                  </a:lnTo>
                  <a:lnTo>
                    <a:pt x="0" y="8767"/>
                  </a:lnTo>
                  <a:lnTo>
                    <a:pt x="0" y="9172"/>
                  </a:lnTo>
                  <a:lnTo>
                    <a:pt x="22" y="9531"/>
                  </a:lnTo>
                  <a:lnTo>
                    <a:pt x="45" y="9846"/>
                  </a:lnTo>
                  <a:lnTo>
                    <a:pt x="67" y="10071"/>
                  </a:lnTo>
                  <a:lnTo>
                    <a:pt x="135" y="10386"/>
                  </a:lnTo>
                  <a:lnTo>
                    <a:pt x="180" y="10476"/>
                  </a:lnTo>
                  <a:lnTo>
                    <a:pt x="967" y="9891"/>
                  </a:lnTo>
                  <a:lnTo>
                    <a:pt x="1394" y="9576"/>
                  </a:lnTo>
                  <a:lnTo>
                    <a:pt x="1798" y="9217"/>
                  </a:lnTo>
                  <a:lnTo>
                    <a:pt x="2203" y="8857"/>
                  </a:lnTo>
                  <a:lnTo>
                    <a:pt x="2630" y="8475"/>
                  </a:lnTo>
                  <a:lnTo>
                    <a:pt x="3012" y="8070"/>
                  </a:lnTo>
                  <a:lnTo>
                    <a:pt x="3417" y="7666"/>
                  </a:lnTo>
                  <a:lnTo>
                    <a:pt x="3799" y="7239"/>
                  </a:lnTo>
                  <a:lnTo>
                    <a:pt x="4159" y="6811"/>
                  </a:lnTo>
                  <a:lnTo>
                    <a:pt x="4518" y="6384"/>
                  </a:lnTo>
                  <a:lnTo>
                    <a:pt x="4833" y="5935"/>
                  </a:lnTo>
                  <a:lnTo>
                    <a:pt x="5148" y="5485"/>
                  </a:lnTo>
                  <a:lnTo>
                    <a:pt x="5417" y="5036"/>
                  </a:lnTo>
                  <a:lnTo>
                    <a:pt x="5665" y="4564"/>
                  </a:lnTo>
                  <a:lnTo>
                    <a:pt x="5867" y="4114"/>
                  </a:lnTo>
                  <a:lnTo>
                    <a:pt x="6069" y="3619"/>
                  </a:lnTo>
                  <a:lnTo>
                    <a:pt x="6249" y="3080"/>
                  </a:lnTo>
                  <a:lnTo>
                    <a:pt x="6339" y="2765"/>
                  </a:lnTo>
                  <a:lnTo>
                    <a:pt x="6384" y="2473"/>
                  </a:lnTo>
                  <a:lnTo>
                    <a:pt x="6429" y="2181"/>
                  </a:lnTo>
                  <a:lnTo>
                    <a:pt x="6451" y="1889"/>
                  </a:lnTo>
                  <a:lnTo>
                    <a:pt x="6451" y="1596"/>
                  </a:lnTo>
                  <a:lnTo>
                    <a:pt x="6429" y="1304"/>
                  </a:lnTo>
                  <a:lnTo>
                    <a:pt x="6362" y="1057"/>
                  </a:lnTo>
                  <a:lnTo>
                    <a:pt x="6249" y="810"/>
                  </a:lnTo>
                  <a:lnTo>
                    <a:pt x="6092" y="585"/>
                  </a:lnTo>
                  <a:lnTo>
                    <a:pt x="6002" y="495"/>
                  </a:lnTo>
                  <a:lnTo>
                    <a:pt x="5912" y="405"/>
                  </a:lnTo>
                  <a:lnTo>
                    <a:pt x="5800" y="315"/>
                  </a:lnTo>
                  <a:lnTo>
                    <a:pt x="5665" y="248"/>
                  </a:lnTo>
                  <a:lnTo>
                    <a:pt x="5507" y="180"/>
                  </a:lnTo>
                  <a:lnTo>
                    <a:pt x="5350" y="113"/>
                  </a:lnTo>
                  <a:lnTo>
                    <a:pt x="5170" y="68"/>
                  </a:lnTo>
                  <a:lnTo>
                    <a:pt x="4990" y="23"/>
                  </a:lnTo>
                  <a:lnTo>
                    <a:pt x="4811" y="23"/>
                  </a:lnTo>
                  <a:lnTo>
                    <a:pt x="4631" y="0"/>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5"/>
            <p:cNvSpPr/>
            <p:nvPr/>
          </p:nvSpPr>
          <p:spPr>
            <a:xfrm>
              <a:off x="4169650" y="2537150"/>
              <a:ext cx="206250" cy="386675"/>
            </a:xfrm>
            <a:custGeom>
              <a:avLst/>
              <a:gdLst/>
              <a:ahLst/>
              <a:cxnLst/>
              <a:rect l="l" t="t" r="r" b="b"/>
              <a:pathLst>
                <a:path w="8250" h="15467" extrusionOk="0">
                  <a:moveTo>
                    <a:pt x="1753" y="1"/>
                  </a:moveTo>
                  <a:lnTo>
                    <a:pt x="1551" y="46"/>
                  </a:lnTo>
                  <a:lnTo>
                    <a:pt x="1371" y="91"/>
                  </a:lnTo>
                  <a:lnTo>
                    <a:pt x="1169" y="181"/>
                  </a:lnTo>
                  <a:lnTo>
                    <a:pt x="989" y="293"/>
                  </a:lnTo>
                  <a:lnTo>
                    <a:pt x="809" y="428"/>
                  </a:lnTo>
                  <a:lnTo>
                    <a:pt x="652" y="585"/>
                  </a:lnTo>
                  <a:lnTo>
                    <a:pt x="517" y="765"/>
                  </a:lnTo>
                  <a:lnTo>
                    <a:pt x="382" y="945"/>
                  </a:lnTo>
                  <a:lnTo>
                    <a:pt x="292" y="1147"/>
                  </a:lnTo>
                  <a:lnTo>
                    <a:pt x="202" y="1372"/>
                  </a:lnTo>
                  <a:lnTo>
                    <a:pt x="135" y="1574"/>
                  </a:lnTo>
                  <a:lnTo>
                    <a:pt x="90" y="1822"/>
                  </a:lnTo>
                  <a:lnTo>
                    <a:pt x="45" y="2069"/>
                  </a:lnTo>
                  <a:lnTo>
                    <a:pt x="23" y="2316"/>
                  </a:lnTo>
                  <a:lnTo>
                    <a:pt x="0" y="2833"/>
                  </a:lnTo>
                  <a:lnTo>
                    <a:pt x="45" y="3373"/>
                  </a:lnTo>
                  <a:lnTo>
                    <a:pt x="112" y="3912"/>
                  </a:lnTo>
                  <a:lnTo>
                    <a:pt x="225" y="4474"/>
                  </a:lnTo>
                  <a:lnTo>
                    <a:pt x="360" y="5014"/>
                  </a:lnTo>
                  <a:lnTo>
                    <a:pt x="495" y="5553"/>
                  </a:lnTo>
                  <a:lnTo>
                    <a:pt x="674" y="6048"/>
                  </a:lnTo>
                  <a:lnTo>
                    <a:pt x="1012" y="6992"/>
                  </a:lnTo>
                  <a:lnTo>
                    <a:pt x="1304" y="7711"/>
                  </a:lnTo>
                  <a:lnTo>
                    <a:pt x="1574" y="8318"/>
                  </a:lnTo>
                  <a:lnTo>
                    <a:pt x="1866" y="8903"/>
                  </a:lnTo>
                  <a:lnTo>
                    <a:pt x="2203" y="9487"/>
                  </a:lnTo>
                  <a:lnTo>
                    <a:pt x="2540" y="10049"/>
                  </a:lnTo>
                  <a:lnTo>
                    <a:pt x="2900" y="10589"/>
                  </a:lnTo>
                  <a:lnTo>
                    <a:pt x="3282" y="11128"/>
                  </a:lnTo>
                  <a:lnTo>
                    <a:pt x="3687" y="11645"/>
                  </a:lnTo>
                  <a:lnTo>
                    <a:pt x="4091" y="12162"/>
                  </a:lnTo>
                  <a:lnTo>
                    <a:pt x="4541" y="12657"/>
                  </a:lnTo>
                  <a:lnTo>
                    <a:pt x="4990" y="13129"/>
                  </a:lnTo>
                  <a:lnTo>
                    <a:pt x="5485" y="13578"/>
                  </a:lnTo>
                  <a:lnTo>
                    <a:pt x="5979" y="14005"/>
                  </a:lnTo>
                  <a:lnTo>
                    <a:pt x="6497" y="14410"/>
                  </a:lnTo>
                  <a:lnTo>
                    <a:pt x="7036" y="14792"/>
                  </a:lnTo>
                  <a:lnTo>
                    <a:pt x="7575" y="15152"/>
                  </a:lnTo>
                  <a:lnTo>
                    <a:pt x="8137" y="15467"/>
                  </a:lnTo>
                  <a:lnTo>
                    <a:pt x="8182" y="15219"/>
                  </a:lnTo>
                  <a:lnTo>
                    <a:pt x="8227" y="14522"/>
                  </a:lnTo>
                  <a:lnTo>
                    <a:pt x="8250" y="13466"/>
                  </a:lnTo>
                  <a:lnTo>
                    <a:pt x="8250" y="12836"/>
                  </a:lnTo>
                  <a:lnTo>
                    <a:pt x="8227" y="12140"/>
                  </a:lnTo>
                  <a:lnTo>
                    <a:pt x="8182" y="11375"/>
                  </a:lnTo>
                  <a:lnTo>
                    <a:pt x="8137" y="10589"/>
                  </a:lnTo>
                  <a:lnTo>
                    <a:pt x="8025" y="9779"/>
                  </a:lnTo>
                  <a:lnTo>
                    <a:pt x="7890" y="8925"/>
                  </a:lnTo>
                  <a:lnTo>
                    <a:pt x="7710" y="8071"/>
                  </a:lnTo>
                  <a:lnTo>
                    <a:pt x="7508" y="7217"/>
                  </a:lnTo>
                  <a:lnTo>
                    <a:pt x="7373" y="6812"/>
                  </a:lnTo>
                  <a:lnTo>
                    <a:pt x="7238" y="6385"/>
                  </a:lnTo>
                  <a:lnTo>
                    <a:pt x="7081" y="5958"/>
                  </a:lnTo>
                  <a:lnTo>
                    <a:pt x="6901" y="5553"/>
                  </a:lnTo>
                  <a:lnTo>
                    <a:pt x="6676" y="5059"/>
                  </a:lnTo>
                  <a:lnTo>
                    <a:pt x="6407" y="4519"/>
                  </a:lnTo>
                  <a:lnTo>
                    <a:pt x="6114" y="3980"/>
                  </a:lnTo>
                  <a:lnTo>
                    <a:pt x="5777" y="3440"/>
                  </a:lnTo>
                  <a:lnTo>
                    <a:pt x="5440" y="2901"/>
                  </a:lnTo>
                  <a:lnTo>
                    <a:pt x="5058" y="2384"/>
                  </a:lnTo>
                  <a:lnTo>
                    <a:pt x="4676" y="1889"/>
                  </a:lnTo>
                  <a:lnTo>
                    <a:pt x="4271" y="1417"/>
                  </a:lnTo>
                  <a:lnTo>
                    <a:pt x="3844" y="1012"/>
                  </a:lnTo>
                  <a:lnTo>
                    <a:pt x="3439" y="653"/>
                  </a:lnTo>
                  <a:lnTo>
                    <a:pt x="3215" y="495"/>
                  </a:lnTo>
                  <a:lnTo>
                    <a:pt x="3012" y="361"/>
                  </a:lnTo>
                  <a:lnTo>
                    <a:pt x="2810" y="248"/>
                  </a:lnTo>
                  <a:lnTo>
                    <a:pt x="2585" y="158"/>
                  </a:lnTo>
                  <a:lnTo>
                    <a:pt x="2383" y="91"/>
                  </a:lnTo>
                  <a:lnTo>
                    <a:pt x="2181" y="23"/>
                  </a:lnTo>
                  <a:lnTo>
                    <a:pt x="1956"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15"/>
            <p:cNvSpPr/>
            <p:nvPr/>
          </p:nvSpPr>
          <p:spPr>
            <a:xfrm>
              <a:off x="3329475" y="2674275"/>
              <a:ext cx="161875" cy="261925"/>
            </a:xfrm>
            <a:custGeom>
              <a:avLst/>
              <a:gdLst/>
              <a:ahLst/>
              <a:cxnLst/>
              <a:rect l="l" t="t" r="r" b="b"/>
              <a:pathLst>
                <a:path w="6475" h="10477" extrusionOk="0">
                  <a:moveTo>
                    <a:pt x="4654" y="1"/>
                  </a:moveTo>
                  <a:lnTo>
                    <a:pt x="4294" y="23"/>
                  </a:lnTo>
                  <a:lnTo>
                    <a:pt x="3957" y="91"/>
                  </a:lnTo>
                  <a:lnTo>
                    <a:pt x="3620" y="203"/>
                  </a:lnTo>
                  <a:lnTo>
                    <a:pt x="3305" y="360"/>
                  </a:lnTo>
                  <a:lnTo>
                    <a:pt x="2991" y="540"/>
                  </a:lnTo>
                  <a:lnTo>
                    <a:pt x="2698" y="765"/>
                  </a:lnTo>
                  <a:lnTo>
                    <a:pt x="2429" y="1012"/>
                  </a:lnTo>
                  <a:lnTo>
                    <a:pt x="2181" y="1282"/>
                  </a:lnTo>
                  <a:lnTo>
                    <a:pt x="1934" y="1552"/>
                  </a:lnTo>
                  <a:lnTo>
                    <a:pt x="1732" y="1844"/>
                  </a:lnTo>
                  <a:lnTo>
                    <a:pt x="1530" y="2159"/>
                  </a:lnTo>
                  <a:lnTo>
                    <a:pt x="1372" y="2451"/>
                  </a:lnTo>
                  <a:lnTo>
                    <a:pt x="1237" y="2766"/>
                  </a:lnTo>
                  <a:lnTo>
                    <a:pt x="1125" y="3058"/>
                  </a:lnTo>
                  <a:lnTo>
                    <a:pt x="833" y="4002"/>
                  </a:lnTo>
                  <a:lnTo>
                    <a:pt x="585" y="4901"/>
                  </a:lnTo>
                  <a:lnTo>
                    <a:pt x="406" y="5711"/>
                  </a:lnTo>
                  <a:lnTo>
                    <a:pt x="248" y="6452"/>
                  </a:lnTo>
                  <a:lnTo>
                    <a:pt x="136" y="7127"/>
                  </a:lnTo>
                  <a:lnTo>
                    <a:pt x="68" y="7734"/>
                  </a:lnTo>
                  <a:lnTo>
                    <a:pt x="23" y="8273"/>
                  </a:lnTo>
                  <a:lnTo>
                    <a:pt x="1" y="8745"/>
                  </a:lnTo>
                  <a:lnTo>
                    <a:pt x="1" y="9172"/>
                  </a:lnTo>
                  <a:lnTo>
                    <a:pt x="23" y="9532"/>
                  </a:lnTo>
                  <a:lnTo>
                    <a:pt x="46" y="9824"/>
                  </a:lnTo>
                  <a:lnTo>
                    <a:pt x="91" y="10071"/>
                  </a:lnTo>
                  <a:lnTo>
                    <a:pt x="158" y="10364"/>
                  </a:lnTo>
                  <a:lnTo>
                    <a:pt x="181" y="10476"/>
                  </a:lnTo>
                  <a:lnTo>
                    <a:pt x="990" y="9892"/>
                  </a:lnTo>
                  <a:lnTo>
                    <a:pt x="1395" y="9554"/>
                  </a:lnTo>
                  <a:lnTo>
                    <a:pt x="1799" y="9217"/>
                  </a:lnTo>
                  <a:lnTo>
                    <a:pt x="2226" y="8835"/>
                  </a:lnTo>
                  <a:lnTo>
                    <a:pt x="2631" y="8453"/>
                  </a:lnTo>
                  <a:lnTo>
                    <a:pt x="3036" y="8071"/>
                  </a:lnTo>
                  <a:lnTo>
                    <a:pt x="3418" y="7666"/>
                  </a:lnTo>
                  <a:lnTo>
                    <a:pt x="3800" y="7239"/>
                  </a:lnTo>
                  <a:lnTo>
                    <a:pt x="4182" y="6812"/>
                  </a:lnTo>
                  <a:lnTo>
                    <a:pt x="4519" y="6362"/>
                  </a:lnTo>
                  <a:lnTo>
                    <a:pt x="4856" y="5913"/>
                  </a:lnTo>
                  <a:lnTo>
                    <a:pt x="5149" y="5463"/>
                  </a:lnTo>
                  <a:lnTo>
                    <a:pt x="5418" y="5014"/>
                  </a:lnTo>
                  <a:lnTo>
                    <a:pt x="5666" y="4564"/>
                  </a:lnTo>
                  <a:lnTo>
                    <a:pt x="5890" y="4092"/>
                  </a:lnTo>
                  <a:lnTo>
                    <a:pt x="6070" y="3620"/>
                  </a:lnTo>
                  <a:lnTo>
                    <a:pt x="6273" y="3058"/>
                  </a:lnTo>
                  <a:lnTo>
                    <a:pt x="6340" y="2766"/>
                  </a:lnTo>
                  <a:lnTo>
                    <a:pt x="6407" y="2451"/>
                  </a:lnTo>
                  <a:lnTo>
                    <a:pt x="6452" y="2159"/>
                  </a:lnTo>
                  <a:lnTo>
                    <a:pt x="6475" y="1867"/>
                  </a:lnTo>
                  <a:lnTo>
                    <a:pt x="6475" y="1574"/>
                  </a:lnTo>
                  <a:lnTo>
                    <a:pt x="6430" y="1305"/>
                  </a:lnTo>
                  <a:lnTo>
                    <a:pt x="6363" y="1035"/>
                  </a:lnTo>
                  <a:lnTo>
                    <a:pt x="6250" y="788"/>
                  </a:lnTo>
                  <a:lnTo>
                    <a:pt x="6115" y="585"/>
                  </a:lnTo>
                  <a:lnTo>
                    <a:pt x="6025" y="473"/>
                  </a:lnTo>
                  <a:lnTo>
                    <a:pt x="5913" y="383"/>
                  </a:lnTo>
                  <a:lnTo>
                    <a:pt x="5801" y="293"/>
                  </a:lnTo>
                  <a:lnTo>
                    <a:pt x="5666" y="226"/>
                  </a:lnTo>
                  <a:lnTo>
                    <a:pt x="5531" y="158"/>
                  </a:lnTo>
                  <a:lnTo>
                    <a:pt x="5373" y="113"/>
                  </a:lnTo>
                  <a:lnTo>
                    <a:pt x="5194" y="46"/>
                  </a:lnTo>
                  <a:lnTo>
                    <a:pt x="5014" y="23"/>
                  </a:lnTo>
                  <a:lnTo>
                    <a:pt x="4834" y="1"/>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5"/>
            <p:cNvSpPr/>
            <p:nvPr/>
          </p:nvSpPr>
          <p:spPr>
            <a:xfrm>
              <a:off x="3114250" y="2549525"/>
              <a:ext cx="206275" cy="386675"/>
            </a:xfrm>
            <a:custGeom>
              <a:avLst/>
              <a:gdLst/>
              <a:ahLst/>
              <a:cxnLst/>
              <a:rect l="l" t="t" r="r" b="b"/>
              <a:pathLst>
                <a:path w="8251" h="15467" extrusionOk="0">
                  <a:moveTo>
                    <a:pt x="1754" y="0"/>
                  </a:moveTo>
                  <a:lnTo>
                    <a:pt x="1552" y="23"/>
                  </a:lnTo>
                  <a:lnTo>
                    <a:pt x="1349" y="68"/>
                  </a:lnTo>
                  <a:lnTo>
                    <a:pt x="1169" y="158"/>
                  </a:lnTo>
                  <a:lnTo>
                    <a:pt x="967" y="270"/>
                  </a:lnTo>
                  <a:lnTo>
                    <a:pt x="787" y="428"/>
                  </a:lnTo>
                  <a:lnTo>
                    <a:pt x="630" y="585"/>
                  </a:lnTo>
                  <a:lnTo>
                    <a:pt x="495" y="742"/>
                  </a:lnTo>
                  <a:lnTo>
                    <a:pt x="383" y="945"/>
                  </a:lnTo>
                  <a:lnTo>
                    <a:pt x="270" y="1124"/>
                  </a:lnTo>
                  <a:lnTo>
                    <a:pt x="180" y="1349"/>
                  </a:lnTo>
                  <a:lnTo>
                    <a:pt x="113" y="1574"/>
                  </a:lnTo>
                  <a:lnTo>
                    <a:pt x="68" y="1799"/>
                  </a:lnTo>
                  <a:lnTo>
                    <a:pt x="23" y="2046"/>
                  </a:lnTo>
                  <a:lnTo>
                    <a:pt x="0" y="2293"/>
                  </a:lnTo>
                  <a:lnTo>
                    <a:pt x="0" y="2810"/>
                  </a:lnTo>
                  <a:lnTo>
                    <a:pt x="23" y="3350"/>
                  </a:lnTo>
                  <a:lnTo>
                    <a:pt x="113" y="3889"/>
                  </a:lnTo>
                  <a:lnTo>
                    <a:pt x="203" y="4451"/>
                  </a:lnTo>
                  <a:lnTo>
                    <a:pt x="338" y="4991"/>
                  </a:lnTo>
                  <a:lnTo>
                    <a:pt x="495" y="5530"/>
                  </a:lnTo>
                  <a:lnTo>
                    <a:pt x="652" y="6047"/>
                  </a:lnTo>
                  <a:lnTo>
                    <a:pt x="990" y="6969"/>
                  </a:lnTo>
                  <a:lnTo>
                    <a:pt x="1304" y="7711"/>
                  </a:lnTo>
                  <a:lnTo>
                    <a:pt x="1574" y="8295"/>
                  </a:lnTo>
                  <a:lnTo>
                    <a:pt x="1866" y="8880"/>
                  </a:lnTo>
                  <a:lnTo>
                    <a:pt x="2181" y="9464"/>
                  </a:lnTo>
                  <a:lnTo>
                    <a:pt x="2518" y="10026"/>
                  </a:lnTo>
                  <a:lnTo>
                    <a:pt x="2878" y="10588"/>
                  </a:lnTo>
                  <a:lnTo>
                    <a:pt x="3260" y="11128"/>
                  </a:lnTo>
                  <a:lnTo>
                    <a:pt x="3665" y="11645"/>
                  </a:lnTo>
                  <a:lnTo>
                    <a:pt x="4092" y="12139"/>
                  </a:lnTo>
                  <a:lnTo>
                    <a:pt x="4519" y="12634"/>
                  </a:lnTo>
                  <a:lnTo>
                    <a:pt x="4991" y="13106"/>
                  </a:lnTo>
                  <a:lnTo>
                    <a:pt x="5463" y="13555"/>
                  </a:lnTo>
                  <a:lnTo>
                    <a:pt x="5957" y="13982"/>
                  </a:lnTo>
                  <a:lnTo>
                    <a:pt x="6474" y="14387"/>
                  </a:lnTo>
                  <a:lnTo>
                    <a:pt x="7014" y="14769"/>
                  </a:lnTo>
                  <a:lnTo>
                    <a:pt x="7576" y="15129"/>
                  </a:lnTo>
                  <a:lnTo>
                    <a:pt x="8138" y="15466"/>
                  </a:lnTo>
                  <a:lnTo>
                    <a:pt x="8160" y="15219"/>
                  </a:lnTo>
                  <a:lnTo>
                    <a:pt x="8205" y="14522"/>
                  </a:lnTo>
                  <a:lnTo>
                    <a:pt x="8250" y="13465"/>
                  </a:lnTo>
                  <a:lnTo>
                    <a:pt x="8250" y="12814"/>
                  </a:lnTo>
                  <a:lnTo>
                    <a:pt x="8228" y="12117"/>
                  </a:lnTo>
                  <a:lnTo>
                    <a:pt x="8183" y="11375"/>
                  </a:lnTo>
                  <a:lnTo>
                    <a:pt x="8115" y="10566"/>
                  </a:lnTo>
                  <a:lnTo>
                    <a:pt x="8026" y="9756"/>
                  </a:lnTo>
                  <a:lnTo>
                    <a:pt x="7891" y="8902"/>
                  </a:lnTo>
                  <a:lnTo>
                    <a:pt x="7711" y="8070"/>
                  </a:lnTo>
                  <a:lnTo>
                    <a:pt x="7486" y="7216"/>
                  </a:lnTo>
                  <a:lnTo>
                    <a:pt x="7351" y="6789"/>
                  </a:lnTo>
                  <a:lnTo>
                    <a:pt x="7216" y="6362"/>
                  </a:lnTo>
                  <a:lnTo>
                    <a:pt x="7059" y="5957"/>
                  </a:lnTo>
                  <a:lnTo>
                    <a:pt x="6902" y="5553"/>
                  </a:lnTo>
                  <a:lnTo>
                    <a:pt x="6677" y="5036"/>
                  </a:lnTo>
                  <a:lnTo>
                    <a:pt x="6407" y="4519"/>
                  </a:lnTo>
                  <a:lnTo>
                    <a:pt x="6092" y="3979"/>
                  </a:lnTo>
                  <a:lnTo>
                    <a:pt x="5778" y="3417"/>
                  </a:lnTo>
                  <a:lnTo>
                    <a:pt x="5418" y="2878"/>
                  </a:lnTo>
                  <a:lnTo>
                    <a:pt x="5058" y="2361"/>
                  </a:lnTo>
                  <a:lnTo>
                    <a:pt x="4654" y="1866"/>
                  </a:lnTo>
                  <a:lnTo>
                    <a:pt x="4249" y="1394"/>
                  </a:lnTo>
                  <a:lnTo>
                    <a:pt x="3844" y="990"/>
                  </a:lnTo>
                  <a:lnTo>
                    <a:pt x="3417" y="630"/>
                  </a:lnTo>
                  <a:lnTo>
                    <a:pt x="3215" y="495"/>
                  </a:lnTo>
                  <a:lnTo>
                    <a:pt x="2990" y="360"/>
                  </a:lnTo>
                  <a:lnTo>
                    <a:pt x="2788" y="225"/>
                  </a:lnTo>
                  <a:lnTo>
                    <a:pt x="2586" y="135"/>
                  </a:lnTo>
                  <a:lnTo>
                    <a:pt x="2361" y="68"/>
                  </a:lnTo>
                  <a:lnTo>
                    <a:pt x="2158" y="23"/>
                  </a:lnTo>
                  <a:lnTo>
                    <a:pt x="1956" y="0"/>
                  </a:lnTo>
                  <a:close/>
                </a:path>
              </a:pathLst>
            </a:custGeom>
            <a:solidFill>
              <a:srgbClr val="7093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5"/>
            <p:cNvSpPr/>
            <p:nvPr/>
          </p:nvSpPr>
          <p:spPr>
            <a:xfrm>
              <a:off x="2867550" y="2614150"/>
              <a:ext cx="161875" cy="262475"/>
            </a:xfrm>
            <a:custGeom>
              <a:avLst/>
              <a:gdLst/>
              <a:ahLst/>
              <a:cxnLst/>
              <a:rect l="l" t="t" r="r" b="b"/>
              <a:pathLst>
                <a:path w="6475" h="10499" extrusionOk="0">
                  <a:moveTo>
                    <a:pt x="4653" y="1"/>
                  </a:moveTo>
                  <a:lnTo>
                    <a:pt x="4294" y="23"/>
                  </a:lnTo>
                  <a:lnTo>
                    <a:pt x="3957" y="113"/>
                  </a:lnTo>
                  <a:lnTo>
                    <a:pt x="3619" y="225"/>
                  </a:lnTo>
                  <a:lnTo>
                    <a:pt x="3305" y="383"/>
                  </a:lnTo>
                  <a:lnTo>
                    <a:pt x="2990" y="563"/>
                  </a:lnTo>
                  <a:lnTo>
                    <a:pt x="2698" y="787"/>
                  </a:lnTo>
                  <a:lnTo>
                    <a:pt x="2428" y="1035"/>
                  </a:lnTo>
                  <a:lnTo>
                    <a:pt x="2181" y="1282"/>
                  </a:lnTo>
                  <a:lnTo>
                    <a:pt x="1933" y="1574"/>
                  </a:lnTo>
                  <a:lnTo>
                    <a:pt x="1731" y="1866"/>
                  </a:lnTo>
                  <a:lnTo>
                    <a:pt x="1529" y="2159"/>
                  </a:lnTo>
                  <a:lnTo>
                    <a:pt x="1371" y="2473"/>
                  </a:lnTo>
                  <a:lnTo>
                    <a:pt x="1237" y="2765"/>
                  </a:lnTo>
                  <a:lnTo>
                    <a:pt x="1124" y="3080"/>
                  </a:lnTo>
                  <a:lnTo>
                    <a:pt x="832" y="4024"/>
                  </a:lnTo>
                  <a:lnTo>
                    <a:pt x="585" y="4901"/>
                  </a:lnTo>
                  <a:lnTo>
                    <a:pt x="405" y="5733"/>
                  </a:lnTo>
                  <a:lnTo>
                    <a:pt x="247" y="6475"/>
                  </a:lnTo>
                  <a:lnTo>
                    <a:pt x="135" y="7149"/>
                  </a:lnTo>
                  <a:lnTo>
                    <a:pt x="68" y="7756"/>
                  </a:lnTo>
                  <a:lnTo>
                    <a:pt x="23" y="8295"/>
                  </a:lnTo>
                  <a:lnTo>
                    <a:pt x="0" y="8767"/>
                  </a:lnTo>
                  <a:lnTo>
                    <a:pt x="0" y="9195"/>
                  </a:lnTo>
                  <a:lnTo>
                    <a:pt x="23" y="9532"/>
                  </a:lnTo>
                  <a:lnTo>
                    <a:pt x="45" y="9846"/>
                  </a:lnTo>
                  <a:lnTo>
                    <a:pt x="90" y="10071"/>
                  </a:lnTo>
                  <a:lnTo>
                    <a:pt x="158" y="10386"/>
                  </a:lnTo>
                  <a:lnTo>
                    <a:pt x="180" y="10498"/>
                  </a:lnTo>
                  <a:lnTo>
                    <a:pt x="989" y="9891"/>
                  </a:lnTo>
                  <a:lnTo>
                    <a:pt x="1394" y="9577"/>
                  </a:lnTo>
                  <a:lnTo>
                    <a:pt x="1799" y="9217"/>
                  </a:lnTo>
                  <a:lnTo>
                    <a:pt x="2226" y="8857"/>
                  </a:lnTo>
                  <a:lnTo>
                    <a:pt x="2630" y="8475"/>
                  </a:lnTo>
                  <a:lnTo>
                    <a:pt x="3035" y="8093"/>
                  </a:lnTo>
                  <a:lnTo>
                    <a:pt x="3417" y="7666"/>
                  </a:lnTo>
                  <a:lnTo>
                    <a:pt x="3799" y="7261"/>
                  </a:lnTo>
                  <a:lnTo>
                    <a:pt x="4181" y="6812"/>
                  </a:lnTo>
                  <a:lnTo>
                    <a:pt x="4518" y="6385"/>
                  </a:lnTo>
                  <a:lnTo>
                    <a:pt x="4856" y="5935"/>
                  </a:lnTo>
                  <a:lnTo>
                    <a:pt x="5148" y="5485"/>
                  </a:lnTo>
                  <a:lnTo>
                    <a:pt x="5418" y="5036"/>
                  </a:lnTo>
                  <a:lnTo>
                    <a:pt x="5665" y="4586"/>
                  </a:lnTo>
                  <a:lnTo>
                    <a:pt x="5890" y="4114"/>
                  </a:lnTo>
                  <a:lnTo>
                    <a:pt x="6070" y="3620"/>
                  </a:lnTo>
                  <a:lnTo>
                    <a:pt x="6272" y="3080"/>
                  </a:lnTo>
                  <a:lnTo>
                    <a:pt x="6339" y="2788"/>
                  </a:lnTo>
                  <a:lnTo>
                    <a:pt x="6407" y="2473"/>
                  </a:lnTo>
                  <a:lnTo>
                    <a:pt x="6452" y="2181"/>
                  </a:lnTo>
                  <a:lnTo>
                    <a:pt x="6474" y="1889"/>
                  </a:lnTo>
                  <a:lnTo>
                    <a:pt x="6474" y="1597"/>
                  </a:lnTo>
                  <a:lnTo>
                    <a:pt x="6429" y="1304"/>
                  </a:lnTo>
                  <a:lnTo>
                    <a:pt x="6362" y="1057"/>
                  </a:lnTo>
                  <a:lnTo>
                    <a:pt x="6249" y="810"/>
                  </a:lnTo>
                  <a:lnTo>
                    <a:pt x="6114" y="585"/>
                  </a:lnTo>
                  <a:lnTo>
                    <a:pt x="6025" y="495"/>
                  </a:lnTo>
                  <a:lnTo>
                    <a:pt x="5912" y="405"/>
                  </a:lnTo>
                  <a:lnTo>
                    <a:pt x="5800" y="315"/>
                  </a:lnTo>
                  <a:lnTo>
                    <a:pt x="5665" y="248"/>
                  </a:lnTo>
                  <a:lnTo>
                    <a:pt x="5530" y="180"/>
                  </a:lnTo>
                  <a:lnTo>
                    <a:pt x="5373" y="113"/>
                  </a:lnTo>
                  <a:lnTo>
                    <a:pt x="5193" y="68"/>
                  </a:lnTo>
                  <a:lnTo>
                    <a:pt x="5013" y="46"/>
                  </a:lnTo>
                  <a:lnTo>
                    <a:pt x="4833" y="23"/>
                  </a:lnTo>
                  <a:lnTo>
                    <a:pt x="4653" y="1"/>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5"/>
            <p:cNvSpPr/>
            <p:nvPr/>
          </p:nvSpPr>
          <p:spPr>
            <a:xfrm>
              <a:off x="2652300" y="2489400"/>
              <a:ext cx="205725" cy="387225"/>
            </a:xfrm>
            <a:custGeom>
              <a:avLst/>
              <a:gdLst/>
              <a:ahLst/>
              <a:cxnLst/>
              <a:rect l="l" t="t" r="r" b="b"/>
              <a:pathLst>
                <a:path w="8229" h="15489" extrusionOk="0">
                  <a:moveTo>
                    <a:pt x="1754" y="0"/>
                  </a:moveTo>
                  <a:lnTo>
                    <a:pt x="1552" y="45"/>
                  </a:lnTo>
                  <a:lnTo>
                    <a:pt x="1349" y="90"/>
                  </a:lnTo>
                  <a:lnTo>
                    <a:pt x="1147" y="180"/>
                  </a:lnTo>
                  <a:lnTo>
                    <a:pt x="967" y="292"/>
                  </a:lnTo>
                  <a:lnTo>
                    <a:pt x="788" y="427"/>
                  </a:lnTo>
                  <a:lnTo>
                    <a:pt x="630" y="585"/>
                  </a:lnTo>
                  <a:lnTo>
                    <a:pt x="495" y="764"/>
                  </a:lnTo>
                  <a:lnTo>
                    <a:pt x="383" y="944"/>
                  </a:lnTo>
                  <a:lnTo>
                    <a:pt x="270" y="1147"/>
                  </a:lnTo>
                  <a:lnTo>
                    <a:pt x="181" y="1371"/>
                  </a:lnTo>
                  <a:lnTo>
                    <a:pt x="113" y="1596"/>
                  </a:lnTo>
                  <a:lnTo>
                    <a:pt x="68" y="1821"/>
                  </a:lnTo>
                  <a:lnTo>
                    <a:pt x="23" y="2068"/>
                  </a:lnTo>
                  <a:lnTo>
                    <a:pt x="1" y="2316"/>
                  </a:lnTo>
                  <a:lnTo>
                    <a:pt x="1" y="2833"/>
                  </a:lnTo>
                  <a:lnTo>
                    <a:pt x="23" y="3372"/>
                  </a:lnTo>
                  <a:lnTo>
                    <a:pt x="113" y="3912"/>
                  </a:lnTo>
                  <a:lnTo>
                    <a:pt x="203" y="4474"/>
                  </a:lnTo>
                  <a:lnTo>
                    <a:pt x="338" y="5013"/>
                  </a:lnTo>
                  <a:lnTo>
                    <a:pt x="495" y="5553"/>
                  </a:lnTo>
                  <a:lnTo>
                    <a:pt x="653" y="6070"/>
                  </a:lnTo>
                  <a:lnTo>
                    <a:pt x="990" y="6991"/>
                  </a:lnTo>
                  <a:lnTo>
                    <a:pt x="1305" y="7711"/>
                  </a:lnTo>
                  <a:lnTo>
                    <a:pt x="1574" y="8317"/>
                  </a:lnTo>
                  <a:lnTo>
                    <a:pt x="1867" y="8902"/>
                  </a:lnTo>
                  <a:lnTo>
                    <a:pt x="2181" y="9486"/>
                  </a:lnTo>
                  <a:lnTo>
                    <a:pt x="2518" y="10048"/>
                  </a:lnTo>
                  <a:lnTo>
                    <a:pt x="2878" y="10588"/>
                  </a:lnTo>
                  <a:lnTo>
                    <a:pt x="3260" y="11127"/>
                  </a:lnTo>
                  <a:lnTo>
                    <a:pt x="3665" y="11667"/>
                  </a:lnTo>
                  <a:lnTo>
                    <a:pt x="4092" y="12161"/>
                  </a:lnTo>
                  <a:lnTo>
                    <a:pt x="4519" y="12656"/>
                  </a:lnTo>
                  <a:lnTo>
                    <a:pt x="4991" y="13128"/>
                  </a:lnTo>
                  <a:lnTo>
                    <a:pt x="5463" y="13578"/>
                  </a:lnTo>
                  <a:lnTo>
                    <a:pt x="5958" y="14005"/>
                  </a:lnTo>
                  <a:lnTo>
                    <a:pt x="6475" y="14409"/>
                  </a:lnTo>
                  <a:lnTo>
                    <a:pt x="7014" y="14791"/>
                  </a:lnTo>
                  <a:lnTo>
                    <a:pt x="7576" y="15151"/>
                  </a:lnTo>
                  <a:lnTo>
                    <a:pt x="8138" y="15488"/>
                  </a:lnTo>
                  <a:lnTo>
                    <a:pt x="8161" y="15219"/>
                  </a:lnTo>
                  <a:lnTo>
                    <a:pt x="8206" y="14544"/>
                  </a:lnTo>
                  <a:lnTo>
                    <a:pt x="8228" y="13465"/>
                  </a:lnTo>
                  <a:lnTo>
                    <a:pt x="8228" y="12836"/>
                  </a:lnTo>
                  <a:lnTo>
                    <a:pt x="8228" y="12139"/>
                  </a:lnTo>
                  <a:lnTo>
                    <a:pt x="8183" y="11375"/>
                  </a:lnTo>
                  <a:lnTo>
                    <a:pt x="8116" y="10588"/>
                  </a:lnTo>
                  <a:lnTo>
                    <a:pt x="8026" y="9779"/>
                  </a:lnTo>
                  <a:lnTo>
                    <a:pt x="7891" y="8924"/>
                  </a:lnTo>
                  <a:lnTo>
                    <a:pt x="7711" y="8070"/>
                  </a:lnTo>
                  <a:lnTo>
                    <a:pt x="7486" y="7216"/>
                  </a:lnTo>
                  <a:lnTo>
                    <a:pt x="7351" y="6811"/>
                  </a:lnTo>
                  <a:lnTo>
                    <a:pt x="7217" y="6384"/>
                  </a:lnTo>
                  <a:lnTo>
                    <a:pt x="7059" y="5980"/>
                  </a:lnTo>
                  <a:lnTo>
                    <a:pt x="6902" y="5553"/>
                  </a:lnTo>
                  <a:lnTo>
                    <a:pt x="6655" y="5058"/>
                  </a:lnTo>
                  <a:lnTo>
                    <a:pt x="6407" y="4519"/>
                  </a:lnTo>
                  <a:lnTo>
                    <a:pt x="6093" y="3979"/>
                  </a:lnTo>
                  <a:lnTo>
                    <a:pt x="5778" y="3440"/>
                  </a:lnTo>
                  <a:lnTo>
                    <a:pt x="5418" y="2900"/>
                  </a:lnTo>
                  <a:lnTo>
                    <a:pt x="5059" y="2383"/>
                  </a:lnTo>
                  <a:lnTo>
                    <a:pt x="4654" y="1888"/>
                  </a:lnTo>
                  <a:lnTo>
                    <a:pt x="4249" y="1416"/>
                  </a:lnTo>
                  <a:lnTo>
                    <a:pt x="3845" y="1012"/>
                  </a:lnTo>
                  <a:lnTo>
                    <a:pt x="3418" y="652"/>
                  </a:lnTo>
                  <a:lnTo>
                    <a:pt x="3215" y="495"/>
                  </a:lnTo>
                  <a:lnTo>
                    <a:pt x="2990" y="360"/>
                  </a:lnTo>
                  <a:lnTo>
                    <a:pt x="2788" y="247"/>
                  </a:lnTo>
                  <a:lnTo>
                    <a:pt x="2586" y="158"/>
                  </a:lnTo>
                  <a:lnTo>
                    <a:pt x="2361" y="90"/>
                  </a:lnTo>
                  <a:lnTo>
                    <a:pt x="2159" y="45"/>
                  </a:lnTo>
                  <a:lnTo>
                    <a:pt x="1956" y="0"/>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15"/>
            <p:cNvSpPr/>
            <p:nvPr/>
          </p:nvSpPr>
          <p:spPr>
            <a:xfrm>
              <a:off x="1844750" y="2669775"/>
              <a:ext cx="161300" cy="261925"/>
            </a:xfrm>
            <a:custGeom>
              <a:avLst/>
              <a:gdLst/>
              <a:ahLst/>
              <a:cxnLst/>
              <a:rect l="l" t="t" r="r" b="b"/>
              <a:pathLst>
                <a:path w="6452" h="10477" extrusionOk="0">
                  <a:moveTo>
                    <a:pt x="4631" y="1"/>
                  </a:moveTo>
                  <a:lnTo>
                    <a:pt x="4294" y="23"/>
                  </a:lnTo>
                  <a:lnTo>
                    <a:pt x="3957" y="91"/>
                  </a:lnTo>
                  <a:lnTo>
                    <a:pt x="3620" y="226"/>
                  </a:lnTo>
                  <a:lnTo>
                    <a:pt x="3282" y="361"/>
                  </a:lnTo>
                  <a:lnTo>
                    <a:pt x="2990" y="563"/>
                  </a:lnTo>
                  <a:lnTo>
                    <a:pt x="2698" y="788"/>
                  </a:lnTo>
                  <a:lnTo>
                    <a:pt x="2428" y="1013"/>
                  </a:lnTo>
                  <a:lnTo>
                    <a:pt x="2158" y="1282"/>
                  </a:lnTo>
                  <a:lnTo>
                    <a:pt x="1934" y="1575"/>
                  </a:lnTo>
                  <a:lnTo>
                    <a:pt x="1709" y="1867"/>
                  </a:lnTo>
                  <a:lnTo>
                    <a:pt x="1529" y="2159"/>
                  </a:lnTo>
                  <a:lnTo>
                    <a:pt x="1349" y="2474"/>
                  </a:lnTo>
                  <a:lnTo>
                    <a:pt x="1214" y="2766"/>
                  </a:lnTo>
                  <a:lnTo>
                    <a:pt x="1102" y="3081"/>
                  </a:lnTo>
                  <a:lnTo>
                    <a:pt x="810" y="4025"/>
                  </a:lnTo>
                  <a:lnTo>
                    <a:pt x="585" y="4901"/>
                  </a:lnTo>
                  <a:lnTo>
                    <a:pt x="383" y="5711"/>
                  </a:lnTo>
                  <a:lnTo>
                    <a:pt x="248" y="6452"/>
                  </a:lnTo>
                  <a:lnTo>
                    <a:pt x="135" y="7127"/>
                  </a:lnTo>
                  <a:lnTo>
                    <a:pt x="68" y="7734"/>
                  </a:lnTo>
                  <a:lnTo>
                    <a:pt x="23" y="8296"/>
                  </a:lnTo>
                  <a:lnTo>
                    <a:pt x="0" y="8768"/>
                  </a:lnTo>
                  <a:lnTo>
                    <a:pt x="0" y="9172"/>
                  </a:lnTo>
                  <a:lnTo>
                    <a:pt x="23" y="9532"/>
                  </a:lnTo>
                  <a:lnTo>
                    <a:pt x="45" y="9824"/>
                  </a:lnTo>
                  <a:lnTo>
                    <a:pt x="68" y="10072"/>
                  </a:lnTo>
                  <a:lnTo>
                    <a:pt x="135" y="10386"/>
                  </a:lnTo>
                  <a:lnTo>
                    <a:pt x="180" y="10476"/>
                  </a:lnTo>
                  <a:lnTo>
                    <a:pt x="967" y="9892"/>
                  </a:lnTo>
                  <a:lnTo>
                    <a:pt x="1394" y="9577"/>
                  </a:lnTo>
                  <a:lnTo>
                    <a:pt x="1799" y="9217"/>
                  </a:lnTo>
                  <a:lnTo>
                    <a:pt x="2203" y="8858"/>
                  </a:lnTo>
                  <a:lnTo>
                    <a:pt x="2608" y="8476"/>
                  </a:lnTo>
                  <a:lnTo>
                    <a:pt x="3013" y="8071"/>
                  </a:lnTo>
                  <a:lnTo>
                    <a:pt x="3417" y="7666"/>
                  </a:lnTo>
                  <a:lnTo>
                    <a:pt x="3799" y="7239"/>
                  </a:lnTo>
                  <a:lnTo>
                    <a:pt x="4159" y="6812"/>
                  </a:lnTo>
                  <a:lnTo>
                    <a:pt x="4519" y="6385"/>
                  </a:lnTo>
                  <a:lnTo>
                    <a:pt x="4833" y="5935"/>
                  </a:lnTo>
                  <a:lnTo>
                    <a:pt x="5148" y="5486"/>
                  </a:lnTo>
                  <a:lnTo>
                    <a:pt x="5418" y="5036"/>
                  </a:lnTo>
                  <a:lnTo>
                    <a:pt x="5665" y="4564"/>
                  </a:lnTo>
                  <a:lnTo>
                    <a:pt x="5867" y="4115"/>
                  </a:lnTo>
                  <a:lnTo>
                    <a:pt x="6070" y="3620"/>
                  </a:lnTo>
                  <a:lnTo>
                    <a:pt x="6250" y="3058"/>
                  </a:lnTo>
                  <a:lnTo>
                    <a:pt x="6339" y="2766"/>
                  </a:lnTo>
                  <a:lnTo>
                    <a:pt x="6384" y="2474"/>
                  </a:lnTo>
                  <a:lnTo>
                    <a:pt x="6429" y="2181"/>
                  </a:lnTo>
                  <a:lnTo>
                    <a:pt x="6452" y="1867"/>
                  </a:lnTo>
                  <a:lnTo>
                    <a:pt x="6452" y="1597"/>
                  </a:lnTo>
                  <a:lnTo>
                    <a:pt x="6429" y="1305"/>
                  </a:lnTo>
                  <a:lnTo>
                    <a:pt x="6362" y="1058"/>
                  </a:lnTo>
                  <a:lnTo>
                    <a:pt x="6250" y="810"/>
                  </a:lnTo>
                  <a:lnTo>
                    <a:pt x="6092" y="585"/>
                  </a:lnTo>
                  <a:lnTo>
                    <a:pt x="6002" y="496"/>
                  </a:lnTo>
                  <a:lnTo>
                    <a:pt x="5912" y="406"/>
                  </a:lnTo>
                  <a:lnTo>
                    <a:pt x="5778" y="316"/>
                  </a:lnTo>
                  <a:lnTo>
                    <a:pt x="5665" y="248"/>
                  </a:lnTo>
                  <a:lnTo>
                    <a:pt x="5508" y="181"/>
                  </a:lnTo>
                  <a:lnTo>
                    <a:pt x="5350" y="113"/>
                  </a:lnTo>
                  <a:lnTo>
                    <a:pt x="5171" y="68"/>
                  </a:lnTo>
                  <a:lnTo>
                    <a:pt x="4991" y="23"/>
                  </a:lnTo>
                  <a:lnTo>
                    <a:pt x="4811" y="1"/>
                  </a:lnTo>
                  <a:close/>
                </a:path>
              </a:pathLst>
            </a:custGeom>
            <a:solidFill>
              <a:srgbClr val="A6CC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5"/>
            <p:cNvSpPr/>
            <p:nvPr/>
          </p:nvSpPr>
          <p:spPr>
            <a:xfrm>
              <a:off x="1628950" y="2545025"/>
              <a:ext cx="206275" cy="386675"/>
            </a:xfrm>
            <a:custGeom>
              <a:avLst/>
              <a:gdLst/>
              <a:ahLst/>
              <a:cxnLst/>
              <a:rect l="l" t="t" r="r" b="b"/>
              <a:pathLst>
                <a:path w="8251" h="15467" extrusionOk="0">
                  <a:moveTo>
                    <a:pt x="1754" y="1"/>
                  </a:moveTo>
                  <a:lnTo>
                    <a:pt x="1552" y="23"/>
                  </a:lnTo>
                  <a:lnTo>
                    <a:pt x="1372" y="91"/>
                  </a:lnTo>
                  <a:lnTo>
                    <a:pt x="1169" y="180"/>
                  </a:lnTo>
                  <a:lnTo>
                    <a:pt x="990" y="293"/>
                  </a:lnTo>
                  <a:lnTo>
                    <a:pt x="810" y="428"/>
                  </a:lnTo>
                  <a:lnTo>
                    <a:pt x="652" y="585"/>
                  </a:lnTo>
                  <a:lnTo>
                    <a:pt x="495" y="765"/>
                  </a:lnTo>
                  <a:lnTo>
                    <a:pt x="383" y="945"/>
                  </a:lnTo>
                  <a:lnTo>
                    <a:pt x="293" y="1147"/>
                  </a:lnTo>
                  <a:lnTo>
                    <a:pt x="203" y="1349"/>
                  </a:lnTo>
                  <a:lnTo>
                    <a:pt x="135" y="1574"/>
                  </a:lnTo>
                  <a:lnTo>
                    <a:pt x="90" y="1821"/>
                  </a:lnTo>
                  <a:lnTo>
                    <a:pt x="45" y="2046"/>
                  </a:lnTo>
                  <a:lnTo>
                    <a:pt x="23" y="2316"/>
                  </a:lnTo>
                  <a:lnTo>
                    <a:pt x="0" y="2833"/>
                  </a:lnTo>
                  <a:lnTo>
                    <a:pt x="45" y="3372"/>
                  </a:lnTo>
                  <a:lnTo>
                    <a:pt x="113" y="3912"/>
                  </a:lnTo>
                  <a:lnTo>
                    <a:pt x="225" y="4474"/>
                  </a:lnTo>
                  <a:lnTo>
                    <a:pt x="360" y="5013"/>
                  </a:lnTo>
                  <a:lnTo>
                    <a:pt x="495" y="5553"/>
                  </a:lnTo>
                  <a:lnTo>
                    <a:pt x="675" y="6048"/>
                  </a:lnTo>
                  <a:lnTo>
                    <a:pt x="1012" y="6969"/>
                  </a:lnTo>
                  <a:lnTo>
                    <a:pt x="1304" y="7711"/>
                  </a:lnTo>
                  <a:lnTo>
                    <a:pt x="1574" y="8318"/>
                  </a:lnTo>
                  <a:lnTo>
                    <a:pt x="1866" y="8902"/>
                  </a:lnTo>
                  <a:lnTo>
                    <a:pt x="2203" y="9464"/>
                  </a:lnTo>
                  <a:lnTo>
                    <a:pt x="2541" y="10049"/>
                  </a:lnTo>
                  <a:lnTo>
                    <a:pt x="2900" y="10588"/>
                  </a:lnTo>
                  <a:lnTo>
                    <a:pt x="3282" y="11128"/>
                  </a:lnTo>
                  <a:lnTo>
                    <a:pt x="3665" y="11645"/>
                  </a:lnTo>
                  <a:lnTo>
                    <a:pt x="4092" y="12162"/>
                  </a:lnTo>
                  <a:lnTo>
                    <a:pt x="4541" y="12656"/>
                  </a:lnTo>
                  <a:lnTo>
                    <a:pt x="4991" y="13128"/>
                  </a:lnTo>
                  <a:lnTo>
                    <a:pt x="5485" y="13578"/>
                  </a:lnTo>
                  <a:lnTo>
                    <a:pt x="5980" y="14005"/>
                  </a:lnTo>
                  <a:lnTo>
                    <a:pt x="6497" y="14410"/>
                  </a:lnTo>
                  <a:lnTo>
                    <a:pt x="7036" y="14792"/>
                  </a:lnTo>
                  <a:lnTo>
                    <a:pt x="7576" y="15152"/>
                  </a:lnTo>
                  <a:lnTo>
                    <a:pt x="8138" y="15466"/>
                  </a:lnTo>
                  <a:lnTo>
                    <a:pt x="8183" y="15219"/>
                  </a:lnTo>
                  <a:lnTo>
                    <a:pt x="8228" y="14522"/>
                  </a:lnTo>
                  <a:lnTo>
                    <a:pt x="8250" y="13466"/>
                  </a:lnTo>
                  <a:lnTo>
                    <a:pt x="8250" y="12836"/>
                  </a:lnTo>
                  <a:lnTo>
                    <a:pt x="8228" y="12139"/>
                  </a:lnTo>
                  <a:lnTo>
                    <a:pt x="8183" y="11375"/>
                  </a:lnTo>
                  <a:lnTo>
                    <a:pt x="8115" y="10588"/>
                  </a:lnTo>
                  <a:lnTo>
                    <a:pt x="8025" y="9757"/>
                  </a:lnTo>
                  <a:lnTo>
                    <a:pt x="7891" y="8925"/>
                  </a:lnTo>
                  <a:lnTo>
                    <a:pt x="7711" y="8071"/>
                  </a:lnTo>
                  <a:lnTo>
                    <a:pt x="7508" y="7216"/>
                  </a:lnTo>
                  <a:lnTo>
                    <a:pt x="7374" y="6789"/>
                  </a:lnTo>
                  <a:lnTo>
                    <a:pt x="7239" y="6385"/>
                  </a:lnTo>
                  <a:lnTo>
                    <a:pt x="7081" y="5958"/>
                  </a:lnTo>
                  <a:lnTo>
                    <a:pt x="6902" y="5553"/>
                  </a:lnTo>
                  <a:lnTo>
                    <a:pt x="6677" y="5058"/>
                  </a:lnTo>
                  <a:lnTo>
                    <a:pt x="6407" y="4519"/>
                  </a:lnTo>
                  <a:lnTo>
                    <a:pt x="6115" y="3979"/>
                  </a:lnTo>
                  <a:lnTo>
                    <a:pt x="5778" y="3440"/>
                  </a:lnTo>
                  <a:lnTo>
                    <a:pt x="5440" y="2900"/>
                  </a:lnTo>
                  <a:lnTo>
                    <a:pt x="5058" y="2383"/>
                  </a:lnTo>
                  <a:lnTo>
                    <a:pt x="4676" y="1866"/>
                  </a:lnTo>
                  <a:lnTo>
                    <a:pt x="4271" y="1417"/>
                  </a:lnTo>
                  <a:lnTo>
                    <a:pt x="3844" y="1012"/>
                  </a:lnTo>
                  <a:lnTo>
                    <a:pt x="3440" y="653"/>
                  </a:lnTo>
                  <a:lnTo>
                    <a:pt x="3215" y="495"/>
                  </a:lnTo>
                  <a:lnTo>
                    <a:pt x="3013" y="360"/>
                  </a:lnTo>
                  <a:lnTo>
                    <a:pt x="2810" y="248"/>
                  </a:lnTo>
                  <a:lnTo>
                    <a:pt x="2586" y="158"/>
                  </a:lnTo>
                  <a:lnTo>
                    <a:pt x="2383" y="91"/>
                  </a:lnTo>
                  <a:lnTo>
                    <a:pt x="2181" y="23"/>
                  </a:lnTo>
                  <a:lnTo>
                    <a:pt x="1956" y="1"/>
                  </a:lnTo>
                  <a:close/>
                </a:path>
              </a:pathLst>
            </a:custGeom>
            <a:solidFill>
              <a:srgbClr val="A6CC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5"/>
            <p:cNvSpPr/>
            <p:nvPr/>
          </p:nvSpPr>
          <p:spPr>
            <a:xfrm>
              <a:off x="5262125" y="2486025"/>
              <a:ext cx="201775" cy="369800"/>
            </a:xfrm>
            <a:custGeom>
              <a:avLst/>
              <a:gdLst/>
              <a:ahLst/>
              <a:cxnLst/>
              <a:rect l="l" t="t" r="r" b="b"/>
              <a:pathLst>
                <a:path w="8071" h="14792" extrusionOk="0">
                  <a:moveTo>
                    <a:pt x="922" y="0"/>
                  </a:moveTo>
                  <a:lnTo>
                    <a:pt x="0" y="14792"/>
                  </a:lnTo>
                  <a:lnTo>
                    <a:pt x="8070" y="14792"/>
                  </a:lnTo>
                  <a:lnTo>
                    <a:pt x="7149" y="0"/>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5"/>
            <p:cNvSpPr/>
            <p:nvPr/>
          </p:nvSpPr>
          <p:spPr>
            <a:xfrm>
              <a:off x="4910875" y="2003275"/>
              <a:ext cx="903700" cy="577750"/>
            </a:xfrm>
            <a:custGeom>
              <a:avLst/>
              <a:gdLst/>
              <a:ahLst/>
              <a:cxnLst/>
              <a:rect l="l" t="t" r="r" b="b"/>
              <a:pathLst>
                <a:path w="36148" h="23110" extrusionOk="0">
                  <a:moveTo>
                    <a:pt x="7441" y="1"/>
                  </a:moveTo>
                  <a:lnTo>
                    <a:pt x="6902" y="23"/>
                  </a:lnTo>
                  <a:lnTo>
                    <a:pt x="6362" y="91"/>
                  </a:lnTo>
                  <a:lnTo>
                    <a:pt x="5823" y="203"/>
                  </a:lnTo>
                  <a:lnTo>
                    <a:pt x="5328" y="338"/>
                  </a:lnTo>
                  <a:lnTo>
                    <a:pt x="4856" y="518"/>
                  </a:lnTo>
                  <a:lnTo>
                    <a:pt x="4384" y="743"/>
                  </a:lnTo>
                  <a:lnTo>
                    <a:pt x="3957" y="990"/>
                  </a:lnTo>
                  <a:lnTo>
                    <a:pt x="3553" y="1282"/>
                  </a:lnTo>
                  <a:lnTo>
                    <a:pt x="3170" y="1597"/>
                  </a:lnTo>
                  <a:lnTo>
                    <a:pt x="2833" y="1934"/>
                  </a:lnTo>
                  <a:lnTo>
                    <a:pt x="2541" y="2294"/>
                  </a:lnTo>
                  <a:lnTo>
                    <a:pt x="2271" y="2698"/>
                  </a:lnTo>
                  <a:lnTo>
                    <a:pt x="2046" y="3103"/>
                  </a:lnTo>
                  <a:lnTo>
                    <a:pt x="1867" y="3530"/>
                  </a:lnTo>
                  <a:lnTo>
                    <a:pt x="1732" y="4002"/>
                  </a:lnTo>
                  <a:lnTo>
                    <a:pt x="1664" y="4452"/>
                  </a:lnTo>
                  <a:lnTo>
                    <a:pt x="46" y="17602"/>
                  </a:lnTo>
                  <a:lnTo>
                    <a:pt x="23" y="17872"/>
                  </a:lnTo>
                  <a:lnTo>
                    <a:pt x="1" y="18141"/>
                  </a:lnTo>
                  <a:lnTo>
                    <a:pt x="23" y="18389"/>
                  </a:lnTo>
                  <a:lnTo>
                    <a:pt x="46" y="18658"/>
                  </a:lnTo>
                  <a:lnTo>
                    <a:pt x="68" y="18906"/>
                  </a:lnTo>
                  <a:lnTo>
                    <a:pt x="136" y="19175"/>
                  </a:lnTo>
                  <a:lnTo>
                    <a:pt x="203" y="19423"/>
                  </a:lnTo>
                  <a:lnTo>
                    <a:pt x="293" y="19670"/>
                  </a:lnTo>
                  <a:lnTo>
                    <a:pt x="383" y="19917"/>
                  </a:lnTo>
                  <a:lnTo>
                    <a:pt x="518" y="20165"/>
                  </a:lnTo>
                  <a:lnTo>
                    <a:pt x="630" y="20389"/>
                  </a:lnTo>
                  <a:lnTo>
                    <a:pt x="788" y="20614"/>
                  </a:lnTo>
                  <a:lnTo>
                    <a:pt x="945" y="20839"/>
                  </a:lnTo>
                  <a:lnTo>
                    <a:pt x="1125" y="21064"/>
                  </a:lnTo>
                  <a:lnTo>
                    <a:pt x="1305" y="21266"/>
                  </a:lnTo>
                  <a:lnTo>
                    <a:pt x="1507" y="21468"/>
                  </a:lnTo>
                  <a:lnTo>
                    <a:pt x="1709" y="21648"/>
                  </a:lnTo>
                  <a:lnTo>
                    <a:pt x="1934" y="21828"/>
                  </a:lnTo>
                  <a:lnTo>
                    <a:pt x="2159" y="22008"/>
                  </a:lnTo>
                  <a:lnTo>
                    <a:pt x="2406" y="22165"/>
                  </a:lnTo>
                  <a:lnTo>
                    <a:pt x="2653" y="22323"/>
                  </a:lnTo>
                  <a:lnTo>
                    <a:pt x="2923" y="22457"/>
                  </a:lnTo>
                  <a:lnTo>
                    <a:pt x="3193" y="22570"/>
                  </a:lnTo>
                  <a:lnTo>
                    <a:pt x="3463" y="22682"/>
                  </a:lnTo>
                  <a:lnTo>
                    <a:pt x="3732" y="22795"/>
                  </a:lnTo>
                  <a:lnTo>
                    <a:pt x="4025" y="22862"/>
                  </a:lnTo>
                  <a:lnTo>
                    <a:pt x="4317" y="22952"/>
                  </a:lnTo>
                  <a:lnTo>
                    <a:pt x="4609" y="22997"/>
                  </a:lnTo>
                  <a:lnTo>
                    <a:pt x="4924" y="23064"/>
                  </a:lnTo>
                  <a:lnTo>
                    <a:pt x="5216" y="23087"/>
                  </a:lnTo>
                  <a:lnTo>
                    <a:pt x="5531" y="23109"/>
                  </a:lnTo>
                  <a:lnTo>
                    <a:pt x="30640" y="23109"/>
                  </a:lnTo>
                  <a:lnTo>
                    <a:pt x="30932" y="23087"/>
                  </a:lnTo>
                  <a:lnTo>
                    <a:pt x="31247" y="23064"/>
                  </a:lnTo>
                  <a:lnTo>
                    <a:pt x="31539" y="22997"/>
                  </a:lnTo>
                  <a:lnTo>
                    <a:pt x="31831" y="22952"/>
                  </a:lnTo>
                  <a:lnTo>
                    <a:pt x="32123" y="22862"/>
                  </a:lnTo>
                  <a:lnTo>
                    <a:pt x="32416" y="22795"/>
                  </a:lnTo>
                  <a:lnTo>
                    <a:pt x="32708" y="22682"/>
                  </a:lnTo>
                  <a:lnTo>
                    <a:pt x="32978" y="22570"/>
                  </a:lnTo>
                  <a:lnTo>
                    <a:pt x="33247" y="22457"/>
                  </a:lnTo>
                  <a:lnTo>
                    <a:pt x="33495" y="22323"/>
                  </a:lnTo>
                  <a:lnTo>
                    <a:pt x="33742" y="22165"/>
                  </a:lnTo>
                  <a:lnTo>
                    <a:pt x="33989" y="22008"/>
                  </a:lnTo>
                  <a:lnTo>
                    <a:pt x="34214" y="21828"/>
                  </a:lnTo>
                  <a:lnTo>
                    <a:pt x="34439" y="21648"/>
                  </a:lnTo>
                  <a:lnTo>
                    <a:pt x="34664" y="21468"/>
                  </a:lnTo>
                  <a:lnTo>
                    <a:pt x="34866" y="21266"/>
                  </a:lnTo>
                  <a:lnTo>
                    <a:pt x="35046" y="21064"/>
                  </a:lnTo>
                  <a:lnTo>
                    <a:pt x="35225" y="20839"/>
                  </a:lnTo>
                  <a:lnTo>
                    <a:pt x="35383" y="20614"/>
                  </a:lnTo>
                  <a:lnTo>
                    <a:pt x="35518" y="20389"/>
                  </a:lnTo>
                  <a:lnTo>
                    <a:pt x="35653" y="20165"/>
                  </a:lnTo>
                  <a:lnTo>
                    <a:pt x="35765" y="19917"/>
                  </a:lnTo>
                  <a:lnTo>
                    <a:pt x="35877" y="19670"/>
                  </a:lnTo>
                  <a:lnTo>
                    <a:pt x="35945" y="19423"/>
                  </a:lnTo>
                  <a:lnTo>
                    <a:pt x="36035" y="19175"/>
                  </a:lnTo>
                  <a:lnTo>
                    <a:pt x="36080" y="18906"/>
                  </a:lnTo>
                  <a:lnTo>
                    <a:pt x="36125" y="18658"/>
                  </a:lnTo>
                  <a:lnTo>
                    <a:pt x="36147" y="18389"/>
                  </a:lnTo>
                  <a:lnTo>
                    <a:pt x="36147" y="18141"/>
                  </a:lnTo>
                  <a:lnTo>
                    <a:pt x="36147" y="17872"/>
                  </a:lnTo>
                  <a:lnTo>
                    <a:pt x="36125" y="17602"/>
                  </a:lnTo>
                  <a:lnTo>
                    <a:pt x="34506" y="4452"/>
                  </a:lnTo>
                  <a:lnTo>
                    <a:pt x="34416" y="4002"/>
                  </a:lnTo>
                  <a:lnTo>
                    <a:pt x="34281" y="3530"/>
                  </a:lnTo>
                  <a:lnTo>
                    <a:pt x="34102" y="3103"/>
                  </a:lnTo>
                  <a:lnTo>
                    <a:pt x="33877" y="2698"/>
                  </a:lnTo>
                  <a:lnTo>
                    <a:pt x="33629" y="2294"/>
                  </a:lnTo>
                  <a:lnTo>
                    <a:pt x="33315" y="1934"/>
                  </a:lnTo>
                  <a:lnTo>
                    <a:pt x="32978" y="1597"/>
                  </a:lnTo>
                  <a:lnTo>
                    <a:pt x="32618" y="1282"/>
                  </a:lnTo>
                  <a:lnTo>
                    <a:pt x="32213" y="990"/>
                  </a:lnTo>
                  <a:lnTo>
                    <a:pt x="31764" y="743"/>
                  </a:lnTo>
                  <a:lnTo>
                    <a:pt x="31314" y="518"/>
                  </a:lnTo>
                  <a:lnTo>
                    <a:pt x="30820" y="338"/>
                  </a:lnTo>
                  <a:lnTo>
                    <a:pt x="30325" y="203"/>
                  </a:lnTo>
                  <a:lnTo>
                    <a:pt x="29808" y="91"/>
                  </a:lnTo>
                  <a:lnTo>
                    <a:pt x="29269" y="23"/>
                  </a:lnTo>
                  <a:lnTo>
                    <a:pt x="28707" y="1"/>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5"/>
            <p:cNvSpPr/>
            <p:nvPr/>
          </p:nvSpPr>
          <p:spPr>
            <a:xfrm>
              <a:off x="4964275" y="2048800"/>
              <a:ext cx="796900" cy="486700"/>
            </a:xfrm>
            <a:custGeom>
              <a:avLst/>
              <a:gdLst/>
              <a:ahLst/>
              <a:cxnLst/>
              <a:rect l="l" t="t" r="r" b="b"/>
              <a:pathLst>
                <a:path w="31876" h="19468" extrusionOk="0">
                  <a:moveTo>
                    <a:pt x="5305" y="1"/>
                  </a:moveTo>
                  <a:lnTo>
                    <a:pt x="4968" y="23"/>
                  </a:lnTo>
                  <a:lnTo>
                    <a:pt x="4631" y="68"/>
                  </a:lnTo>
                  <a:lnTo>
                    <a:pt x="4294" y="135"/>
                  </a:lnTo>
                  <a:lnTo>
                    <a:pt x="3979" y="225"/>
                  </a:lnTo>
                  <a:lnTo>
                    <a:pt x="3664" y="338"/>
                  </a:lnTo>
                  <a:lnTo>
                    <a:pt x="3372" y="473"/>
                  </a:lnTo>
                  <a:lnTo>
                    <a:pt x="3102" y="630"/>
                  </a:lnTo>
                  <a:lnTo>
                    <a:pt x="2855" y="810"/>
                  </a:lnTo>
                  <a:lnTo>
                    <a:pt x="2608" y="1012"/>
                  </a:lnTo>
                  <a:lnTo>
                    <a:pt x="2383" y="1237"/>
                  </a:lnTo>
                  <a:lnTo>
                    <a:pt x="2203" y="1462"/>
                  </a:lnTo>
                  <a:lnTo>
                    <a:pt x="2024" y="1709"/>
                  </a:lnTo>
                  <a:lnTo>
                    <a:pt x="1889" y="1979"/>
                  </a:lnTo>
                  <a:lnTo>
                    <a:pt x="1776" y="2249"/>
                  </a:lnTo>
                  <a:lnTo>
                    <a:pt x="1686" y="2541"/>
                  </a:lnTo>
                  <a:lnTo>
                    <a:pt x="1641" y="2833"/>
                  </a:lnTo>
                  <a:lnTo>
                    <a:pt x="23" y="15983"/>
                  </a:lnTo>
                  <a:lnTo>
                    <a:pt x="0" y="16320"/>
                  </a:lnTo>
                  <a:lnTo>
                    <a:pt x="23" y="16658"/>
                  </a:lnTo>
                  <a:lnTo>
                    <a:pt x="90" y="16995"/>
                  </a:lnTo>
                  <a:lnTo>
                    <a:pt x="180" y="17309"/>
                  </a:lnTo>
                  <a:lnTo>
                    <a:pt x="338" y="17624"/>
                  </a:lnTo>
                  <a:lnTo>
                    <a:pt x="495" y="17894"/>
                  </a:lnTo>
                  <a:lnTo>
                    <a:pt x="720" y="18164"/>
                  </a:lnTo>
                  <a:lnTo>
                    <a:pt x="945" y="18433"/>
                  </a:lnTo>
                  <a:lnTo>
                    <a:pt x="1214" y="18658"/>
                  </a:lnTo>
                  <a:lnTo>
                    <a:pt x="1506" y="18861"/>
                  </a:lnTo>
                  <a:lnTo>
                    <a:pt x="1821" y="19040"/>
                  </a:lnTo>
                  <a:lnTo>
                    <a:pt x="2158" y="19198"/>
                  </a:lnTo>
                  <a:lnTo>
                    <a:pt x="2518" y="19310"/>
                  </a:lnTo>
                  <a:lnTo>
                    <a:pt x="2900" y="19400"/>
                  </a:lnTo>
                  <a:lnTo>
                    <a:pt x="3282" y="19445"/>
                  </a:lnTo>
                  <a:lnTo>
                    <a:pt x="3687" y="19467"/>
                  </a:lnTo>
                  <a:lnTo>
                    <a:pt x="28189" y="19467"/>
                  </a:lnTo>
                  <a:lnTo>
                    <a:pt x="28594" y="19445"/>
                  </a:lnTo>
                  <a:lnTo>
                    <a:pt x="28998" y="19400"/>
                  </a:lnTo>
                  <a:lnTo>
                    <a:pt x="29358" y="19310"/>
                  </a:lnTo>
                  <a:lnTo>
                    <a:pt x="29718" y="19198"/>
                  </a:lnTo>
                  <a:lnTo>
                    <a:pt x="30055" y="19040"/>
                  </a:lnTo>
                  <a:lnTo>
                    <a:pt x="30370" y="18861"/>
                  </a:lnTo>
                  <a:lnTo>
                    <a:pt x="30662" y="18658"/>
                  </a:lnTo>
                  <a:lnTo>
                    <a:pt x="30932" y="18433"/>
                  </a:lnTo>
                  <a:lnTo>
                    <a:pt x="31179" y="18164"/>
                  </a:lnTo>
                  <a:lnTo>
                    <a:pt x="31381" y="17894"/>
                  </a:lnTo>
                  <a:lnTo>
                    <a:pt x="31561" y="17624"/>
                  </a:lnTo>
                  <a:lnTo>
                    <a:pt x="31696" y="17309"/>
                  </a:lnTo>
                  <a:lnTo>
                    <a:pt x="31808" y="16995"/>
                  </a:lnTo>
                  <a:lnTo>
                    <a:pt x="31853" y="16658"/>
                  </a:lnTo>
                  <a:lnTo>
                    <a:pt x="31876" y="16320"/>
                  </a:lnTo>
                  <a:lnTo>
                    <a:pt x="31876" y="15983"/>
                  </a:lnTo>
                  <a:lnTo>
                    <a:pt x="30235" y="2833"/>
                  </a:lnTo>
                  <a:lnTo>
                    <a:pt x="30190" y="2541"/>
                  </a:lnTo>
                  <a:lnTo>
                    <a:pt x="30100" y="2249"/>
                  </a:lnTo>
                  <a:lnTo>
                    <a:pt x="29987" y="1979"/>
                  </a:lnTo>
                  <a:lnTo>
                    <a:pt x="29853" y="1709"/>
                  </a:lnTo>
                  <a:lnTo>
                    <a:pt x="29695" y="1462"/>
                  </a:lnTo>
                  <a:lnTo>
                    <a:pt x="29493" y="1237"/>
                  </a:lnTo>
                  <a:lnTo>
                    <a:pt x="29268" y="1012"/>
                  </a:lnTo>
                  <a:lnTo>
                    <a:pt x="29043" y="810"/>
                  </a:lnTo>
                  <a:lnTo>
                    <a:pt x="28796" y="630"/>
                  </a:lnTo>
                  <a:lnTo>
                    <a:pt x="28504" y="473"/>
                  </a:lnTo>
                  <a:lnTo>
                    <a:pt x="28212" y="338"/>
                  </a:lnTo>
                  <a:lnTo>
                    <a:pt x="27919" y="225"/>
                  </a:lnTo>
                  <a:lnTo>
                    <a:pt x="27605" y="135"/>
                  </a:lnTo>
                  <a:lnTo>
                    <a:pt x="27267" y="68"/>
                  </a:lnTo>
                  <a:lnTo>
                    <a:pt x="26930" y="23"/>
                  </a:lnTo>
                  <a:lnTo>
                    <a:pt x="26571" y="1"/>
                  </a:lnTo>
                  <a:close/>
                </a:path>
              </a:pathLst>
            </a:custGeom>
            <a:solidFill>
              <a:srgbClr val="EAE9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5"/>
            <p:cNvSpPr/>
            <p:nvPr/>
          </p:nvSpPr>
          <p:spPr>
            <a:xfrm>
              <a:off x="4996300" y="2167375"/>
              <a:ext cx="733400" cy="26450"/>
            </a:xfrm>
            <a:custGeom>
              <a:avLst/>
              <a:gdLst/>
              <a:ahLst/>
              <a:cxnLst/>
              <a:rect l="l" t="t" r="r" b="b"/>
              <a:pathLst>
                <a:path w="29336" h="1058" extrusionOk="0">
                  <a:moveTo>
                    <a:pt x="136" y="1"/>
                  </a:moveTo>
                  <a:lnTo>
                    <a:pt x="1" y="1057"/>
                  </a:lnTo>
                  <a:lnTo>
                    <a:pt x="29336" y="1057"/>
                  </a:lnTo>
                  <a:lnTo>
                    <a:pt x="292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5"/>
            <p:cNvSpPr/>
            <p:nvPr/>
          </p:nvSpPr>
          <p:spPr>
            <a:xfrm>
              <a:off x="4970450" y="2376425"/>
              <a:ext cx="785100" cy="26450"/>
            </a:xfrm>
            <a:custGeom>
              <a:avLst/>
              <a:gdLst/>
              <a:ahLst/>
              <a:cxnLst/>
              <a:rect l="l" t="t" r="r" b="b"/>
              <a:pathLst>
                <a:path w="31404" h="1058" extrusionOk="0">
                  <a:moveTo>
                    <a:pt x="136" y="1"/>
                  </a:moveTo>
                  <a:lnTo>
                    <a:pt x="1" y="1057"/>
                  </a:lnTo>
                  <a:lnTo>
                    <a:pt x="31404" y="1057"/>
                  </a:lnTo>
                  <a:lnTo>
                    <a:pt x="312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15"/>
            <p:cNvSpPr/>
            <p:nvPr/>
          </p:nvSpPr>
          <p:spPr>
            <a:xfrm>
              <a:off x="5489725" y="2048800"/>
              <a:ext cx="30925" cy="486700"/>
            </a:xfrm>
            <a:custGeom>
              <a:avLst/>
              <a:gdLst/>
              <a:ahLst/>
              <a:cxnLst/>
              <a:rect l="l" t="t" r="r" b="b"/>
              <a:pathLst>
                <a:path w="1237" h="19468" extrusionOk="0">
                  <a:moveTo>
                    <a:pt x="0" y="1"/>
                  </a:moveTo>
                  <a:lnTo>
                    <a:pt x="0" y="19467"/>
                  </a:lnTo>
                  <a:lnTo>
                    <a:pt x="1237" y="19467"/>
                  </a:lnTo>
                  <a:lnTo>
                    <a:pt x="12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5"/>
            <p:cNvSpPr/>
            <p:nvPr/>
          </p:nvSpPr>
          <p:spPr>
            <a:xfrm>
              <a:off x="5177250" y="2048800"/>
              <a:ext cx="31500" cy="486700"/>
            </a:xfrm>
            <a:custGeom>
              <a:avLst/>
              <a:gdLst/>
              <a:ahLst/>
              <a:cxnLst/>
              <a:rect l="l" t="t" r="r" b="b"/>
              <a:pathLst>
                <a:path w="1260" h="19468" extrusionOk="0">
                  <a:moveTo>
                    <a:pt x="1" y="1"/>
                  </a:moveTo>
                  <a:lnTo>
                    <a:pt x="1" y="19467"/>
                  </a:lnTo>
                  <a:lnTo>
                    <a:pt x="1260" y="19467"/>
                  </a:lnTo>
                  <a:lnTo>
                    <a:pt x="12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5"/>
            <p:cNvSpPr/>
            <p:nvPr/>
          </p:nvSpPr>
          <p:spPr>
            <a:xfrm>
              <a:off x="3144025" y="2486025"/>
              <a:ext cx="201225" cy="369800"/>
            </a:xfrm>
            <a:custGeom>
              <a:avLst/>
              <a:gdLst/>
              <a:ahLst/>
              <a:cxnLst/>
              <a:rect l="l" t="t" r="r" b="b"/>
              <a:pathLst>
                <a:path w="8049" h="14792" extrusionOk="0">
                  <a:moveTo>
                    <a:pt x="900" y="0"/>
                  </a:moveTo>
                  <a:lnTo>
                    <a:pt x="1" y="14792"/>
                  </a:lnTo>
                  <a:lnTo>
                    <a:pt x="8048" y="14792"/>
                  </a:lnTo>
                  <a:lnTo>
                    <a:pt x="7149" y="0"/>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5"/>
            <p:cNvSpPr/>
            <p:nvPr/>
          </p:nvSpPr>
          <p:spPr>
            <a:xfrm>
              <a:off x="2792800" y="2003275"/>
              <a:ext cx="903675" cy="577750"/>
            </a:xfrm>
            <a:custGeom>
              <a:avLst/>
              <a:gdLst/>
              <a:ahLst/>
              <a:cxnLst/>
              <a:rect l="l" t="t" r="r" b="b"/>
              <a:pathLst>
                <a:path w="36147" h="23110" extrusionOk="0">
                  <a:moveTo>
                    <a:pt x="7441" y="1"/>
                  </a:moveTo>
                  <a:lnTo>
                    <a:pt x="6879" y="23"/>
                  </a:lnTo>
                  <a:lnTo>
                    <a:pt x="6340" y="91"/>
                  </a:lnTo>
                  <a:lnTo>
                    <a:pt x="5823" y="203"/>
                  </a:lnTo>
                  <a:lnTo>
                    <a:pt x="5328" y="338"/>
                  </a:lnTo>
                  <a:lnTo>
                    <a:pt x="4833" y="518"/>
                  </a:lnTo>
                  <a:lnTo>
                    <a:pt x="4384" y="743"/>
                  </a:lnTo>
                  <a:lnTo>
                    <a:pt x="3934" y="990"/>
                  </a:lnTo>
                  <a:lnTo>
                    <a:pt x="3552" y="1282"/>
                  </a:lnTo>
                  <a:lnTo>
                    <a:pt x="3170" y="1597"/>
                  </a:lnTo>
                  <a:lnTo>
                    <a:pt x="2833" y="1934"/>
                  </a:lnTo>
                  <a:lnTo>
                    <a:pt x="2518" y="2294"/>
                  </a:lnTo>
                  <a:lnTo>
                    <a:pt x="2271" y="2698"/>
                  </a:lnTo>
                  <a:lnTo>
                    <a:pt x="2046" y="3103"/>
                  </a:lnTo>
                  <a:lnTo>
                    <a:pt x="1866" y="3530"/>
                  </a:lnTo>
                  <a:lnTo>
                    <a:pt x="1731" y="4002"/>
                  </a:lnTo>
                  <a:lnTo>
                    <a:pt x="1641" y="4452"/>
                  </a:lnTo>
                  <a:lnTo>
                    <a:pt x="23" y="17602"/>
                  </a:lnTo>
                  <a:lnTo>
                    <a:pt x="0" y="17872"/>
                  </a:lnTo>
                  <a:lnTo>
                    <a:pt x="0" y="18141"/>
                  </a:lnTo>
                  <a:lnTo>
                    <a:pt x="0" y="18389"/>
                  </a:lnTo>
                  <a:lnTo>
                    <a:pt x="23" y="18658"/>
                  </a:lnTo>
                  <a:lnTo>
                    <a:pt x="68" y="18906"/>
                  </a:lnTo>
                  <a:lnTo>
                    <a:pt x="113" y="19175"/>
                  </a:lnTo>
                  <a:lnTo>
                    <a:pt x="203" y="19423"/>
                  </a:lnTo>
                  <a:lnTo>
                    <a:pt x="270" y="19670"/>
                  </a:lnTo>
                  <a:lnTo>
                    <a:pt x="383" y="19917"/>
                  </a:lnTo>
                  <a:lnTo>
                    <a:pt x="495" y="20165"/>
                  </a:lnTo>
                  <a:lnTo>
                    <a:pt x="630" y="20389"/>
                  </a:lnTo>
                  <a:lnTo>
                    <a:pt x="765" y="20614"/>
                  </a:lnTo>
                  <a:lnTo>
                    <a:pt x="922" y="20839"/>
                  </a:lnTo>
                  <a:lnTo>
                    <a:pt x="1102" y="21064"/>
                  </a:lnTo>
                  <a:lnTo>
                    <a:pt x="1282" y="21266"/>
                  </a:lnTo>
                  <a:lnTo>
                    <a:pt x="1484" y="21468"/>
                  </a:lnTo>
                  <a:lnTo>
                    <a:pt x="1709" y="21648"/>
                  </a:lnTo>
                  <a:lnTo>
                    <a:pt x="1934" y="21828"/>
                  </a:lnTo>
                  <a:lnTo>
                    <a:pt x="2158" y="22008"/>
                  </a:lnTo>
                  <a:lnTo>
                    <a:pt x="2406" y="22165"/>
                  </a:lnTo>
                  <a:lnTo>
                    <a:pt x="2653" y="22323"/>
                  </a:lnTo>
                  <a:lnTo>
                    <a:pt x="2900" y="22457"/>
                  </a:lnTo>
                  <a:lnTo>
                    <a:pt x="3170" y="22570"/>
                  </a:lnTo>
                  <a:lnTo>
                    <a:pt x="3440" y="22682"/>
                  </a:lnTo>
                  <a:lnTo>
                    <a:pt x="3732" y="22795"/>
                  </a:lnTo>
                  <a:lnTo>
                    <a:pt x="4024" y="22862"/>
                  </a:lnTo>
                  <a:lnTo>
                    <a:pt x="4316" y="22952"/>
                  </a:lnTo>
                  <a:lnTo>
                    <a:pt x="4609" y="22997"/>
                  </a:lnTo>
                  <a:lnTo>
                    <a:pt x="4901" y="23064"/>
                  </a:lnTo>
                  <a:lnTo>
                    <a:pt x="5216" y="23087"/>
                  </a:lnTo>
                  <a:lnTo>
                    <a:pt x="5508" y="23109"/>
                  </a:lnTo>
                  <a:lnTo>
                    <a:pt x="30617" y="23109"/>
                  </a:lnTo>
                  <a:lnTo>
                    <a:pt x="30932" y="23087"/>
                  </a:lnTo>
                  <a:lnTo>
                    <a:pt x="31246" y="23064"/>
                  </a:lnTo>
                  <a:lnTo>
                    <a:pt x="31539" y="22997"/>
                  </a:lnTo>
                  <a:lnTo>
                    <a:pt x="31831" y="22952"/>
                  </a:lnTo>
                  <a:lnTo>
                    <a:pt x="32123" y="22862"/>
                  </a:lnTo>
                  <a:lnTo>
                    <a:pt x="32415" y="22795"/>
                  </a:lnTo>
                  <a:lnTo>
                    <a:pt x="32685" y="22682"/>
                  </a:lnTo>
                  <a:lnTo>
                    <a:pt x="32955" y="22570"/>
                  </a:lnTo>
                  <a:lnTo>
                    <a:pt x="33224" y="22457"/>
                  </a:lnTo>
                  <a:lnTo>
                    <a:pt x="33494" y="22323"/>
                  </a:lnTo>
                  <a:lnTo>
                    <a:pt x="33741" y="22165"/>
                  </a:lnTo>
                  <a:lnTo>
                    <a:pt x="33989" y="22008"/>
                  </a:lnTo>
                  <a:lnTo>
                    <a:pt x="34214" y="21828"/>
                  </a:lnTo>
                  <a:lnTo>
                    <a:pt x="34438" y="21648"/>
                  </a:lnTo>
                  <a:lnTo>
                    <a:pt x="34641" y="21468"/>
                  </a:lnTo>
                  <a:lnTo>
                    <a:pt x="34843" y="21266"/>
                  </a:lnTo>
                  <a:lnTo>
                    <a:pt x="35045" y="21064"/>
                  </a:lnTo>
                  <a:lnTo>
                    <a:pt x="35203" y="20839"/>
                  </a:lnTo>
                  <a:lnTo>
                    <a:pt x="35360" y="20614"/>
                  </a:lnTo>
                  <a:lnTo>
                    <a:pt x="35517" y="20389"/>
                  </a:lnTo>
                  <a:lnTo>
                    <a:pt x="35652" y="20165"/>
                  </a:lnTo>
                  <a:lnTo>
                    <a:pt x="35765" y="19917"/>
                  </a:lnTo>
                  <a:lnTo>
                    <a:pt x="35855" y="19670"/>
                  </a:lnTo>
                  <a:lnTo>
                    <a:pt x="35944" y="19423"/>
                  </a:lnTo>
                  <a:lnTo>
                    <a:pt x="36012" y="19175"/>
                  </a:lnTo>
                  <a:lnTo>
                    <a:pt x="36079" y="18906"/>
                  </a:lnTo>
                  <a:lnTo>
                    <a:pt x="36102" y="18658"/>
                  </a:lnTo>
                  <a:lnTo>
                    <a:pt x="36147" y="18389"/>
                  </a:lnTo>
                  <a:lnTo>
                    <a:pt x="36147" y="18141"/>
                  </a:lnTo>
                  <a:lnTo>
                    <a:pt x="36147" y="17872"/>
                  </a:lnTo>
                  <a:lnTo>
                    <a:pt x="36102" y="17602"/>
                  </a:lnTo>
                  <a:lnTo>
                    <a:pt x="34483" y="4452"/>
                  </a:lnTo>
                  <a:lnTo>
                    <a:pt x="34416" y="4002"/>
                  </a:lnTo>
                  <a:lnTo>
                    <a:pt x="34281" y="3530"/>
                  </a:lnTo>
                  <a:lnTo>
                    <a:pt x="34101" y="3103"/>
                  </a:lnTo>
                  <a:lnTo>
                    <a:pt x="33876" y="2698"/>
                  </a:lnTo>
                  <a:lnTo>
                    <a:pt x="33607" y="2294"/>
                  </a:lnTo>
                  <a:lnTo>
                    <a:pt x="33314" y="1934"/>
                  </a:lnTo>
                  <a:lnTo>
                    <a:pt x="32977" y="1597"/>
                  </a:lnTo>
                  <a:lnTo>
                    <a:pt x="32595" y="1282"/>
                  </a:lnTo>
                  <a:lnTo>
                    <a:pt x="32190" y="990"/>
                  </a:lnTo>
                  <a:lnTo>
                    <a:pt x="31763" y="743"/>
                  </a:lnTo>
                  <a:lnTo>
                    <a:pt x="31314" y="518"/>
                  </a:lnTo>
                  <a:lnTo>
                    <a:pt x="30819" y="338"/>
                  </a:lnTo>
                  <a:lnTo>
                    <a:pt x="30325" y="203"/>
                  </a:lnTo>
                  <a:lnTo>
                    <a:pt x="29785" y="91"/>
                  </a:lnTo>
                  <a:lnTo>
                    <a:pt x="29246" y="23"/>
                  </a:lnTo>
                  <a:lnTo>
                    <a:pt x="28706" y="1"/>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5"/>
            <p:cNvSpPr/>
            <p:nvPr/>
          </p:nvSpPr>
          <p:spPr>
            <a:xfrm>
              <a:off x="2846201" y="2048799"/>
              <a:ext cx="796900" cy="486699"/>
            </a:xfrm>
            <a:custGeom>
              <a:avLst/>
              <a:gdLst/>
              <a:ahLst/>
              <a:cxnLst/>
              <a:rect l="l" t="t" r="r" b="b"/>
              <a:pathLst>
                <a:path w="31876" h="19468" extrusionOk="0">
                  <a:moveTo>
                    <a:pt x="5305" y="1"/>
                  </a:moveTo>
                  <a:lnTo>
                    <a:pt x="4945" y="23"/>
                  </a:lnTo>
                  <a:lnTo>
                    <a:pt x="4608" y="68"/>
                  </a:lnTo>
                  <a:lnTo>
                    <a:pt x="4271" y="135"/>
                  </a:lnTo>
                  <a:lnTo>
                    <a:pt x="3956" y="225"/>
                  </a:lnTo>
                  <a:lnTo>
                    <a:pt x="3664" y="338"/>
                  </a:lnTo>
                  <a:lnTo>
                    <a:pt x="3372" y="473"/>
                  </a:lnTo>
                  <a:lnTo>
                    <a:pt x="3080" y="630"/>
                  </a:lnTo>
                  <a:lnTo>
                    <a:pt x="2832" y="810"/>
                  </a:lnTo>
                  <a:lnTo>
                    <a:pt x="2608" y="1012"/>
                  </a:lnTo>
                  <a:lnTo>
                    <a:pt x="2383" y="1237"/>
                  </a:lnTo>
                  <a:lnTo>
                    <a:pt x="2203" y="1462"/>
                  </a:lnTo>
                  <a:lnTo>
                    <a:pt x="2023" y="1709"/>
                  </a:lnTo>
                  <a:lnTo>
                    <a:pt x="1888" y="1979"/>
                  </a:lnTo>
                  <a:lnTo>
                    <a:pt x="1776" y="2249"/>
                  </a:lnTo>
                  <a:lnTo>
                    <a:pt x="1686" y="2541"/>
                  </a:lnTo>
                  <a:lnTo>
                    <a:pt x="1641" y="2833"/>
                  </a:lnTo>
                  <a:lnTo>
                    <a:pt x="22" y="15983"/>
                  </a:lnTo>
                  <a:lnTo>
                    <a:pt x="0" y="16320"/>
                  </a:lnTo>
                  <a:lnTo>
                    <a:pt x="22" y="16658"/>
                  </a:lnTo>
                  <a:lnTo>
                    <a:pt x="67" y="16995"/>
                  </a:lnTo>
                  <a:lnTo>
                    <a:pt x="180" y="17309"/>
                  </a:lnTo>
                  <a:lnTo>
                    <a:pt x="315" y="17624"/>
                  </a:lnTo>
                  <a:lnTo>
                    <a:pt x="495" y="17894"/>
                  </a:lnTo>
                  <a:lnTo>
                    <a:pt x="697" y="18164"/>
                  </a:lnTo>
                  <a:lnTo>
                    <a:pt x="944" y="18433"/>
                  </a:lnTo>
                  <a:lnTo>
                    <a:pt x="1214" y="18658"/>
                  </a:lnTo>
                  <a:lnTo>
                    <a:pt x="1506" y="18861"/>
                  </a:lnTo>
                  <a:lnTo>
                    <a:pt x="1821" y="19040"/>
                  </a:lnTo>
                  <a:lnTo>
                    <a:pt x="2158" y="19198"/>
                  </a:lnTo>
                  <a:lnTo>
                    <a:pt x="2518" y="19310"/>
                  </a:lnTo>
                  <a:lnTo>
                    <a:pt x="2877" y="19400"/>
                  </a:lnTo>
                  <a:lnTo>
                    <a:pt x="3282" y="19445"/>
                  </a:lnTo>
                  <a:lnTo>
                    <a:pt x="3687" y="19467"/>
                  </a:lnTo>
                  <a:lnTo>
                    <a:pt x="28189" y="19467"/>
                  </a:lnTo>
                  <a:lnTo>
                    <a:pt x="28593" y="19445"/>
                  </a:lnTo>
                  <a:lnTo>
                    <a:pt x="28975" y="19400"/>
                  </a:lnTo>
                  <a:lnTo>
                    <a:pt x="29358" y="19310"/>
                  </a:lnTo>
                  <a:lnTo>
                    <a:pt x="29717" y="19198"/>
                  </a:lnTo>
                  <a:lnTo>
                    <a:pt x="30054" y="19040"/>
                  </a:lnTo>
                  <a:lnTo>
                    <a:pt x="30369" y="18861"/>
                  </a:lnTo>
                  <a:lnTo>
                    <a:pt x="30661" y="18658"/>
                  </a:lnTo>
                  <a:lnTo>
                    <a:pt x="30931" y="18433"/>
                  </a:lnTo>
                  <a:lnTo>
                    <a:pt x="31156" y="18164"/>
                  </a:lnTo>
                  <a:lnTo>
                    <a:pt x="31381" y="17894"/>
                  </a:lnTo>
                  <a:lnTo>
                    <a:pt x="31538" y="17624"/>
                  </a:lnTo>
                  <a:lnTo>
                    <a:pt x="31695" y="17309"/>
                  </a:lnTo>
                  <a:lnTo>
                    <a:pt x="31785" y="16995"/>
                  </a:lnTo>
                  <a:lnTo>
                    <a:pt x="31853" y="16658"/>
                  </a:lnTo>
                  <a:lnTo>
                    <a:pt x="31875" y="16320"/>
                  </a:lnTo>
                  <a:lnTo>
                    <a:pt x="31853" y="15983"/>
                  </a:lnTo>
                  <a:lnTo>
                    <a:pt x="30234" y="2833"/>
                  </a:lnTo>
                  <a:lnTo>
                    <a:pt x="30189" y="2541"/>
                  </a:lnTo>
                  <a:lnTo>
                    <a:pt x="30099" y="2249"/>
                  </a:lnTo>
                  <a:lnTo>
                    <a:pt x="29987" y="1979"/>
                  </a:lnTo>
                  <a:lnTo>
                    <a:pt x="29852" y="1709"/>
                  </a:lnTo>
                  <a:lnTo>
                    <a:pt x="29672" y="1462"/>
                  </a:lnTo>
                  <a:lnTo>
                    <a:pt x="29492" y="1237"/>
                  </a:lnTo>
                  <a:lnTo>
                    <a:pt x="29268" y="1012"/>
                  </a:lnTo>
                  <a:lnTo>
                    <a:pt x="29043" y="810"/>
                  </a:lnTo>
                  <a:lnTo>
                    <a:pt x="28773" y="630"/>
                  </a:lnTo>
                  <a:lnTo>
                    <a:pt x="28503" y="473"/>
                  </a:lnTo>
                  <a:lnTo>
                    <a:pt x="28211" y="338"/>
                  </a:lnTo>
                  <a:lnTo>
                    <a:pt x="27896" y="225"/>
                  </a:lnTo>
                  <a:lnTo>
                    <a:pt x="27582" y="135"/>
                  </a:lnTo>
                  <a:lnTo>
                    <a:pt x="27245" y="68"/>
                  </a:lnTo>
                  <a:lnTo>
                    <a:pt x="26907" y="23"/>
                  </a:lnTo>
                  <a:lnTo>
                    <a:pt x="26570" y="1"/>
                  </a:lnTo>
                  <a:close/>
                </a:path>
              </a:pathLst>
            </a:custGeom>
            <a:solidFill>
              <a:srgbClr val="EAE9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65" name="Google Shape;265;p15"/>
            <p:cNvSpPr/>
            <p:nvPr/>
          </p:nvSpPr>
          <p:spPr>
            <a:xfrm>
              <a:off x="2877650" y="2167375"/>
              <a:ext cx="733400" cy="26450"/>
            </a:xfrm>
            <a:custGeom>
              <a:avLst/>
              <a:gdLst/>
              <a:ahLst/>
              <a:cxnLst/>
              <a:rect l="l" t="t" r="r" b="b"/>
              <a:pathLst>
                <a:path w="29336" h="1058" extrusionOk="0">
                  <a:moveTo>
                    <a:pt x="136" y="1"/>
                  </a:moveTo>
                  <a:lnTo>
                    <a:pt x="1" y="1057"/>
                  </a:lnTo>
                  <a:lnTo>
                    <a:pt x="29336" y="1057"/>
                  </a:lnTo>
                  <a:lnTo>
                    <a:pt x="2920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5"/>
            <p:cNvSpPr/>
            <p:nvPr/>
          </p:nvSpPr>
          <p:spPr>
            <a:xfrm>
              <a:off x="2851800" y="2376425"/>
              <a:ext cx="785100" cy="26450"/>
            </a:xfrm>
            <a:custGeom>
              <a:avLst/>
              <a:gdLst/>
              <a:ahLst/>
              <a:cxnLst/>
              <a:rect l="l" t="t" r="r" b="b"/>
              <a:pathLst>
                <a:path w="31404" h="1058" extrusionOk="0">
                  <a:moveTo>
                    <a:pt x="136" y="1"/>
                  </a:moveTo>
                  <a:lnTo>
                    <a:pt x="1" y="1057"/>
                  </a:lnTo>
                  <a:lnTo>
                    <a:pt x="31404" y="1057"/>
                  </a:lnTo>
                  <a:lnTo>
                    <a:pt x="312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5"/>
            <p:cNvSpPr/>
            <p:nvPr/>
          </p:nvSpPr>
          <p:spPr>
            <a:xfrm>
              <a:off x="3371075" y="2048800"/>
              <a:ext cx="31500" cy="486700"/>
            </a:xfrm>
            <a:custGeom>
              <a:avLst/>
              <a:gdLst/>
              <a:ahLst/>
              <a:cxnLst/>
              <a:rect l="l" t="t" r="r" b="b"/>
              <a:pathLst>
                <a:path w="1260" h="19468" extrusionOk="0">
                  <a:moveTo>
                    <a:pt x="0" y="1"/>
                  </a:moveTo>
                  <a:lnTo>
                    <a:pt x="0" y="19467"/>
                  </a:lnTo>
                  <a:lnTo>
                    <a:pt x="1259" y="19467"/>
                  </a:lnTo>
                  <a:lnTo>
                    <a:pt x="12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5"/>
            <p:cNvSpPr/>
            <p:nvPr/>
          </p:nvSpPr>
          <p:spPr>
            <a:xfrm>
              <a:off x="3059175" y="2048800"/>
              <a:ext cx="30925" cy="486700"/>
            </a:xfrm>
            <a:custGeom>
              <a:avLst/>
              <a:gdLst/>
              <a:ahLst/>
              <a:cxnLst/>
              <a:rect l="l" t="t" r="r" b="b"/>
              <a:pathLst>
                <a:path w="1237" h="19468" extrusionOk="0">
                  <a:moveTo>
                    <a:pt x="1" y="1"/>
                  </a:moveTo>
                  <a:lnTo>
                    <a:pt x="1" y="19467"/>
                  </a:lnTo>
                  <a:lnTo>
                    <a:pt x="1237" y="19467"/>
                  </a:lnTo>
                  <a:lnTo>
                    <a:pt x="12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5"/>
            <p:cNvSpPr/>
            <p:nvPr/>
          </p:nvSpPr>
          <p:spPr>
            <a:xfrm>
              <a:off x="3993750" y="264525"/>
              <a:ext cx="739575" cy="739025"/>
            </a:xfrm>
            <a:custGeom>
              <a:avLst/>
              <a:gdLst/>
              <a:ahLst/>
              <a:cxnLst/>
              <a:rect l="l" t="t" r="r" b="b"/>
              <a:pathLst>
                <a:path w="29583" h="29561" extrusionOk="0">
                  <a:moveTo>
                    <a:pt x="14027" y="1"/>
                  </a:moveTo>
                  <a:lnTo>
                    <a:pt x="13285" y="68"/>
                  </a:lnTo>
                  <a:lnTo>
                    <a:pt x="12543" y="158"/>
                  </a:lnTo>
                  <a:lnTo>
                    <a:pt x="11802" y="293"/>
                  </a:lnTo>
                  <a:lnTo>
                    <a:pt x="11082" y="450"/>
                  </a:lnTo>
                  <a:lnTo>
                    <a:pt x="10385" y="652"/>
                  </a:lnTo>
                  <a:lnTo>
                    <a:pt x="9711" y="877"/>
                  </a:lnTo>
                  <a:lnTo>
                    <a:pt x="9037" y="1147"/>
                  </a:lnTo>
                  <a:lnTo>
                    <a:pt x="8385" y="1439"/>
                  </a:lnTo>
                  <a:lnTo>
                    <a:pt x="7733" y="1776"/>
                  </a:lnTo>
                  <a:lnTo>
                    <a:pt x="7126" y="2136"/>
                  </a:lnTo>
                  <a:lnTo>
                    <a:pt x="6519" y="2518"/>
                  </a:lnTo>
                  <a:lnTo>
                    <a:pt x="5935" y="2923"/>
                  </a:lnTo>
                  <a:lnTo>
                    <a:pt x="5373" y="3372"/>
                  </a:lnTo>
                  <a:lnTo>
                    <a:pt x="4833" y="3822"/>
                  </a:lnTo>
                  <a:lnTo>
                    <a:pt x="4339" y="4317"/>
                  </a:lnTo>
                  <a:lnTo>
                    <a:pt x="3844" y="4834"/>
                  </a:lnTo>
                  <a:lnTo>
                    <a:pt x="3372" y="5373"/>
                  </a:lnTo>
                  <a:lnTo>
                    <a:pt x="2945" y="5935"/>
                  </a:lnTo>
                  <a:lnTo>
                    <a:pt x="2518" y="6519"/>
                  </a:lnTo>
                  <a:lnTo>
                    <a:pt x="2136" y="7104"/>
                  </a:lnTo>
                  <a:lnTo>
                    <a:pt x="1776" y="7733"/>
                  </a:lnTo>
                  <a:lnTo>
                    <a:pt x="1461" y="8363"/>
                  </a:lnTo>
                  <a:lnTo>
                    <a:pt x="1169" y="9015"/>
                  </a:lnTo>
                  <a:lnTo>
                    <a:pt x="899" y="9689"/>
                  </a:lnTo>
                  <a:lnTo>
                    <a:pt x="675" y="10386"/>
                  </a:lnTo>
                  <a:lnTo>
                    <a:pt x="472" y="11083"/>
                  </a:lnTo>
                  <a:lnTo>
                    <a:pt x="292" y="11802"/>
                  </a:lnTo>
                  <a:lnTo>
                    <a:pt x="180" y="12521"/>
                  </a:lnTo>
                  <a:lnTo>
                    <a:pt x="68" y="13263"/>
                  </a:lnTo>
                  <a:lnTo>
                    <a:pt x="23" y="14027"/>
                  </a:lnTo>
                  <a:lnTo>
                    <a:pt x="0" y="14769"/>
                  </a:lnTo>
                  <a:lnTo>
                    <a:pt x="23" y="15534"/>
                  </a:lnTo>
                  <a:lnTo>
                    <a:pt x="68" y="16298"/>
                  </a:lnTo>
                  <a:lnTo>
                    <a:pt x="180" y="17040"/>
                  </a:lnTo>
                  <a:lnTo>
                    <a:pt x="292" y="17759"/>
                  </a:lnTo>
                  <a:lnTo>
                    <a:pt x="472" y="18478"/>
                  </a:lnTo>
                  <a:lnTo>
                    <a:pt x="675" y="19175"/>
                  </a:lnTo>
                  <a:lnTo>
                    <a:pt x="899" y="19872"/>
                  </a:lnTo>
                  <a:lnTo>
                    <a:pt x="1169" y="20524"/>
                  </a:lnTo>
                  <a:lnTo>
                    <a:pt x="1461" y="21198"/>
                  </a:lnTo>
                  <a:lnTo>
                    <a:pt x="1776" y="21828"/>
                  </a:lnTo>
                  <a:lnTo>
                    <a:pt x="2136" y="22435"/>
                  </a:lnTo>
                  <a:lnTo>
                    <a:pt x="2518" y="23042"/>
                  </a:lnTo>
                  <a:lnTo>
                    <a:pt x="2945" y="23626"/>
                  </a:lnTo>
                  <a:lnTo>
                    <a:pt x="3372" y="24188"/>
                  </a:lnTo>
                  <a:lnTo>
                    <a:pt x="3844" y="24728"/>
                  </a:lnTo>
                  <a:lnTo>
                    <a:pt x="4339" y="25245"/>
                  </a:lnTo>
                  <a:lnTo>
                    <a:pt x="4833" y="25717"/>
                  </a:lnTo>
                  <a:lnTo>
                    <a:pt x="5373" y="26189"/>
                  </a:lnTo>
                  <a:lnTo>
                    <a:pt x="5935" y="26638"/>
                  </a:lnTo>
                  <a:lnTo>
                    <a:pt x="6519" y="27043"/>
                  </a:lnTo>
                  <a:lnTo>
                    <a:pt x="7126" y="27425"/>
                  </a:lnTo>
                  <a:lnTo>
                    <a:pt x="7733" y="27785"/>
                  </a:lnTo>
                  <a:lnTo>
                    <a:pt x="8385" y="28099"/>
                  </a:lnTo>
                  <a:lnTo>
                    <a:pt x="9037" y="28414"/>
                  </a:lnTo>
                  <a:lnTo>
                    <a:pt x="9711" y="28661"/>
                  </a:lnTo>
                  <a:lnTo>
                    <a:pt x="10385" y="28909"/>
                  </a:lnTo>
                  <a:lnTo>
                    <a:pt x="11082" y="29088"/>
                  </a:lnTo>
                  <a:lnTo>
                    <a:pt x="11802" y="29268"/>
                  </a:lnTo>
                  <a:lnTo>
                    <a:pt x="12543" y="29403"/>
                  </a:lnTo>
                  <a:lnTo>
                    <a:pt x="13285" y="29493"/>
                  </a:lnTo>
                  <a:lnTo>
                    <a:pt x="14027" y="29538"/>
                  </a:lnTo>
                  <a:lnTo>
                    <a:pt x="14791" y="29561"/>
                  </a:lnTo>
                  <a:lnTo>
                    <a:pt x="15556" y="29538"/>
                  </a:lnTo>
                  <a:lnTo>
                    <a:pt x="16297" y="29493"/>
                  </a:lnTo>
                  <a:lnTo>
                    <a:pt x="17039" y="29403"/>
                  </a:lnTo>
                  <a:lnTo>
                    <a:pt x="17759" y="29268"/>
                  </a:lnTo>
                  <a:lnTo>
                    <a:pt x="18478" y="29088"/>
                  </a:lnTo>
                  <a:lnTo>
                    <a:pt x="19175" y="28909"/>
                  </a:lnTo>
                  <a:lnTo>
                    <a:pt x="19872" y="28661"/>
                  </a:lnTo>
                  <a:lnTo>
                    <a:pt x="20546" y="28414"/>
                  </a:lnTo>
                  <a:lnTo>
                    <a:pt x="21198" y="28099"/>
                  </a:lnTo>
                  <a:lnTo>
                    <a:pt x="21827" y="27785"/>
                  </a:lnTo>
                  <a:lnTo>
                    <a:pt x="22457" y="27425"/>
                  </a:lnTo>
                  <a:lnTo>
                    <a:pt x="23064" y="27043"/>
                  </a:lnTo>
                  <a:lnTo>
                    <a:pt x="23626" y="26638"/>
                  </a:lnTo>
                  <a:lnTo>
                    <a:pt x="24188" y="26189"/>
                  </a:lnTo>
                  <a:lnTo>
                    <a:pt x="24727" y="25717"/>
                  </a:lnTo>
                  <a:lnTo>
                    <a:pt x="25244" y="25245"/>
                  </a:lnTo>
                  <a:lnTo>
                    <a:pt x="25739" y="24728"/>
                  </a:lnTo>
                  <a:lnTo>
                    <a:pt x="26188" y="24188"/>
                  </a:lnTo>
                  <a:lnTo>
                    <a:pt x="26638" y="23626"/>
                  </a:lnTo>
                  <a:lnTo>
                    <a:pt x="27042" y="23042"/>
                  </a:lnTo>
                  <a:lnTo>
                    <a:pt x="27425" y="22435"/>
                  </a:lnTo>
                  <a:lnTo>
                    <a:pt x="27784" y="21828"/>
                  </a:lnTo>
                  <a:lnTo>
                    <a:pt x="28121" y="21198"/>
                  </a:lnTo>
                  <a:lnTo>
                    <a:pt x="28414" y="20524"/>
                  </a:lnTo>
                  <a:lnTo>
                    <a:pt x="28683" y="19872"/>
                  </a:lnTo>
                  <a:lnTo>
                    <a:pt x="28908" y="19175"/>
                  </a:lnTo>
                  <a:lnTo>
                    <a:pt x="29110" y="18478"/>
                  </a:lnTo>
                  <a:lnTo>
                    <a:pt x="29268" y="17759"/>
                  </a:lnTo>
                  <a:lnTo>
                    <a:pt x="29403" y="17040"/>
                  </a:lnTo>
                  <a:lnTo>
                    <a:pt x="29493" y="16298"/>
                  </a:lnTo>
                  <a:lnTo>
                    <a:pt x="29560" y="15534"/>
                  </a:lnTo>
                  <a:lnTo>
                    <a:pt x="29583" y="14769"/>
                  </a:lnTo>
                  <a:lnTo>
                    <a:pt x="29560" y="14027"/>
                  </a:lnTo>
                  <a:lnTo>
                    <a:pt x="29493" y="13263"/>
                  </a:lnTo>
                  <a:lnTo>
                    <a:pt x="29403" y="12521"/>
                  </a:lnTo>
                  <a:lnTo>
                    <a:pt x="29268" y="11802"/>
                  </a:lnTo>
                  <a:lnTo>
                    <a:pt x="29110" y="11083"/>
                  </a:lnTo>
                  <a:lnTo>
                    <a:pt x="28908" y="10386"/>
                  </a:lnTo>
                  <a:lnTo>
                    <a:pt x="28683" y="9689"/>
                  </a:lnTo>
                  <a:lnTo>
                    <a:pt x="28414" y="9015"/>
                  </a:lnTo>
                  <a:lnTo>
                    <a:pt x="28121" y="8363"/>
                  </a:lnTo>
                  <a:lnTo>
                    <a:pt x="27784" y="7733"/>
                  </a:lnTo>
                  <a:lnTo>
                    <a:pt x="27425" y="7104"/>
                  </a:lnTo>
                  <a:lnTo>
                    <a:pt x="27042" y="6519"/>
                  </a:lnTo>
                  <a:lnTo>
                    <a:pt x="26638" y="5935"/>
                  </a:lnTo>
                  <a:lnTo>
                    <a:pt x="26188" y="5373"/>
                  </a:lnTo>
                  <a:lnTo>
                    <a:pt x="25739" y="4834"/>
                  </a:lnTo>
                  <a:lnTo>
                    <a:pt x="25244" y="4317"/>
                  </a:lnTo>
                  <a:lnTo>
                    <a:pt x="24727" y="3822"/>
                  </a:lnTo>
                  <a:lnTo>
                    <a:pt x="24188" y="3372"/>
                  </a:lnTo>
                  <a:lnTo>
                    <a:pt x="23626" y="2923"/>
                  </a:lnTo>
                  <a:lnTo>
                    <a:pt x="23064" y="2518"/>
                  </a:lnTo>
                  <a:lnTo>
                    <a:pt x="22457" y="2136"/>
                  </a:lnTo>
                  <a:lnTo>
                    <a:pt x="21827" y="1776"/>
                  </a:lnTo>
                  <a:lnTo>
                    <a:pt x="21198" y="1439"/>
                  </a:lnTo>
                  <a:lnTo>
                    <a:pt x="20546" y="1147"/>
                  </a:lnTo>
                  <a:lnTo>
                    <a:pt x="19872" y="877"/>
                  </a:lnTo>
                  <a:lnTo>
                    <a:pt x="19175" y="652"/>
                  </a:lnTo>
                  <a:lnTo>
                    <a:pt x="18478" y="450"/>
                  </a:lnTo>
                  <a:lnTo>
                    <a:pt x="17759" y="293"/>
                  </a:lnTo>
                  <a:lnTo>
                    <a:pt x="17039" y="158"/>
                  </a:lnTo>
                  <a:lnTo>
                    <a:pt x="16297" y="68"/>
                  </a:lnTo>
                  <a:lnTo>
                    <a:pt x="155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15"/>
            <p:cNvSpPr/>
            <p:nvPr/>
          </p:nvSpPr>
          <p:spPr>
            <a:xfrm>
              <a:off x="1669975" y="2854675"/>
              <a:ext cx="4427275" cy="1909075"/>
            </a:xfrm>
            <a:custGeom>
              <a:avLst/>
              <a:gdLst/>
              <a:ahLst/>
              <a:cxnLst/>
              <a:rect l="l" t="t" r="r" b="b"/>
              <a:pathLst>
                <a:path w="177091" h="76363" extrusionOk="0">
                  <a:moveTo>
                    <a:pt x="0" y="1"/>
                  </a:moveTo>
                  <a:lnTo>
                    <a:pt x="248" y="1597"/>
                  </a:lnTo>
                  <a:lnTo>
                    <a:pt x="540" y="3170"/>
                  </a:lnTo>
                  <a:lnTo>
                    <a:pt x="855" y="4766"/>
                  </a:lnTo>
                  <a:lnTo>
                    <a:pt x="1192" y="6340"/>
                  </a:lnTo>
                  <a:lnTo>
                    <a:pt x="1551" y="7913"/>
                  </a:lnTo>
                  <a:lnTo>
                    <a:pt x="1956" y="9464"/>
                  </a:lnTo>
                  <a:lnTo>
                    <a:pt x="2361" y="11015"/>
                  </a:lnTo>
                  <a:lnTo>
                    <a:pt x="2810" y="12544"/>
                  </a:lnTo>
                  <a:lnTo>
                    <a:pt x="3282" y="14095"/>
                  </a:lnTo>
                  <a:lnTo>
                    <a:pt x="3799" y="15601"/>
                  </a:lnTo>
                  <a:lnTo>
                    <a:pt x="4316" y="17107"/>
                  </a:lnTo>
                  <a:lnTo>
                    <a:pt x="4878" y="18613"/>
                  </a:lnTo>
                  <a:lnTo>
                    <a:pt x="5463" y="20097"/>
                  </a:lnTo>
                  <a:lnTo>
                    <a:pt x="6070" y="21581"/>
                  </a:lnTo>
                  <a:lnTo>
                    <a:pt x="6699" y="23042"/>
                  </a:lnTo>
                  <a:lnTo>
                    <a:pt x="7374" y="24503"/>
                  </a:lnTo>
                  <a:lnTo>
                    <a:pt x="8048" y="25941"/>
                  </a:lnTo>
                  <a:lnTo>
                    <a:pt x="8767" y="27380"/>
                  </a:lnTo>
                  <a:lnTo>
                    <a:pt x="9509" y="28796"/>
                  </a:lnTo>
                  <a:lnTo>
                    <a:pt x="10251" y="30190"/>
                  </a:lnTo>
                  <a:lnTo>
                    <a:pt x="11038" y="31584"/>
                  </a:lnTo>
                  <a:lnTo>
                    <a:pt x="11847" y="32955"/>
                  </a:lnTo>
                  <a:lnTo>
                    <a:pt x="12701" y="34326"/>
                  </a:lnTo>
                  <a:lnTo>
                    <a:pt x="13555" y="35675"/>
                  </a:lnTo>
                  <a:lnTo>
                    <a:pt x="14432" y="37001"/>
                  </a:lnTo>
                  <a:lnTo>
                    <a:pt x="15331" y="38305"/>
                  </a:lnTo>
                  <a:lnTo>
                    <a:pt x="16275" y="39609"/>
                  </a:lnTo>
                  <a:lnTo>
                    <a:pt x="17219" y="40890"/>
                  </a:lnTo>
                  <a:lnTo>
                    <a:pt x="18208" y="42149"/>
                  </a:lnTo>
                  <a:lnTo>
                    <a:pt x="19198" y="43408"/>
                  </a:lnTo>
                  <a:lnTo>
                    <a:pt x="20209" y="44644"/>
                  </a:lnTo>
                  <a:lnTo>
                    <a:pt x="21266" y="45858"/>
                  </a:lnTo>
                  <a:lnTo>
                    <a:pt x="22322" y="47049"/>
                  </a:lnTo>
                  <a:lnTo>
                    <a:pt x="23424" y="48218"/>
                  </a:lnTo>
                  <a:lnTo>
                    <a:pt x="24525" y="49387"/>
                  </a:lnTo>
                  <a:lnTo>
                    <a:pt x="25649" y="50534"/>
                  </a:lnTo>
                  <a:lnTo>
                    <a:pt x="26818" y="51658"/>
                  </a:lnTo>
                  <a:lnTo>
                    <a:pt x="27987" y="52759"/>
                  </a:lnTo>
                  <a:lnTo>
                    <a:pt x="29178" y="53838"/>
                  </a:lnTo>
                  <a:lnTo>
                    <a:pt x="30392" y="54895"/>
                  </a:lnTo>
                  <a:lnTo>
                    <a:pt x="31628" y="55929"/>
                  </a:lnTo>
                  <a:lnTo>
                    <a:pt x="32887" y="56940"/>
                  </a:lnTo>
                  <a:lnTo>
                    <a:pt x="34169" y="57952"/>
                  </a:lnTo>
                  <a:lnTo>
                    <a:pt x="35472" y="58918"/>
                  </a:lnTo>
                  <a:lnTo>
                    <a:pt x="36776" y="59862"/>
                  </a:lnTo>
                  <a:lnTo>
                    <a:pt x="38125" y="60807"/>
                  </a:lnTo>
                  <a:lnTo>
                    <a:pt x="39474" y="61706"/>
                  </a:lnTo>
                  <a:lnTo>
                    <a:pt x="40845" y="62582"/>
                  </a:lnTo>
                  <a:lnTo>
                    <a:pt x="42238" y="63459"/>
                  </a:lnTo>
                  <a:lnTo>
                    <a:pt x="43655" y="64291"/>
                  </a:lnTo>
                  <a:lnTo>
                    <a:pt x="45093" y="65100"/>
                  </a:lnTo>
                  <a:lnTo>
                    <a:pt x="46532" y="65887"/>
                  </a:lnTo>
                  <a:lnTo>
                    <a:pt x="48016" y="66651"/>
                  </a:lnTo>
                  <a:lnTo>
                    <a:pt x="49499" y="67370"/>
                  </a:lnTo>
                  <a:lnTo>
                    <a:pt x="51005" y="68090"/>
                  </a:lnTo>
                  <a:lnTo>
                    <a:pt x="52511" y="68764"/>
                  </a:lnTo>
                  <a:lnTo>
                    <a:pt x="54062" y="69438"/>
                  </a:lnTo>
                  <a:lnTo>
                    <a:pt x="55614" y="70068"/>
                  </a:lnTo>
                  <a:lnTo>
                    <a:pt x="57187" y="70675"/>
                  </a:lnTo>
                  <a:lnTo>
                    <a:pt x="58783" y="71237"/>
                  </a:lnTo>
                  <a:lnTo>
                    <a:pt x="60379" y="71799"/>
                  </a:lnTo>
                  <a:lnTo>
                    <a:pt x="61998" y="72316"/>
                  </a:lnTo>
                  <a:lnTo>
                    <a:pt x="63639" y="72810"/>
                  </a:lnTo>
                  <a:lnTo>
                    <a:pt x="65302" y="73260"/>
                  </a:lnTo>
                  <a:lnTo>
                    <a:pt x="66426" y="73552"/>
                  </a:lnTo>
                  <a:lnTo>
                    <a:pt x="67550" y="73844"/>
                  </a:lnTo>
                  <a:lnTo>
                    <a:pt x="68651" y="74092"/>
                  </a:lnTo>
                  <a:lnTo>
                    <a:pt x="69775" y="74339"/>
                  </a:lnTo>
                  <a:lnTo>
                    <a:pt x="70899" y="74586"/>
                  </a:lnTo>
                  <a:lnTo>
                    <a:pt x="72023" y="74811"/>
                  </a:lnTo>
                  <a:lnTo>
                    <a:pt x="73147" y="75013"/>
                  </a:lnTo>
                  <a:lnTo>
                    <a:pt x="74249" y="75193"/>
                  </a:lnTo>
                  <a:lnTo>
                    <a:pt x="75373" y="75373"/>
                  </a:lnTo>
                  <a:lnTo>
                    <a:pt x="76497" y="75530"/>
                  </a:lnTo>
                  <a:lnTo>
                    <a:pt x="77620" y="75688"/>
                  </a:lnTo>
                  <a:lnTo>
                    <a:pt x="78722" y="75800"/>
                  </a:lnTo>
                  <a:lnTo>
                    <a:pt x="79846" y="75935"/>
                  </a:lnTo>
                  <a:lnTo>
                    <a:pt x="80970" y="76025"/>
                  </a:lnTo>
                  <a:lnTo>
                    <a:pt x="82071" y="76115"/>
                  </a:lnTo>
                  <a:lnTo>
                    <a:pt x="83195" y="76205"/>
                  </a:lnTo>
                  <a:lnTo>
                    <a:pt x="84297" y="76250"/>
                  </a:lnTo>
                  <a:lnTo>
                    <a:pt x="85421" y="76295"/>
                  </a:lnTo>
                  <a:lnTo>
                    <a:pt x="86522" y="76340"/>
                  </a:lnTo>
                  <a:lnTo>
                    <a:pt x="87624" y="76362"/>
                  </a:lnTo>
                  <a:lnTo>
                    <a:pt x="88748" y="76362"/>
                  </a:lnTo>
                  <a:lnTo>
                    <a:pt x="89849" y="76340"/>
                  </a:lnTo>
                  <a:lnTo>
                    <a:pt x="90951" y="76340"/>
                  </a:lnTo>
                  <a:lnTo>
                    <a:pt x="92052" y="76295"/>
                  </a:lnTo>
                  <a:lnTo>
                    <a:pt x="93153" y="76250"/>
                  </a:lnTo>
                  <a:lnTo>
                    <a:pt x="94232" y="76182"/>
                  </a:lnTo>
                  <a:lnTo>
                    <a:pt x="95334" y="76115"/>
                  </a:lnTo>
                  <a:lnTo>
                    <a:pt x="96435" y="76025"/>
                  </a:lnTo>
                  <a:lnTo>
                    <a:pt x="98593" y="75800"/>
                  </a:lnTo>
                  <a:lnTo>
                    <a:pt x="100774" y="75530"/>
                  </a:lnTo>
                  <a:lnTo>
                    <a:pt x="102932" y="75193"/>
                  </a:lnTo>
                  <a:lnTo>
                    <a:pt x="105067" y="74811"/>
                  </a:lnTo>
                  <a:lnTo>
                    <a:pt x="107180" y="74384"/>
                  </a:lnTo>
                  <a:lnTo>
                    <a:pt x="109293" y="73912"/>
                  </a:lnTo>
                  <a:lnTo>
                    <a:pt x="111406" y="73395"/>
                  </a:lnTo>
                  <a:lnTo>
                    <a:pt x="113474" y="72810"/>
                  </a:lnTo>
                  <a:lnTo>
                    <a:pt x="115543" y="72181"/>
                  </a:lnTo>
                  <a:lnTo>
                    <a:pt x="117588" y="71507"/>
                  </a:lnTo>
                  <a:lnTo>
                    <a:pt x="119611" y="70787"/>
                  </a:lnTo>
                  <a:lnTo>
                    <a:pt x="121634" y="70000"/>
                  </a:lnTo>
                  <a:lnTo>
                    <a:pt x="123613" y="69191"/>
                  </a:lnTo>
                  <a:lnTo>
                    <a:pt x="125591" y="68315"/>
                  </a:lnTo>
                  <a:lnTo>
                    <a:pt x="127524" y="67393"/>
                  </a:lnTo>
                  <a:lnTo>
                    <a:pt x="129457" y="66449"/>
                  </a:lnTo>
                  <a:lnTo>
                    <a:pt x="131345" y="65437"/>
                  </a:lnTo>
                  <a:lnTo>
                    <a:pt x="133211" y="64381"/>
                  </a:lnTo>
                  <a:lnTo>
                    <a:pt x="135077" y="63302"/>
                  </a:lnTo>
                  <a:lnTo>
                    <a:pt x="136898" y="62155"/>
                  </a:lnTo>
                  <a:lnTo>
                    <a:pt x="138696" y="60986"/>
                  </a:lnTo>
                  <a:lnTo>
                    <a:pt x="140449" y="59750"/>
                  </a:lnTo>
                  <a:lnTo>
                    <a:pt x="142180" y="58491"/>
                  </a:lnTo>
                  <a:lnTo>
                    <a:pt x="143889" y="57187"/>
                  </a:lnTo>
                  <a:lnTo>
                    <a:pt x="145575" y="55839"/>
                  </a:lnTo>
                  <a:lnTo>
                    <a:pt x="147215" y="54445"/>
                  </a:lnTo>
                  <a:lnTo>
                    <a:pt x="148834" y="53006"/>
                  </a:lnTo>
                  <a:lnTo>
                    <a:pt x="150407" y="51545"/>
                  </a:lnTo>
                  <a:lnTo>
                    <a:pt x="151959" y="50017"/>
                  </a:lnTo>
                  <a:lnTo>
                    <a:pt x="153465" y="48488"/>
                  </a:lnTo>
                  <a:lnTo>
                    <a:pt x="154926" y="46892"/>
                  </a:lnTo>
                  <a:lnTo>
                    <a:pt x="156364" y="45273"/>
                  </a:lnTo>
                  <a:lnTo>
                    <a:pt x="157781" y="43610"/>
                  </a:lnTo>
                  <a:lnTo>
                    <a:pt x="159129" y="41902"/>
                  </a:lnTo>
                  <a:lnTo>
                    <a:pt x="160456" y="40171"/>
                  </a:lnTo>
                  <a:lnTo>
                    <a:pt x="161107" y="39294"/>
                  </a:lnTo>
                  <a:lnTo>
                    <a:pt x="161737" y="38395"/>
                  </a:lnTo>
                  <a:lnTo>
                    <a:pt x="162366" y="37496"/>
                  </a:lnTo>
                  <a:lnTo>
                    <a:pt x="162973" y="36597"/>
                  </a:lnTo>
                  <a:lnTo>
                    <a:pt x="163580" y="35675"/>
                  </a:lnTo>
                  <a:lnTo>
                    <a:pt x="164187" y="34753"/>
                  </a:lnTo>
                  <a:lnTo>
                    <a:pt x="164749" y="33809"/>
                  </a:lnTo>
                  <a:lnTo>
                    <a:pt x="165334" y="32865"/>
                  </a:lnTo>
                  <a:lnTo>
                    <a:pt x="165896" y="31921"/>
                  </a:lnTo>
                  <a:lnTo>
                    <a:pt x="166435" y="30954"/>
                  </a:lnTo>
                  <a:lnTo>
                    <a:pt x="166975" y="29988"/>
                  </a:lnTo>
                  <a:lnTo>
                    <a:pt x="167514" y="29021"/>
                  </a:lnTo>
                  <a:lnTo>
                    <a:pt x="168031" y="28032"/>
                  </a:lnTo>
                  <a:lnTo>
                    <a:pt x="168526" y="27043"/>
                  </a:lnTo>
                  <a:lnTo>
                    <a:pt x="169020" y="26031"/>
                  </a:lnTo>
                  <a:lnTo>
                    <a:pt x="169515" y="25020"/>
                  </a:lnTo>
                  <a:lnTo>
                    <a:pt x="169987" y="24008"/>
                  </a:lnTo>
                  <a:lnTo>
                    <a:pt x="170436" y="22974"/>
                  </a:lnTo>
                  <a:lnTo>
                    <a:pt x="170886" y="21940"/>
                  </a:lnTo>
                  <a:lnTo>
                    <a:pt x="171313" y="20906"/>
                  </a:lnTo>
                  <a:lnTo>
                    <a:pt x="171740" y="19872"/>
                  </a:lnTo>
                  <a:lnTo>
                    <a:pt x="172145" y="18816"/>
                  </a:lnTo>
                  <a:lnTo>
                    <a:pt x="172549" y="17737"/>
                  </a:lnTo>
                  <a:lnTo>
                    <a:pt x="172931" y="16680"/>
                  </a:lnTo>
                  <a:lnTo>
                    <a:pt x="173314" y="15601"/>
                  </a:lnTo>
                  <a:lnTo>
                    <a:pt x="173673" y="14500"/>
                  </a:lnTo>
                  <a:lnTo>
                    <a:pt x="174010" y="13421"/>
                  </a:lnTo>
                  <a:lnTo>
                    <a:pt x="174348" y="12319"/>
                  </a:lnTo>
                  <a:lnTo>
                    <a:pt x="174662" y="11195"/>
                  </a:lnTo>
                  <a:lnTo>
                    <a:pt x="174977" y="10094"/>
                  </a:lnTo>
                  <a:lnTo>
                    <a:pt x="175314" y="8835"/>
                  </a:lnTo>
                  <a:lnTo>
                    <a:pt x="175606" y="7576"/>
                  </a:lnTo>
                  <a:lnTo>
                    <a:pt x="175899" y="6295"/>
                  </a:lnTo>
                  <a:lnTo>
                    <a:pt x="176191" y="5036"/>
                  </a:lnTo>
                  <a:lnTo>
                    <a:pt x="176438" y="3777"/>
                  </a:lnTo>
                  <a:lnTo>
                    <a:pt x="176663" y="2518"/>
                  </a:lnTo>
                  <a:lnTo>
                    <a:pt x="176888" y="1259"/>
                  </a:lnTo>
                  <a:lnTo>
                    <a:pt x="17709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5"/>
            <p:cNvSpPr/>
            <p:nvPr/>
          </p:nvSpPr>
          <p:spPr>
            <a:xfrm>
              <a:off x="1669975" y="2854675"/>
              <a:ext cx="4427275" cy="1909075"/>
            </a:xfrm>
            <a:custGeom>
              <a:avLst/>
              <a:gdLst/>
              <a:ahLst/>
              <a:cxnLst/>
              <a:rect l="l" t="t" r="r" b="b"/>
              <a:pathLst>
                <a:path w="177091" h="76363" extrusionOk="0">
                  <a:moveTo>
                    <a:pt x="0" y="1"/>
                  </a:moveTo>
                  <a:lnTo>
                    <a:pt x="248" y="1597"/>
                  </a:lnTo>
                  <a:lnTo>
                    <a:pt x="540" y="3170"/>
                  </a:lnTo>
                  <a:lnTo>
                    <a:pt x="855" y="4766"/>
                  </a:lnTo>
                  <a:lnTo>
                    <a:pt x="1192" y="6340"/>
                  </a:lnTo>
                  <a:lnTo>
                    <a:pt x="1551" y="7913"/>
                  </a:lnTo>
                  <a:lnTo>
                    <a:pt x="1956" y="9464"/>
                  </a:lnTo>
                  <a:lnTo>
                    <a:pt x="2361" y="11015"/>
                  </a:lnTo>
                  <a:lnTo>
                    <a:pt x="2810" y="12544"/>
                  </a:lnTo>
                  <a:lnTo>
                    <a:pt x="3282" y="14095"/>
                  </a:lnTo>
                  <a:lnTo>
                    <a:pt x="3799" y="15601"/>
                  </a:lnTo>
                  <a:lnTo>
                    <a:pt x="4316" y="17107"/>
                  </a:lnTo>
                  <a:lnTo>
                    <a:pt x="4878" y="18613"/>
                  </a:lnTo>
                  <a:lnTo>
                    <a:pt x="5463" y="20097"/>
                  </a:lnTo>
                  <a:lnTo>
                    <a:pt x="6070" y="21581"/>
                  </a:lnTo>
                  <a:lnTo>
                    <a:pt x="6699" y="23042"/>
                  </a:lnTo>
                  <a:lnTo>
                    <a:pt x="7374" y="24503"/>
                  </a:lnTo>
                  <a:lnTo>
                    <a:pt x="8048" y="25941"/>
                  </a:lnTo>
                  <a:lnTo>
                    <a:pt x="8767" y="27380"/>
                  </a:lnTo>
                  <a:lnTo>
                    <a:pt x="9509" y="28796"/>
                  </a:lnTo>
                  <a:lnTo>
                    <a:pt x="10251" y="30190"/>
                  </a:lnTo>
                  <a:lnTo>
                    <a:pt x="11038" y="31584"/>
                  </a:lnTo>
                  <a:lnTo>
                    <a:pt x="11847" y="32955"/>
                  </a:lnTo>
                  <a:lnTo>
                    <a:pt x="12701" y="34326"/>
                  </a:lnTo>
                  <a:lnTo>
                    <a:pt x="13555" y="35675"/>
                  </a:lnTo>
                  <a:lnTo>
                    <a:pt x="14432" y="37001"/>
                  </a:lnTo>
                  <a:lnTo>
                    <a:pt x="15331" y="38305"/>
                  </a:lnTo>
                  <a:lnTo>
                    <a:pt x="16275" y="39609"/>
                  </a:lnTo>
                  <a:lnTo>
                    <a:pt x="17219" y="40890"/>
                  </a:lnTo>
                  <a:lnTo>
                    <a:pt x="18186" y="42149"/>
                  </a:lnTo>
                  <a:lnTo>
                    <a:pt x="19198" y="43408"/>
                  </a:lnTo>
                  <a:lnTo>
                    <a:pt x="20209" y="44644"/>
                  </a:lnTo>
                  <a:lnTo>
                    <a:pt x="21266" y="45858"/>
                  </a:lnTo>
                  <a:lnTo>
                    <a:pt x="22322" y="47049"/>
                  </a:lnTo>
                  <a:lnTo>
                    <a:pt x="23424" y="48218"/>
                  </a:lnTo>
                  <a:lnTo>
                    <a:pt x="24525" y="49387"/>
                  </a:lnTo>
                  <a:lnTo>
                    <a:pt x="25649" y="50534"/>
                  </a:lnTo>
                  <a:lnTo>
                    <a:pt x="26818" y="51658"/>
                  </a:lnTo>
                  <a:lnTo>
                    <a:pt x="27987" y="52759"/>
                  </a:lnTo>
                  <a:lnTo>
                    <a:pt x="29178" y="53838"/>
                  </a:lnTo>
                  <a:lnTo>
                    <a:pt x="30392" y="54895"/>
                  </a:lnTo>
                  <a:lnTo>
                    <a:pt x="31628" y="55929"/>
                  </a:lnTo>
                  <a:lnTo>
                    <a:pt x="32887" y="56940"/>
                  </a:lnTo>
                  <a:lnTo>
                    <a:pt x="34169" y="57952"/>
                  </a:lnTo>
                  <a:lnTo>
                    <a:pt x="35472" y="58918"/>
                  </a:lnTo>
                  <a:lnTo>
                    <a:pt x="36776" y="59862"/>
                  </a:lnTo>
                  <a:lnTo>
                    <a:pt x="38125" y="60807"/>
                  </a:lnTo>
                  <a:lnTo>
                    <a:pt x="39474" y="61706"/>
                  </a:lnTo>
                  <a:lnTo>
                    <a:pt x="40845" y="62582"/>
                  </a:lnTo>
                  <a:lnTo>
                    <a:pt x="42238" y="63459"/>
                  </a:lnTo>
                  <a:lnTo>
                    <a:pt x="43655" y="64291"/>
                  </a:lnTo>
                  <a:lnTo>
                    <a:pt x="45093" y="65100"/>
                  </a:lnTo>
                  <a:lnTo>
                    <a:pt x="46532" y="65887"/>
                  </a:lnTo>
                  <a:lnTo>
                    <a:pt x="48016" y="66651"/>
                  </a:lnTo>
                  <a:lnTo>
                    <a:pt x="49499" y="67370"/>
                  </a:lnTo>
                  <a:lnTo>
                    <a:pt x="51005" y="68090"/>
                  </a:lnTo>
                  <a:lnTo>
                    <a:pt x="52511" y="68764"/>
                  </a:lnTo>
                  <a:lnTo>
                    <a:pt x="54062" y="69438"/>
                  </a:lnTo>
                  <a:lnTo>
                    <a:pt x="55614" y="70068"/>
                  </a:lnTo>
                  <a:lnTo>
                    <a:pt x="57187" y="70675"/>
                  </a:lnTo>
                  <a:lnTo>
                    <a:pt x="58783" y="71237"/>
                  </a:lnTo>
                  <a:lnTo>
                    <a:pt x="60379" y="71799"/>
                  </a:lnTo>
                  <a:lnTo>
                    <a:pt x="61998" y="72316"/>
                  </a:lnTo>
                  <a:lnTo>
                    <a:pt x="63639" y="72810"/>
                  </a:lnTo>
                  <a:lnTo>
                    <a:pt x="65302" y="73260"/>
                  </a:lnTo>
                  <a:lnTo>
                    <a:pt x="66426" y="73552"/>
                  </a:lnTo>
                  <a:lnTo>
                    <a:pt x="67527" y="73844"/>
                  </a:lnTo>
                  <a:lnTo>
                    <a:pt x="68651" y="74092"/>
                  </a:lnTo>
                  <a:lnTo>
                    <a:pt x="69775" y="74339"/>
                  </a:lnTo>
                  <a:lnTo>
                    <a:pt x="70899" y="74586"/>
                  </a:lnTo>
                  <a:lnTo>
                    <a:pt x="72023" y="74811"/>
                  </a:lnTo>
                  <a:lnTo>
                    <a:pt x="73147" y="75013"/>
                  </a:lnTo>
                  <a:lnTo>
                    <a:pt x="74249" y="75193"/>
                  </a:lnTo>
                  <a:lnTo>
                    <a:pt x="75373" y="75373"/>
                  </a:lnTo>
                  <a:lnTo>
                    <a:pt x="76497" y="75530"/>
                  </a:lnTo>
                  <a:lnTo>
                    <a:pt x="77620" y="75688"/>
                  </a:lnTo>
                  <a:lnTo>
                    <a:pt x="78722" y="75800"/>
                  </a:lnTo>
                  <a:lnTo>
                    <a:pt x="79846" y="75935"/>
                  </a:lnTo>
                  <a:lnTo>
                    <a:pt x="80970" y="76025"/>
                  </a:lnTo>
                  <a:lnTo>
                    <a:pt x="82071" y="76115"/>
                  </a:lnTo>
                  <a:lnTo>
                    <a:pt x="83195" y="76205"/>
                  </a:lnTo>
                  <a:lnTo>
                    <a:pt x="84297" y="76250"/>
                  </a:lnTo>
                  <a:lnTo>
                    <a:pt x="85421" y="76295"/>
                  </a:lnTo>
                  <a:lnTo>
                    <a:pt x="86522" y="76340"/>
                  </a:lnTo>
                  <a:lnTo>
                    <a:pt x="87624" y="76362"/>
                  </a:lnTo>
                  <a:lnTo>
                    <a:pt x="88748" y="76362"/>
                  </a:lnTo>
                  <a:lnTo>
                    <a:pt x="89849" y="76340"/>
                  </a:lnTo>
                  <a:lnTo>
                    <a:pt x="90951" y="76340"/>
                  </a:lnTo>
                  <a:lnTo>
                    <a:pt x="92052" y="76295"/>
                  </a:lnTo>
                  <a:lnTo>
                    <a:pt x="93153" y="76250"/>
                  </a:lnTo>
                  <a:lnTo>
                    <a:pt x="94232" y="76182"/>
                  </a:lnTo>
                  <a:lnTo>
                    <a:pt x="95334" y="76115"/>
                  </a:lnTo>
                  <a:lnTo>
                    <a:pt x="96435" y="76025"/>
                  </a:lnTo>
                  <a:lnTo>
                    <a:pt x="98593" y="75800"/>
                  </a:lnTo>
                  <a:lnTo>
                    <a:pt x="100774" y="75530"/>
                  </a:lnTo>
                  <a:lnTo>
                    <a:pt x="102909" y="75193"/>
                  </a:lnTo>
                  <a:lnTo>
                    <a:pt x="105067" y="74811"/>
                  </a:lnTo>
                  <a:lnTo>
                    <a:pt x="107180" y="74384"/>
                  </a:lnTo>
                  <a:lnTo>
                    <a:pt x="109293" y="73912"/>
                  </a:lnTo>
                  <a:lnTo>
                    <a:pt x="111406" y="73395"/>
                  </a:lnTo>
                  <a:lnTo>
                    <a:pt x="113474" y="72810"/>
                  </a:lnTo>
                  <a:lnTo>
                    <a:pt x="115543" y="72181"/>
                  </a:lnTo>
                  <a:lnTo>
                    <a:pt x="117588" y="71507"/>
                  </a:lnTo>
                  <a:lnTo>
                    <a:pt x="119611" y="70787"/>
                  </a:lnTo>
                  <a:lnTo>
                    <a:pt x="121634" y="70000"/>
                  </a:lnTo>
                  <a:lnTo>
                    <a:pt x="123613" y="69191"/>
                  </a:lnTo>
                  <a:lnTo>
                    <a:pt x="125591" y="68315"/>
                  </a:lnTo>
                  <a:lnTo>
                    <a:pt x="127524" y="67393"/>
                  </a:lnTo>
                  <a:lnTo>
                    <a:pt x="129457" y="66449"/>
                  </a:lnTo>
                  <a:lnTo>
                    <a:pt x="131345" y="65437"/>
                  </a:lnTo>
                  <a:lnTo>
                    <a:pt x="133211" y="64381"/>
                  </a:lnTo>
                  <a:lnTo>
                    <a:pt x="135077" y="63302"/>
                  </a:lnTo>
                  <a:lnTo>
                    <a:pt x="136898" y="62155"/>
                  </a:lnTo>
                  <a:lnTo>
                    <a:pt x="138673" y="60986"/>
                  </a:lnTo>
                  <a:lnTo>
                    <a:pt x="140449" y="59750"/>
                  </a:lnTo>
                  <a:lnTo>
                    <a:pt x="142180" y="58491"/>
                  </a:lnTo>
                  <a:lnTo>
                    <a:pt x="143889" y="57187"/>
                  </a:lnTo>
                  <a:lnTo>
                    <a:pt x="145575" y="55839"/>
                  </a:lnTo>
                  <a:lnTo>
                    <a:pt x="147215" y="54445"/>
                  </a:lnTo>
                  <a:lnTo>
                    <a:pt x="148834" y="53006"/>
                  </a:lnTo>
                  <a:lnTo>
                    <a:pt x="150407" y="51545"/>
                  </a:lnTo>
                  <a:lnTo>
                    <a:pt x="151959" y="50017"/>
                  </a:lnTo>
                  <a:lnTo>
                    <a:pt x="153465" y="48488"/>
                  </a:lnTo>
                  <a:lnTo>
                    <a:pt x="154926" y="46892"/>
                  </a:lnTo>
                  <a:lnTo>
                    <a:pt x="156364" y="45273"/>
                  </a:lnTo>
                  <a:lnTo>
                    <a:pt x="157781" y="43610"/>
                  </a:lnTo>
                  <a:lnTo>
                    <a:pt x="159129" y="41902"/>
                  </a:lnTo>
                  <a:lnTo>
                    <a:pt x="160456" y="40171"/>
                  </a:lnTo>
                  <a:lnTo>
                    <a:pt x="161107" y="39294"/>
                  </a:lnTo>
                  <a:lnTo>
                    <a:pt x="161737" y="38395"/>
                  </a:lnTo>
                  <a:lnTo>
                    <a:pt x="162366" y="37496"/>
                  </a:lnTo>
                  <a:lnTo>
                    <a:pt x="162973" y="36597"/>
                  </a:lnTo>
                  <a:lnTo>
                    <a:pt x="163580" y="35675"/>
                  </a:lnTo>
                  <a:lnTo>
                    <a:pt x="164165" y="34753"/>
                  </a:lnTo>
                  <a:lnTo>
                    <a:pt x="164749" y="33809"/>
                  </a:lnTo>
                  <a:lnTo>
                    <a:pt x="165334" y="32865"/>
                  </a:lnTo>
                  <a:lnTo>
                    <a:pt x="165896" y="31921"/>
                  </a:lnTo>
                  <a:lnTo>
                    <a:pt x="166435" y="30954"/>
                  </a:lnTo>
                  <a:lnTo>
                    <a:pt x="166975" y="29988"/>
                  </a:lnTo>
                  <a:lnTo>
                    <a:pt x="167514" y="29021"/>
                  </a:lnTo>
                  <a:lnTo>
                    <a:pt x="168031" y="28032"/>
                  </a:lnTo>
                  <a:lnTo>
                    <a:pt x="168526" y="27043"/>
                  </a:lnTo>
                  <a:lnTo>
                    <a:pt x="169020" y="26031"/>
                  </a:lnTo>
                  <a:lnTo>
                    <a:pt x="169515" y="25020"/>
                  </a:lnTo>
                  <a:lnTo>
                    <a:pt x="169987" y="24008"/>
                  </a:lnTo>
                  <a:lnTo>
                    <a:pt x="170436" y="22974"/>
                  </a:lnTo>
                  <a:lnTo>
                    <a:pt x="170886" y="21940"/>
                  </a:lnTo>
                  <a:lnTo>
                    <a:pt x="171313" y="20906"/>
                  </a:lnTo>
                  <a:lnTo>
                    <a:pt x="171740" y="19872"/>
                  </a:lnTo>
                  <a:lnTo>
                    <a:pt x="172145" y="18816"/>
                  </a:lnTo>
                  <a:lnTo>
                    <a:pt x="172549" y="17737"/>
                  </a:lnTo>
                  <a:lnTo>
                    <a:pt x="172931" y="16680"/>
                  </a:lnTo>
                  <a:lnTo>
                    <a:pt x="173314" y="15601"/>
                  </a:lnTo>
                  <a:lnTo>
                    <a:pt x="173673" y="14500"/>
                  </a:lnTo>
                  <a:lnTo>
                    <a:pt x="174010" y="13421"/>
                  </a:lnTo>
                  <a:lnTo>
                    <a:pt x="174348" y="12319"/>
                  </a:lnTo>
                  <a:lnTo>
                    <a:pt x="174662" y="11195"/>
                  </a:lnTo>
                  <a:lnTo>
                    <a:pt x="174977" y="10094"/>
                  </a:lnTo>
                  <a:lnTo>
                    <a:pt x="175292" y="8835"/>
                  </a:lnTo>
                  <a:lnTo>
                    <a:pt x="175606" y="7576"/>
                  </a:lnTo>
                  <a:lnTo>
                    <a:pt x="175899" y="6295"/>
                  </a:lnTo>
                  <a:lnTo>
                    <a:pt x="176168" y="5036"/>
                  </a:lnTo>
                  <a:lnTo>
                    <a:pt x="176438" y="3777"/>
                  </a:lnTo>
                  <a:lnTo>
                    <a:pt x="176663" y="2518"/>
                  </a:lnTo>
                  <a:lnTo>
                    <a:pt x="176888" y="1259"/>
                  </a:lnTo>
                  <a:lnTo>
                    <a:pt x="177090" y="1"/>
                  </a:lnTo>
                  <a:lnTo>
                    <a:pt x="166188" y="1"/>
                  </a:lnTo>
                  <a:lnTo>
                    <a:pt x="166435" y="1192"/>
                  </a:lnTo>
                  <a:lnTo>
                    <a:pt x="166682" y="2406"/>
                  </a:lnTo>
                  <a:lnTo>
                    <a:pt x="166975" y="3597"/>
                  </a:lnTo>
                  <a:lnTo>
                    <a:pt x="167289" y="4766"/>
                  </a:lnTo>
                  <a:lnTo>
                    <a:pt x="167964" y="7216"/>
                  </a:lnTo>
                  <a:lnTo>
                    <a:pt x="168278" y="8475"/>
                  </a:lnTo>
                  <a:lnTo>
                    <a:pt x="168571" y="9734"/>
                  </a:lnTo>
                  <a:lnTo>
                    <a:pt x="168863" y="10993"/>
                  </a:lnTo>
                  <a:lnTo>
                    <a:pt x="169088" y="12274"/>
                  </a:lnTo>
                  <a:lnTo>
                    <a:pt x="169177" y="12904"/>
                  </a:lnTo>
                  <a:lnTo>
                    <a:pt x="169267" y="13533"/>
                  </a:lnTo>
                  <a:lnTo>
                    <a:pt x="169335" y="14162"/>
                  </a:lnTo>
                  <a:lnTo>
                    <a:pt x="169380" y="14792"/>
                  </a:lnTo>
                  <a:lnTo>
                    <a:pt x="169425" y="15399"/>
                  </a:lnTo>
                  <a:lnTo>
                    <a:pt x="169447" y="16028"/>
                  </a:lnTo>
                  <a:lnTo>
                    <a:pt x="169425" y="16635"/>
                  </a:lnTo>
                  <a:lnTo>
                    <a:pt x="169402" y="17242"/>
                  </a:lnTo>
                  <a:lnTo>
                    <a:pt x="169357" y="17849"/>
                  </a:lnTo>
                  <a:lnTo>
                    <a:pt x="169267" y="18433"/>
                  </a:lnTo>
                  <a:lnTo>
                    <a:pt x="169155" y="19018"/>
                  </a:lnTo>
                  <a:lnTo>
                    <a:pt x="169043" y="19602"/>
                  </a:lnTo>
                  <a:lnTo>
                    <a:pt x="168863" y="20187"/>
                  </a:lnTo>
                  <a:lnTo>
                    <a:pt x="168683" y="20749"/>
                  </a:lnTo>
                  <a:lnTo>
                    <a:pt x="168458" y="21288"/>
                  </a:lnTo>
                  <a:lnTo>
                    <a:pt x="168211" y="21828"/>
                  </a:lnTo>
                  <a:lnTo>
                    <a:pt x="167919" y="22367"/>
                  </a:lnTo>
                  <a:lnTo>
                    <a:pt x="167604" y="22884"/>
                  </a:lnTo>
                  <a:lnTo>
                    <a:pt x="167222" y="23401"/>
                  </a:lnTo>
                  <a:lnTo>
                    <a:pt x="166840" y="23896"/>
                  </a:lnTo>
                  <a:lnTo>
                    <a:pt x="166323" y="24458"/>
                  </a:lnTo>
                  <a:lnTo>
                    <a:pt x="165761" y="24975"/>
                  </a:lnTo>
                  <a:lnTo>
                    <a:pt x="165199" y="25447"/>
                  </a:lnTo>
                  <a:lnTo>
                    <a:pt x="164592" y="25874"/>
                  </a:lnTo>
                  <a:lnTo>
                    <a:pt x="163962" y="26279"/>
                  </a:lnTo>
                  <a:lnTo>
                    <a:pt x="163310" y="26638"/>
                  </a:lnTo>
                  <a:lnTo>
                    <a:pt x="162636" y="26976"/>
                  </a:lnTo>
                  <a:lnTo>
                    <a:pt x="161939" y="27290"/>
                  </a:lnTo>
                  <a:lnTo>
                    <a:pt x="161220" y="27560"/>
                  </a:lnTo>
                  <a:lnTo>
                    <a:pt x="160501" y="27807"/>
                  </a:lnTo>
                  <a:lnTo>
                    <a:pt x="159736" y="28032"/>
                  </a:lnTo>
                  <a:lnTo>
                    <a:pt x="158972" y="28234"/>
                  </a:lnTo>
                  <a:lnTo>
                    <a:pt x="158208" y="28414"/>
                  </a:lnTo>
                  <a:lnTo>
                    <a:pt x="157421" y="28572"/>
                  </a:lnTo>
                  <a:lnTo>
                    <a:pt x="156612" y="28729"/>
                  </a:lnTo>
                  <a:lnTo>
                    <a:pt x="155802" y="28886"/>
                  </a:lnTo>
                  <a:lnTo>
                    <a:pt x="154161" y="29134"/>
                  </a:lnTo>
                  <a:lnTo>
                    <a:pt x="152498" y="29381"/>
                  </a:lnTo>
                  <a:lnTo>
                    <a:pt x="150812" y="29628"/>
                  </a:lnTo>
                  <a:lnTo>
                    <a:pt x="149149" y="29875"/>
                  </a:lnTo>
                  <a:lnTo>
                    <a:pt x="147508" y="30190"/>
                  </a:lnTo>
                  <a:lnTo>
                    <a:pt x="146698" y="30347"/>
                  </a:lnTo>
                  <a:lnTo>
                    <a:pt x="145889" y="30527"/>
                  </a:lnTo>
                  <a:lnTo>
                    <a:pt x="145080" y="30752"/>
                  </a:lnTo>
                  <a:lnTo>
                    <a:pt x="144293" y="30977"/>
                  </a:lnTo>
                  <a:lnTo>
                    <a:pt x="143529" y="31224"/>
                  </a:lnTo>
                  <a:lnTo>
                    <a:pt x="142765" y="31494"/>
                  </a:lnTo>
                  <a:lnTo>
                    <a:pt x="142090" y="31764"/>
                  </a:lnTo>
                  <a:lnTo>
                    <a:pt x="141416" y="32056"/>
                  </a:lnTo>
                  <a:lnTo>
                    <a:pt x="140786" y="32393"/>
                  </a:lnTo>
                  <a:lnTo>
                    <a:pt x="140135" y="32730"/>
                  </a:lnTo>
                  <a:lnTo>
                    <a:pt x="139528" y="33067"/>
                  </a:lnTo>
                  <a:lnTo>
                    <a:pt x="138943" y="33449"/>
                  </a:lnTo>
                  <a:lnTo>
                    <a:pt x="138359" y="33832"/>
                  </a:lnTo>
                  <a:lnTo>
                    <a:pt x="137797" y="34236"/>
                  </a:lnTo>
                  <a:lnTo>
                    <a:pt x="137235" y="34663"/>
                  </a:lnTo>
                  <a:lnTo>
                    <a:pt x="136695" y="35113"/>
                  </a:lnTo>
                  <a:lnTo>
                    <a:pt x="136178" y="35563"/>
                  </a:lnTo>
                  <a:lnTo>
                    <a:pt x="135661" y="36035"/>
                  </a:lnTo>
                  <a:lnTo>
                    <a:pt x="135167" y="36507"/>
                  </a:lnTo>
                  <a:lnTo>
                    <a:pt x="134672" y="37001"/>
                  </a:lnTo>
                  <a:lnTo>
                    <a:pt x="134200" y="37518"/>
                  </a:lnTo>
                  <a:lnTo>
                    <a:pt x="133728" y="38035"/>
                  </a:lnTo>
                  <a:lnTo>
                    <a:pt x="133278" y="38575"/>
                  </a:lnTo>
                  <a:lnTo>
                    <a:pt x="132829" y="39114"/>
                  </a:lnTo>
                  <a:lnTo>
                    <a:pt x="131975" y="40216"/>
                  </a:lnTo>
                  <a:lnTo>
                    <a:pt x="131143" y="41362"/>
                  </a:lnTo>
                  <a:lnTo>
                    <a:pt x="130311" y="42554"/>
                  </a:lnTo>
                  <a:lnTo>
                    <a:pt x="129524" y="43745"/>
                  </a:lnTo>
                  <a:lnTo>
                    <a:pt x="128760" y="44959"/>
                  </a:lnTo>
                  <a:lnTo>
                    <a:pt x="127996" y="46195"/>
                  </a:lnTo>
                  <a:lnTo>
                    <a:pt x="127254" y="47454"/>
                  </a:lnTo>
                  <a:lnTo>
                    <a:pt x="125748" y="49949"/>
                  </a:lnTo>
                  <a:lnTo>
                    <a:pt x="124984" y="51208"/>
                  </a:lnTo>
                  <a:lnTo>
                    <a:pt x="124219" y="52444"/>
                  </a:lnTo>
                  <a:lnTo>
                    <a:pt x="123433" y="53658"/>
                  </a:lnTo>
                  <a:lnTo>
                    <a:pt x="122646" y="54872"/>
                  </a:lnTo>
                  <a:lnTo>
                    <a:pt x="121814" y="56041"/>
                  </a:lnTo>
                  <a:lnTo>
                    <a:pt x="120938" y="57187"/>
                  </a:lnTo>
                  <a:lnTo>
                    <a:pt x="120061" y="58311"/>
                  </a:lnTo>
                  <a:lnTo>
                    <a:pt x="119589" y="58851"/>
                  </a:lnTo>
                  <a:lnTo>
                    <a:pt x="119117" y="59390"/>
                  </a:lnTo>
                  <a:lnTo>
                    <a:pt x="118645" y="59907"/>
                  </a:lnTo>
                  <a:lnTo>
                    <a:pt x="118150" y="60402"/>
                  </a:lnTo>
                  <a:lnTo>
                    <a:pt x="117633" y="60896"/>
                  </a:lnTo>
                  <a:lnTo>
                    <a:pt x="117116" y="61391"/>
                  </a:lnTo>
                  <a:lnTo>
                    <a:pt x="116599" y="61863"/>
                  </a:lnTo>
                  <a:lnTo>
                    <a:pt x="116037" y="62313"/>
                  </a:lnTo>
                  <a:lnTo>
                    <a:pt x="115475" y="62762"/>
                  </a:lnTo>
                  <a:lnTo>
                    <a:pt x="114913" y="63189"/>
                  </a:lnTo>
                  <a:lnTo>
                    <a:pt x="114329" y="63594"/>
                  </a:lnTo>
                  <a:lnTo>
                    <a:pt x="113722" y="63999"/>
                  </a:lnTo>
                  <a:lnTo>
                    <a:pt x="113092" y="64358"/>
                  </a:lnTo>
                  <a:lnTo>
                    <a:pt x="112440" y="64718"/>
                  </a:lnTo>
                  <a:lnTo>
                    <a:pt x="111878" y="65010"/>
                  </a:lnTo>
                  <a:lnTo>
                    <a:pt x="111294" y="65302"/>
                  </a:lnTo>
                  <a:lnTo>
                    <a:pt x="110687" y="65572"/>
                  </a:lnTo>
                  <a:lnTo>
                    <a:pt x="110103" y="65819"/>
                  </a:lnTo>
                  <a:lnTo>
                    <a:pt x="109496" y="66044"/>
                  </a:lnTo>
                  <a:lnTo>
                    <a:pt x="108866" y="66269"/>
                  </a:lnTo>
                  <a:lnTo>
                    <a:pt x="108259" y="66449"/>
                  </a:lnTo>
                  <a:lnTo>
                    <a:pt x="107630" y="66651"/>
                  </a:lnTo>
                  <a:lnTo>
                    <a:pt x="107001" y="66808"/>
                  </a:lnTo>
                  <a:lnTo>
                    <a:pt x="106349" y="66966"/>
                  </a:lnTo>
                  <a:lnTo>
                    <a:pt x="105719" y="67101"/>
                  </a:lnTo>
                  <a:lnTo>
                    <a:pt x="105067" y="67236"/>
                  </a:lnTo>
                  <a:lnTo>
                    <a:pt x="104415" y="67348"/>
                  </a:lnTo>
                  <a:lnTo>
                    <a:pt x="103764" y="67438"/>
                  </a:lnTo>
                  <a:lnTo>
                    <a:pt x="102460" y="67618"/>
                  </a:lnTo>
                  <a:lnTo>
                    <a:pt x="101134" y="67730"/>
                  </a:lnTo>
                  <a:lnTo>
                    <a:pt x="99785" y="67798"/>
                  </a:lnTo>
                  <a:lnTo>
                    <a:pt x="98459" y="67842"/>
                  </a:lnTo>
                  <a:lnTo>
                    <a:pt x="97110" y="67820"/>
                  </a:lnTo>
                  <a:lnTo>
                    <a:pt x="95761" y="67798"/>
                  </a:lnTo>
                  <a:lnTo>
                    <a:pt x="94412" y="67730"/>
                  </a:lnTo>
                  <a:lnTo>
                    <a:pt x="93086" y="67618"/>
                  </a:lnTo>
                  <a:lnTo>
                    <a:pt x="91760" y="67505"/>
                  </a:lnTo>
                  <a:lnTo>
                    <a:pt x="90703" y="67393"/>
                  </a:lnTo>
                  <a:lnTo>
                    <a:pt x="89647" y="67258"/>
                  </a:lnTo>
                  <a:lnTo>
                    <a:pt x="88590" y="67101"/>
                  </a:lnTo>
                  <a:lnTo>
                    <a:pt x="87511" y="66921"/>
                  </a:lnTo>
                  <a:lnTo>
                    <a:pt x="86455" y="66719"/>
                  </a:lnTo>
                  <a:lnTo>
                    <a:pt x="85398" y="66494"/>
                  </a:lnTo>
                  <a:lnTo>
                    <a:pt x="84342" y="66269"/>
                  </a:lnTo>
                  <a:lnTo>
                    <a:pt x="83285" y="65999"/>
                  </a:lnTo>
                  <a:lnTo>
                    <a:pt x="82251" y="65729"/>
                  </a:lnTo>
                  <a:lnTo>
                    <a:pt x="81217" y="65415"/>
                  </a:lnTo>
                  <a:lnTo>
                    <a:pt x="80206" y="65078"/>
                  </a:lnTo>
                  <a:lnTo>
                    <a:pt x="79194" y="64740"/>
                  </a:lnTo>
                  <a:lnTo>
                    <a:pt x="78205" y="64358"/>
                  </a:lnTo>
                  <a:lnTo>
                    <a:pt x="77216" y="63954"/>
                  </a:lnTo>
                  <a:lnTo>
                    <a:pt x="76249" y="63526"/>
                  </a:lnTo>
                  <a:lnTo>
                    <a:pt x="75328" y="63077"/>
                  </a:lnTo>
                  <a:lnTo>
                    <a:pt x="74406" y="62605"/>
                  </a:lnTo>
                  <a:lnTo>
                    <a:pt x="73507" y="62110"/>
                  </a:lnTo>
                  <a:lnTo>
                    <a:pt x="72653" y="61571"/>
                  </a:lnTo>
                  <a:lnTo>
                    <a:pt x="71798" y="61031"/>
                  </a:lnTo>
                  <a:lnTo>
                    <a:pt x="70989" y="60447"/>
                  </a:lnTo>
                  <a:lnTo>
                    <a:pt x="70225" y="59840"/>
                  </a:lnTo>
                  <a:lnTo>
                    <a:pt x="69461" y="59211"/>
                  </a:lnTo>
                  <a:lnTo>
                    <a:pt x="68764" y="58536"/>
                  </a:lnTo>
                  <a:lnTo>
                    <a:pt x="68089" y="57839"/>
                  </a:lnTo>
                  <a:lnTo>
                    <a:pt x="67460" y="57120"/>
                  </a:lnTo>
                  <a:lnTo>
                    <a:pt x="66853" y="56378"/>
                  </a:lnTo>
                  <a:lnTo>
                    <a:pt x="66291" y="55614"/>
                  </a:lnTo>
                  <a:lnTo>
                    <a:pt x="66044" y="55209"/>
                  </a:lnTo>
                  <a:lnTo>
                    <a:pt x="65797" y="54805"/>
                  </a:lnTo>
                  <a:lnTo>
                    <a:pt x="65549" y="54378"/>
                  </a:lnTo>
                  <a:lnTo>
                    <a:pt x="65324" y="53973"/>
                  </a:lnTo>
                  <a:lnTo>
                    <a:pt x="65122" y="53546"/>
                  </a:lnTo>
                  <a:lnTo>
                    <a:pt x="64920" y="53096"/>
                  </a:lnTo>
                  <a:lnTo>
                    <a:pt x="64718" y="52647"/>
                  </a:lnTo>
                  <a:lnTo>
                    <a:pt x="64538" y="52197"/>
                  </a:lnTo>
                  <a:lnTo>
                    <a:pt x="64290" y="51478"/>
                  </a:lnTo>
                  <a:lnTo>
                    <a:pt x="64088" y="50758"/>
                  </a:lnTo>
                  <a:lnTo>
                    <a:pt x="63908" y="50039"/>
                  </a:lnTo>
                  <a:lnTo>
                    <a:pt x="63751" y="49320"/>
                  </a:lnTo>
                  <a:lnTo>
                    <a:pt x="63639" y="48578"/>
                  </a:lnTo>
                  <a:lnTo>
                    <a:pt x="63526" y="47859"/>
                  </a:lnTo>
                  <a:lnTo>
                    <a:pt x="63459" y="47117"/>
                  </a:lnTo>
                  <a:lnTo>
                    <a:pt x="63414" y="46375"/>
                  </a:lnTo>
                  <a:lnTo>
                    <a:pt x="63391" y="45633"/>
                  </a:lnTo>
                  <a:lnTo>
                    <a:pt x="63391" y="44891"/>
                  </a:lnTo>
                  <a:lnTo>
                    <a:pt x="63391" y="44127"/>
                  </a:lnTo>
                  <a:lnTo>
                    <a:pt x="63414" y="43385"/>
                  </a:lnTo>
                  <a:lnTo>
                    <a:pt x="63504" y="41879"/>
                  </a:lnTo>
                  <a:lnTo>
                    <a:pt x="63639" y="40351"/>
                  </a:lnTo>
                  <a:lnTo>
                    <a:pt x="63931" y="37316"/>
                  </a:lnTo>
                  <a:lnTo>
                    <a:pt x="64088" y="35787"/>
                  </a:lnTo>
                  <a:lnTo>
                    <a:pt x="64200" y="34281"/>
                  </a:lnTo>
                  <a:lnTo>
                    <a:pt x="64268" y="32753"/>
                  </a:lnTo>
                  <a:lnTo>
                    <a:pt x="64290" y="31988"/>
                  </a:lnTo>
                  <a:lnTo>
                    <a:pt x="64290" y="31247"/>
                  </a:lnTo>
                  <a:lnTo>
                    <a:pt x="64268" y="30482"/>
                  </a:lnTo>
                  <a:lnTo>
                    <a:pt x="64223" y="29740"/>
                  </a:lnTo>
                  <a:lnTo>
                    <a:pt x="64178" y="28976"/>
                  </a:lnTo>
                  <a:lnTo>
                    <a:pt x="64088" y="28234"/>
                  </a:lnTo>
                  <a:lnTo>
                    <a:pt x="63998" y="27672"/>
                  </a:lnTo>
                  <a:lnTo>
                    <a:pt x="63908" y="27110"/>
                  </a:lnTo>
                  <a:lnTo>
                    <a:pt x="63796" y="26548"/>
                  </a:lnTo>
                  <a:lnTo>
                    <a:pt x="63661" y="25986"/>
                  </a:lnTo>
                  <a:lnTo>
                    <a:pt x="63526" y="25447"/>
                  </a:lnTo>
                  <a:lnTo>
                    <a:pt x="63369" y="24907"/>
                  </a:lnTo>
                  <a:lnTo>
                    <a:pt x="63189" y="24345"/>
                  </a:lnTo>
                  <a:lnTo>
                    <a:pt x="63009" y="23806"/>
                  </a:lnTo>
                  <a:lnTo>
                    <a:pt x="62807" y="23289"/>
                  </a:lnTo>
                  <a:lnTo>
                    <a:pt x="62582" y="22749"/>
                  </a:lnTo>
                  <a:lnTo>
                    <a:pt x="62357" y="22232"/>
                  </a:lnTo>
                  <a:lnTo>
                    <a:pt x="62110" y="21693"/>
                  </a:lnTo>
                  <a:lnTo>
                    <a:pt x="61863" y="21176"/>
                  </a:lnTo>
                  <a:lnTo>
                    <a:pt x="61593" y="20681"/>
                  </a:lnTo>
                  <a:lnTo>
                    <a:pt x="61301" y="20164"/>
                  </a:lnTo>
                  <a:lnTo>
                    <a:pt x="61008" y="19670"/>
                  </a:lnTo>
                  <a:lnTo>
                    <a:pt x="60694" y="19175"/>
                  </a:lnTo>
                  <a:lnTo>
                    <a:pt x="60379" y="18703"/>
                  </a:lnTo>
                  <a:lnTo>
                    <a:pt x="60042" y="18209"/>
                  </a:lnTo>
                  <a:lnTo>
                    <a:pt x="59705" y="17759"/>
                  </a:lnTo>
                  <a:lnTo>
                    <a:pt x="59345" y="17287"/>
                  </a:lnTo>
                  <a:lnTo>
                    <a:pt x="58963" y="16837"/>
                  </a:lnTo>
                  <a:lnTo>
                    <a:pt x="58581" y="16388"/>
                  </a:lnTo>
                  <a:lnTo>
                    <a:pt x="58199" y="15938"/>
                  </a:lnTo>
                  <a:lnTo>
                    <a:pt x="57794" y="15511"/>
                  </a:lnTo>
                  <a:lnTo>
                    <a:pt x="57367" y="15107"/>
                  </a:lnTo>
                  <a:lnTo>
                    <a:pt x="56940" y="14679"/>
                  </a:lnTo>
                  <a:lnTo>
                    <a:pt x="56513" y="14297"/>
                  </a:lnTo>
                  <a:lnTo>
                    <a:pt x="56063" y="13893"/>
                  </a:lnTo>
                  <a:lnTo>
                    <a:pt x="55614" y="13511"/>
                  </a:lnTo>
                  <a:lnTo>
                    <a:pt x="55141" y="13151"/>
                  </a:lnTo>
                  <a:lnTo>
                    <a:pt x="54647" y="12791"/>
                  </a:lnTo>
                  <a:lnTo>
                    <a:pt x="54062" y="12364"/>
                  </a:lnTo>
                  <a:lnTo>
                    <a:pt x="53456" y="11959"/>
                  </a:lnTo>
                  <a:lnTo>
                    <a:pt x="52849" y="11577"/>
                  </a:lnTo>
                  <a:lnTo>
                    <a:pt x="52219" y="11195"/>
                  </a:lnTo>
                  <a:lnTo>
                    <a:pt x="51590" y="10836"/>
                  </a:lnTo>
                  <a:lnTo>
                    <a:pt x="50938" y="10498"/>
                  </a:lnTo>
                  <a:lnTo>
                    <a:pt x="49634" y="9824"/>
                  </a:lnTo>
                  <a:lnTo>
                    <a:pt x="48308" y="9195"/>
                  </a:lnTo>
                  <a:lnTo>
                    <a:pt x="46959" y="8588"/>
                  </a:lnTo>
                  <a:lnTo>
                    <a:pt x="45588" y="8003"/>
                  </a:lnTo>
                  <a:lnTo>
                    <a:pt x="44217" y="7441"/>
                  </a:lnTo>
                  <a:lnTo>
                    <a:pt x="41474" y="6295"/>
                  </a:lnTo>
                  <a:lnTo>
                    <a:pt x="40103" y="5710"/>
                  </a:lnTo>
                  <a:lnTo>
                    <a:pt x="38754" y="5103"/>
                  </a:lnTo>
                  <a:lnTo>
                    <a:pt x="37428" y="4451"/>
                  </a:lnTo>
                  <a:lnTo>
                    <a:pt x="36124" y="3777"/>
                  </a:lnTo>
                  <a:lnTo>
                    <a:pt x="35472" y="3440"/>
                  </a:lnTo>
                  <a:lnTo>
                    <a:pt x="34843" y="3058"/>
                  </a:lnTo>
                  <a:lnTo>
                    <a:pt x="34213" y="2698"/>
                  </a:lnTo>
                  <a:lnTo>
                    <a:pt x="33607" y="2293"/>
                  </a:lnTo>
                  <a:lnTo>
                    <a:pt x="32820" y="1754"/>
                  </a:lnTo>
                  <a:lnTo>
                    <a:pt x="32056" y="1192"/>
                  </a:lnTo>
                  <a:lnTo>
                    <a:pt x="31314" y="608"/>
                  </a:lnTo>
                  <a:lnTo>
                    <a:pt x="30594" y="1"/>
                  </a:lnTo>
                  <a:close/>
                </a:path>
              </a:pathLst>
            </a:custGeom>
            <a:solidFill>
              <a:srgbClr val="7CBE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5"/>
            <p:cNvSpPr/>
            <p:nvPr/>
          </p:nvSpPr>
          <p:spPr>
            <a:xfrm>
              <a:off x="1669975" y="2854675"/>
              <a:ext cx="4427275" cy="1909075"/>
            </a:xfrm>
            <a:custGeom>
              <a:avLst/>
              <a:gdLst/>
              <a:ahLst/>
              <a:cxnLst/>
              <a:rect l="l" t="t" r="r" b="b"/>
              <a:pathLst>
                <a:path w="177091" h="76363" extrusionOk="0">
                  <a:moveTo>
                    <a:pt x="0" y="1"/>
                  </a:moveTo>
                  <a:lnTo>
                    <a:pt x="203" y="1304"/>
                  </a:lnTo>
                  <a:lnTo>
                    <a:pt x="428" y="2608"/>
                  </a:lnTo>
                  <a:lnTo>
                    <a:pt x="675" y="3912"/>
                  </a:lnTo>
                  <a:lnTo>
                    <a:pt x="945" y="5193"/>
                  </a:lnTo>
                  <a:lnTo>
                    <a:pt x="1214" y="6475"/>
                  </a:lnTo>
                  <a:lnTo>
                    <a:pt x="1507" y="7756"/>
                  </a:lnTo>
                  <a:lnTo>
                    <a:pt x="1844" y="9037"/>
                  </a:lnTo>
                  <a:lnTo>
                    <a:pt x="2158" y="10319"/>
                  </a:lnTo>
                  <a:lnTo>
                    <a:pt x="2518" y="11577"/>
                  </a:lnTo>
                  <a:lnTo>
                    <a:pt x="2900" y="12836"/>
                  </a:lnTo>
                  <a:lnTo>
                    <a:pt x="3282" y="14095"/>
                  </a:lnTo>
                  <a:lnTo>
                    <a:pt x="3709" y="15331"/>
                  </a:lnTo>
                  <a:lnTo>
                    <a:pt x="4137" y="16568"/>
                  </a:lnTo>
                  <a:lnTo>
                    <a:pt x="4564" y="17804"/>
                  </a:lnTo>
                  <a:lnTo>
                    <a:pt x="5036" y="19018"/>
                  </a:lnTo>
                  <a:lnTo>
                    <a:pt x="5508" y="20232"/>
                  </a:lnTo>
                  <a:lnTo>
                    <a:pt x="6002" y="21446"/>
                  </a:lnTo>
                  <a:lnTo>
                    <a:pt x="6519" y="22660"/>
                  </a:lnTo>
                  <a:lnTo>
                    <a:pt x="7059" y="23851"/>
                  </a:lnTo>
                  <a:lnTo>
                    <a:pt x="7621" y="25042"/>
                  </a:lnTo>
                  <a:lnTo>
                    <a:pt x="8183" y="26211"/>
                  </a:lnTo>
                  <a:lnTo>
                    <a:pt x="8767" y="27380"/>
                  </a:lnTo>
                  <a:lnTo>
                    <a:pt x="9352" y="28527"/>
                  </a:lnTo>
                  <a:lnTo>
                    <a:pt x="9981" y="29695"/>
                  </a:lnTo>
                  <a:lnTo>
                    <a:pt x="10611" y="30819"/>
                  </a:lnTo>
                  <a:lnTo>
                    <a:pt x="11262" y="31966"/>
                  </a:lnTo>
                  <a:lnTo>
                    <a:pt x="11937" y="33090"/>
                  </a:lnTo>
                  <a:lnTo>
                    <a:pt x="12611" y="34191"/>
                  </a:lnTo>
                  <a:lnTo>
                    <a:pt x="13308" y="35293"/>
                  </a:lnTo>
                  <a:lnTo>
                    <a:pt x="14027" y="36394"/>
                  </a:lnTo>
                  <a:lnTo>
                    <a:pt x="14747" y="37473"/>
                  </a:lnTo>
                  <a:lnTo>
                    <a:pt x="15511" y="38552"/>
                  </a:lnTo>
                  <a:lnTo>
                    <a:pt x="16410" y="39834"/>
                  </a:lnTo>
                  <a:lnTo>
                    <a:pt x="17354" y="41092"/>
                  </a:lnTo>
                  <a:lnTo>
                    <a:pt x="18321" y="42329"/>
                  </a:lnTo>
                  <a:lnTo>
                    <a:pt x="19310" y="43565"/>
                  </a:lnTo>
                  <a:lnTo>
                    <a:pt x="20209" y="44622"/>
                  </a:lnTo>
                  <a:lnTo>
                    <a:pt x="21513" y="46150"/>
                  </a:lnTo>
                  <a:lnTo>
                    <a:pt x="22862" y="47634"/>
                  </a:lnTo>
                  <a:lnTo>
                    <a:pt x="23918" y="48758"/>
                  </a:lnTo>
                  <a:lnTo>
                    <a:pt x="24975" y="49837"/>
                  </a:lnTo>
                  <a:lnTo>
                    <a:pt x="26054" y="50938"/>
                  </a:lnTo>
                  <a:lnTo>
                    <a:pt x="27178" y="51995"/>
                  </a:lnTo>
                  <a:lnTo>
                    <a:pt x="28302" y="53029"/>
                  </a:lnTo>
                  <a:lnTo>
                    <a:pt x="29448" y="54063"/>
                  </a:lnTo>
                  <a:lnTo>
                    <a:pt x="30594" y="55074"/>
                  </a:lnTo>
                  <a:lnTo>
                    <a:pt x="31786" y="56063"/>
                  </a:lnTo>
                  <a:lnTo>
                    <a:pt x="32977" y="57030"/>
                  </a:lnTo>
                  <a:lnTo>
                    <a:pt x="34213" y="57974"/>
                  </a:lnTo>
                  <a:lnTo>
                    <a:pt x="35450" y="58896"/>
                  </a:lnTo>
                  <a:lnTo>
                    <a:pt x="36686" y="59817"/>
                  </a:lnTo>
                  <a:lnTo>
                    <a:pt x="37967" y="60694"/>
                  </a:lnTo>
                  <a:lnTo>
                    <a:pt x="39249" y="61571"/>
                  </a:lnTo>
                  <a:lnTo>
                    <a:pt x="40575" y="62403"/>
                  </a:lnTo>
                  <a:lnTo>
                    <a:pt x="41901" y="63234"/>
                  </a:lnTo>
                  <a:lnTo>
                    <a:pt x="43228" y="64044"/>
                  </a:lnTo>
                  <a:lnTo>
                    <a:pt x="44599" y="64830"/>
                  </a:lnTo>
                  <a:lnTo>
                    <a:pt x="45970" y="65572"/>
                  </a:lnTo>
                  <a:lnTo>
                    <a:pt x="47364" y="66314"/>
                  </a:lnTo>
                  <a:lnTo>
                    <a:pt x="48780" y="67033"/>
                  </a:lnTo>
                  <a:lnTo>
                    <a:pt x="50196" y="67708"/>
                  </a:lnTo>
                  <a:lnTo>
                    <a:pt x="51635" y="68382"/>
                  </a:lnTo>
                  <a:lnTo>
                    <a:pt x="53096" y="69034"/>
                  </a:lnTo>
                  <a:lnTo>
                    <a:pt x="54557" y="69641"/>
                  </a:lnTo>
                  <a:lnTo>
                    <a:pt x="56063" y="70225"/>
                  </a:lnTo>
                  <a:lnTo>
                    <a:pt x="57547" y="70810"/>
                  </a:lnTo>
                  <a:lnTo>
                    <a:pt x="59075" y="71349"/>
                  </a:lnTo>
                  <a:lnTo>
                    <a:pt x="60604" y="71866"/>
                  </a:lnTo>
                  <a:lnTo>
                    <a:pt x="62155" y="72361"/>
                  </a:lnTo>
                  <a:lnTo>
                    <a:pt x="63728" y="72833"/>
                  </a:lnTo>
                  <a:lnTo>
                    <a:pt x="65302" y="73260"/>
                  </a:lnTo>
                  <a:lnTo>
                    <a:pt x="66920" y="73687"/>
                  </a:lnTo>
                  <a:lnTo>
                    <a:pt x="68561" y="74069"/>
                  </a:lnTo>
                  <a:lnTo>
                    <a:pt x="70180" y="74429"/>
                  </a:lnTo>
                  <a:lnTo>
                    <a:pt x="71821" y="74766"/>
                  </a:lnTo>
                  <a:lnTo>
                    <a:pt x="73439" y="75058"/>
                  </a:lnTo>
                  <a:lnTo>
                    <a:pt x="75080" y="75328"/>
                  </a:lnTo>
                  <a:lnTo>
                    <a:pt x="76699" y="75553"/>
                  </a:lnTo>
                  <a:lnTo>
                    <a:pt x="78340" y="75755"/>
                  </a:lnTo>
                  <a:lnTo>
                    <a:pt x="79958" y="75935"/>
                  </a:lnTo>
                  <a:lnTo>
                    <a:pt x="81577" y="76092"/>
                  </a:lnTo>
                  <a:lnTo>
                    <a:pt x="83195" y="76205"/>
                  </a:lnTo>
                  <a:lnTo>
                    <a:pt x="84814" y="76272"/>
                  </a:lnTo>
                  <a:lnTo>
                    <a:pt x="86432" y="76340"/>
                  </a:lnTo>
                  <a:lnTo>
                    <a:pt x="88051" y="76362"/>
                  </a:lnTo>
                  <a:lnTo>
                    <a:pt x="89669" y="76362"/>
                  </a:lnTo>
                  <a:lnTo>
                    <a:pt x="91265" y="76317"/>
                  </a:lnTo>
                  <a:lnTo>
                    <a:pt x="92861" y="76250"/>
                  </a:lnTo>
                  <a:lnTo>
                    <a:pt x="94457" y="76160"/>
                  </a:lnTo>
                  <a:lnTo>
                    <a:pt x="96053" y="76047"/>
                  </a:lnTo>
                  <a:lnTo>
                    <a:pt x="97649" y="75890"/>
                  </a:lnTo>
                  <a:lnTo>
                    <a:pt x="99223" y="75710"/>
                  </a:lnTo>
                  <a:lnTo>
                    <a:pt x="100796" y="75508"/>
                  </a:lnTo>
                  <a:lnTo>
                    <a:pt x="102370" y="75283"/>
                  </a:lnTo>
                  <a:lnTo>
                    <a:pt x="103921" y="75036"/>
                  </a:lnTo>
                  <a:lnTo>
                    <a:pt x="105472" y="74744"/>
                  </a:lnTo>
                  <a:lnTo>
                    <a:pt x="107023" y="74429"/>
                  </a:lnTo>
                  <a:lnTo>
                    <a:pt x="108574" y="74092"/>
                  </a:lnTo>
                  <a:lnTo>
                    <a:pt x="110103" y="73710"/>
                  </a:lnTo>
                  <a:lnTo>
                    <a:pt x="111631" y="73327"/>
                  </a:lnTo>
                  <a:lnTo>
                    <a:pt x="113137" y="72900"/>
                  </a:lnTo>
                  <a:lnTo>
                    <a:pt x="114643" y="72451"/>
                  </a:lnTo>
                  <a:lnTo>
                    <a:pt x="116149" y="71979"/>
                  </a:lnTo>
                  <a:lnTo>
                    <a:pt x="117633" y="71484"/>
                  </a:lnTo>
                  <a:lnTo>
                    <a:pt x="119094" y="70967"/>
                  </a:lnTo>
                  <a:lnTo>
                    <a:pt x="120578" y="70405"/>
                  </a:lnTo>
                  <a:lnTo>
                    <a:pt x="122039" y="69843"/>
                  </a:lnTo>
                  <a:lnTo>
                    <a:pt x="123478" y="69236"/>
                  </a:lnTo>
                  <a:lnTo>
                    <a:pt x="124916" y="68607"/>
                  </a:lnTo>
                  <a:lnTo>
                    <a:pt x="126332" y="67955"/>
                  </a:lnTo>
                  <a:lnTo>
                    <a:pt x="127749" y="67281"/>
                  </a:lnTo>
                  <a:lnTo>
                    <a:pt x="129142" y="66584"/>
                  </a:lnTo>
                  <a:lnTo>
                    <a:pt x="130536" y="65864"/>
                  </a:lnTo>
                  <a:lnTo>
                    <a:pt x="131907" y="65123"/>
                  </a:lnTo>
                  <a:lnTo>
                    <a:pt x="133256" y="64358"/>
                  </a:lnTo>
                  <a:lnTo>
                    <a:pt x="134605" y="63571"/>
                  </a:lnTo>
                  <a:lnTo>
                    <a:pt x="135931" y="62740"/>
                  </a:lnTo>
                  <a:lnTo>
                    <a:pt x="137257" y="61908"/>
                  </a:lnTo>
                  <a:lnTo>
                    <a:pt x="138561" y="61054"/>
                  </a:lnTo>
                  <a:lnTo>
                    <a:pt x="139842" y="60155"/>
                  </a:lnTo>
                  <a:lnTo>
                    <a:pt x="141124" y="59255"/>
                  </a:lnTo>
                  <a:lnTo>
                    <a:pt x="142382" y="58311"/>
                  </a:lnTo>
                  <a:lnTo>
                    <a:pt x="143619" y="57367"/>
                  </a:lnTo>
                  <a:lnTo>
                    <a:pt x="144855" y="56401"/>
                  </a:lnTo>
                  <a:lnTo>
                    <a:pt x="146069" y="55389"/>
                  </a:lnTo>
                  <a:lnTo>
                    <a:pt x="147260" y="54378"/>
                  </a:lnTo>
                  <a:lnTo>
                    <a:pt x="148429" y="53343"/>
                  </a:lnTo>
                  <a:lnTo>
                    <a:pt x="149598" y="52287"/>
                  </a:lnTo>
                  <a:lnTo>
                    <a:pt x="150722" y="51208"/>
                  </a:lnTo>
                  <a:lnTo>
                    <a:pt x="151846" y="50106"/>
                  </a:lnTo>
                  <a:lnTo>
                    <a:pt x="152948" y="48983"/>
                  </a:lnTo>
                  <a:lnTo>
                    <a:pt x="154049" y="47836"/>
                  </a:lnTo>
                  <a:lnTo>
                    <a:pt x="155106" y="46667"/>
                  </a:lnTo>
                  <a:lnTo>
                    <a:pt x="156140" y="45498"/>
                  </a:lnTo>
                  <a:lnTo>
                    <a:pt x="157174" y="44284"/>
                  </a:lnTo>
                  <a:lnTo>
                    <a:pt x="157938" y="43385"/>
                  </a:lnTo>
                  <a:lnTo>
                    <a:pt x="158680" y="42464"/>
                  </a:lnTo>
                  <a:lnTo>
                    <a:pt x="159422" y="41519"/>
                  </a:lnTo>
                  <a:lnTo>
                    <a:pt x="160141" y="40575"/>
                  </a:lnTo>
                  <a:lnTo>
                    <a:pt x="160838" y="39631"/>
                  </a:lnTo>
                  <a:lnTo>
                    <a:pt x="161894" y="38170"/>
                  </a:lnTo>
                  <a:lnTo>
                    <a:pt x="162906" y="36686"/>
                  </a:lnTo>
                  <a:lnTo>
                    <a:pt x="163535" y="35742"/>
                  </a:lnTo>
                  <a:lnTo>
                    <a:pt x="164142" y="34776"/>
                  </a:lnTo>
                  <a:lnTo>
                    <a:pt x="164210" y="34663"/>
                  </a:lnTo>
                  <a:lnTo>
                    <a:pt x="164794" y="33719"/>
                  </a:lnTo>
                  <a:lnTo>
                    <a:pt x="165468" y="32640"/>
                  </a:lnTo>
                  <a:lnTo>
                    <a:pt x="165873" y="31921"/>
                  </a:lnTo>
                  <a:lnTo>
                    <a:pt x="166278" y="31224"/>
                  </a:lnTo>
                  <a:lnTo>
                    <a:pt x="166885" y="30168"/>
                  </a:lnTo>
                  <a:lnTo>
                    <a:pt x="167447" y="29111"/>
                  </a:lnTo>
                  <a:lnTo>
                    <a:pt x="167806" y="28437"/>
                  </a:lnTo>
                  <a:lnTo>
                    <a:pt x="168166" y="27762"/>
                  </a:lnTo>
                  <a:lnTo>
                    <a:pt x="168526" y="27020"/>
                  </a:lnTo>
                  <a:lnTo>
                    <a:pt x="168908" y="26279"/>
                  </a:lnTo>
                  <a:lnTo>
                    <a:pt x="169447" y="25132"/>
                  </a:lnTo>
                  <a:lnTo>
                    <a:pt x="169987" y="23963"/>
                  </a:lnTo>
                  <a:lnTo>
                    <a:pt x="170526" y="22794"/>
                  </a:lnTo>
                  <a:lnTo>
                    <a:pt x="171021" y="21603"/>
                  </a:lnTo>
                  <a:lnTo>
                    <a:pt x="171403" y="20704"/>
                  </a:lnTo>
                  <a:lnTo>
                    <a:pt x="171875" y="19535"/>
                  </a:lnTo>
                  <a:lnTo>
                    <a:pt x="172190" y="18681"/>
                  </a:lnTo>
                  <a:lnTo>
                    <a:pt x="172684" y="17377"/>
                  </a:lnTo>
                  <a:lnTo>
                    <a:pt x="173134" y="16073"/>
                  </a:lnTo>
                  <a:lnTo>
                    <a:pt x="173538" y="14904"/>
                  </a:lnTo>
                  <a:lnTo>
                    <a:pt x="173921" y="13713"/>
                  </a:lnTo>
                  <a:lnTo>
                    <a:pt x="174280" y="12499"/>
                  </a:lnTo>
                  <a:lnTo>
                    <a:pt x="174640" y="11308"/>
                  </a:lnTo>
                  <a:lnTo>
                    <a:pt x="174977" y="10094"/>
                  </a:lnTo>
                  <a:lnTo>
                    <a:pt x="175292" y="8835"/>
                  </a:lnTo>
                  <a:lnTo>
                    <a:pt x="175606" y="7576"/>
                  </a:lnTo>
                  <a:lnTo>
                    <a:pt x="175899" y="6295"/>
                  </a:lnTo>
                  <a:lnTo>
                    <a:pt x="176168" y="5036"/>
                  </a:lnTo>
                  <a:lnTo>
                    <a:pt x="176438" y="3777"/>
                  </a:lnTo>
                  <a:lnTo>
                    <a:pt x="176663" y="2518"/>
                  </a:lnTo>
                  <a:lnTo>
                    <a:pt x="176888" y="1259"/>
                  </a:lnTo>
                  <a:lnTo>
                    <a:pt x="177090" y="1"/>
                  </a:lnTo>
                  <a:lnTo>
                    <a:pt x="166188" y="1"/>
                  </a:lnTo>
                  <a:lnTo>
                    <a:pt x="166435" y="1192"/>
                  </a:lnTo>
                  <a:lnTo>
                    <a:pt x="166682" y="2406"/>
                  </a:lnTo>
                  <a:lnTo>
                    <a:pt x="166975" y="3597"/>
                  </a:lnTo>
                  <a:lnTo>
                    <a:pt x="167289" y="4766"/>
                  </a:lnTo>
                  <a:lnTo>
                    <a:pt x="167964" y="7216"/>
                  </a:lnTo>
                  <a:lnTo>
                    <a:pt x="168278" y="8475"/>
                  </a:lnTo>
                  <a:lnTo>
                    <a:pt x="168571" y="9734"/>
                  </a:lnTo>
                  <a:lnTo>
                    <a:pt x="168863" y="10993"/>
                  </a:lnTo>
                  <a:lnTo>
                    <a:pt x="169088" y="12274"/>
                  </a:lnTo>
                  <a:lnTo>
                    <a:pt x="169177" y="12904"/>
                  </a:lnTo>
                  <a:lnTo>
                    <a:pt x="169267" y="13533"/>
                  </a:lnTo>
                  <a:lnTo>
                    <a:pt x="169335" y="14162"/>
                  </a:lnTo>
                  <a:lnTo>
                    <a:pt x="169380" y="14792"/>
                  </a:lnTo>
                  <a:lnTo>
                    <a:pt x="169425" y="15399"/>
                  </a:lnTo>
                  <a:lnTo>
                    <a:pt x="169447" y="16028"/>
                  </a:lnTo>
                  <a:lnTo>
                    <a:pt x="169425" y="16635"/>
                  </a:lnTo>
                  <a:lnTo>
                    <a:pt x="169402" y="17242"/>
                  </a:lnTo>
                  <a:lnTo>
                    <a:pt x="169357" y="17849"/>
                  </a:lnTo>
                  <a:lnTo>
                    <a:pt x="169267" y="18433"/>
                  </a:lnTo>
                  <a:lnTo>
                    <a:pt x="169155" y="19018"/>
                  </a:lnTo>
                  <a:lnTo>
                    <a:pt x="169043" y="19602"/>
                  </a:lnTo>
                  <a:lnTo>
                    <a:pt x="168863" y="20187"/>
                  </a:lnTo>
                  <a:lnTo>
                    <a:pt x="168683" y="20749"/>
                  </a:lnTo>
                  <a:lnTo>
                    <a:pt x="168458" y="21288"/>
                  </a:lnTo>
                  <a:lnTo>
                    <a:pt x="168211" y="21828"/>
                  </a:lnTo>
                  <a:lnTo>
                    <a:pt x="167919" y="22367"/>
                  </a:lnTo>
                  <a:lnTo>
                    <a:pt x="167604" y="22884"/>
                  </a:lnTo>
                  <a:lnTo>
                    <a:pt x="167222" y="23401"/>
                  </a:lnTo>
                  <a:lnTo>
                    <a:pt x="166840" y="23896"/>
                  </a:lnTo>
                  <a:lnTo>
                    <a:pt x="166390" y="24368"/>
                  </a:lnTo>
                  <a:lnTo>
                    <a:pt x="165940" y="24818"/>
                  </a:lnTo>
                  <a:lnTo>
                    <a:pt x="165468" y="25222"/>
                  </a:lnTo>
                  <a:lnTo>
                    <a:pt x="164974" y="25627"/>
                  </a:lnTo>
                  <a:lnTo>
                    <a:pt x="164457" y="25986"/>
                  </a:lnTo>
                  <a:lnTo>
                    <a:pt x="163917" y="26301"/>
                  </a:lnTo>
                  <a:lnTo>
                    <a:pt x="163378" y="26616"/>
                  </a:lnTo>
                  <a:lnTo>
                    <a:pt x="162816" y="26908"/>
                  </a:lnTo>
                  <a:lnTo>
                    <a:pt x="162231" y="27155"/>
                  </a:lnTo>
                  <a:lnTo>
                    <a:pt x="161625" y="27403"/>
                  </a:lnTo>
                  <a:lnTo>
                    <a:pt x="161018" y="27627"/>
                  </a:lnTo>
                  <a:lnTo>
                    <a:pt x="160388" y="27830"/>
                  </a:lnTo>
                  <a:lnTo>
                    <a:pt x="159759" y="28032"/>
                  </a:lnTo>
                  <a:lnTo>
                    <a:pt x="159107" y="28189"/>
                  </a:lnTo>
                  <a:lnTo>
                    <a:pt x="158455" y="28347"/>
                  </a:lnTo>
                  <a:lnTo>
                    <a:pt x="157803" y="28504"/>
                  </a:lnTo>
                  <a:lnTo>
                    <a:pt x="156454" y="28774"/>
                  </a:lnTo>
                  <a:lnTo>
                    <a:pt x="155061" y="28999"/>
                  </a:lnTo>
                  <a:lnTo>
                    <a:pt x="153667" y="29201"/>
                  </a:lnTo>
                  <a:lnTo>
                    <a:pt x="152273" y="29426"/>
                  </a:lnTo>
                  <a:lnTo>
                    <a:pt x="150857" y="29628"/>
                  </a:lnTo>
                  <a:lnTo>
                    <a:pt x="149441" y="29830"/>
                  </a:lnTo>
                  <a:lnTo>
                    <a:pt x="148047" y="30078"/>
                  </a:lnTo>
                  <a:lnTo>
                    <a:pt x="146653" y="30347"/>
                  </a:lnTo>
                  <a:lnTo>
                    <a:pt x="145664" y="30595"/>
                  </a:lnTo>
                  <a:lnTo>
                    <a:pt x="144675" y="30864"/>
                  </a:lnTo>
                  <a:lnTo>
                    <a:pt x="143709" y="31157"/>
                  </a:lnTo>
                  <a:lnTo>
                    <a:pt x="142765" y="31494"/>
                  </a:lnTo>
                  <a:lnTo>
                    <a:pt x="142090" y="31764"/>
                  </a:lnTo>
                  <a:lnTo>
                    <a:pt x="141416" y="32056"/>
                  </a:lnTo>
                  <a:lnTo>
                    <a:pt x="140786" y="32393"/>
                  </a:lnTo>
                  <a:lnTo>
                    <a:pt x="140135" y="32730"/>
                  </a:lnTo>
                  <a:lnTo>
                    <a:pt x="139528" y="33067"/>
                  </a:lnTo>
                  <a:lnTo>
                    <a:pt x="138943" y="33449"/>
                  </a:lnTo>
                  <a:lnTo>
                    <a:pt x="138359" y="33832"/>
                  </a:lnTo>
                  <a:lnTo>
                    <a:pt x="137797" y="34236"/>
                  </a:lnTo>
                  <a:lnTo>
                    <a:pt x="137235" y="34663"/>
                  </a:lnTo>
                  <a:lnTo>
                    <a:pt x="136695" y="35113"/>
                  </a:lnTo>
                  <a:lnTo>
                    <a:pt x="136178" y="35563"/>
                  </a:lnTo>
                  <a:lnTo>
                    <a:pt x="135661" y="36035"/>
                  </a:lnTo>
                  <a:lnTo>
                    <a:pt x="135167" y="36507"/>
                  </a:lnTo>
                  <a:lnTo>
                    <a:pt x="134672" y="37001"/>
                  </a:lnTo>
                  <a:lnTo>
                    <a:pt x="134200" y="37518"/>
                  </a:lnTo>
                  <a:lnTo>
                    <a:pt x="133728" y="38035"/>
                  </a:lnTo>
                  <a:lnTo>
                    <a:pt x="133278" y="38575"/>
                  </a:lnTo>
                  <a:lnTo>
                    <a:pt x="132829" y="39114"/>
                  </a:lnTo>
                  <a:lnTo>
                    <a:pt x="131975" y="40216"/>
                  </a:lnTo>
                  <a:lnTo>
                    <a:pt x="131143" y="41362"/>
                  </a:lnTo>
                  <a:lnTo>
                    <a:pt x="130311" y="42554"/>
                  </a:lnTo>
                  <a:lnTo>
                    <a:pt x="129524" y="43745"/>
                  </a:lnTo>
                  <a:lnTo>
                    <a:pt x="128760" y="44959"/>
                  </a:lnTo>
                  <a:lnTo>
                    <a:pt x="127996" y="46195"/>
                  </a:lnTo>
                  <a:lnTo>
                    <a:pt x="127254" y="47454"/>
                  </a:lnTo>
                  <a:lnTo>
                    <a:pt x="125748" y="49949"/>
                  </a:lnTo>
                  <a:lnTo>
                    <a:pt x="124984" y="51208"/>
                  </a:lnTo>
                  <a:lnTo>
                    <a:pt x="124219" y="52444"/>
                  </a:lnTo>
                  <a:lnTo>
                    <a:pt x="123433" y="53658"/>
                  </a:lnTo>
                  <a:lnTo>
                    <a:pt x="122646" y="54872"/>
                  </a:lnTo>
                  <a:lnTo>
                    <a:pt x="121814" y="56041"/>
                  </a:lnTo>
                  <a:lnTo>
                    <a:pt x="120938" y="57187"/>
                  </a:lnTo>
                  <a:lnTo>
                    <a:pt x="120061" y="58311"/>
                  </a:lnTo>
                  <a:lnTo>
                    <a:pt x="119589" y="58851"/>
                  </a:lnTo>
                  <a:lnTo>
                    <a:pt x="119117" y="59390"/>
                  </a:lnTo>
                  <a:lnTo>
                    <a:pt x="118645" y="59907"/>
                  </a:lnTo>
                  <a:lnTo>
                    <a:pt x="118150" y="60402"/>
                  </a:lnTo>
                  <a:lnTo>
                    <a:pt x="117633" y="60896"/>
                  </a:lnTo>
                  <a:lnTo>
                    <a:pt x="117116" y="61391"/>
                  </a:lnTo>
                  <a:lnTo>
                    <a:pt x="116599" y="61863"/>
                  </a:lnTo>
                  <a:lnTo>
                    <a:pt x="116037" y="62313"/>
                  </a:lnTo>
                  <a:lnTo>
                    <a:pt x="115475" y="62762"/>
                  </a:lnTo>
                  <a:lnTo>
                    <a:pt x="114913" y="63189"/>
                  </a:lnTo>
                  <a:lnTo>
                    <a:pt x="114329" y="63594"/>
                  </a:lnTo>
                  <a:lnTo>
                    <a:pt x="113722" y="63999"/>
                  </a:lnTo>
                  <a:lnTo>
                    <a:pt x="113092" y="64358"/>
                  </a:lnTo>
                  <a:lnTo>
                    <a:pt x="112440" y="64718"/>
                  </a:lnTo>
                  <a:lnTo>
                    <a:pt x="111878" y="65010"/>
                  </a:lnTo>
                  <a:lnTo>
                    <a:pt x="111294" y="65302"/>
                  </a:lnTo>
                  <a:lnTo>
                    <a:pt x="110687" y="65572"/>
                  </a:lnTo>
                  <a:lnTo>
                    <a:pt x="110103" y="65819"/>
                  </a:lnTo>
                  <a:lnTo>
                    <a:pt x="109496" y="66044"/>
                  </a:lnTo>
                  <a:lnTo>
                    <a:pt x="108866" y="66269"/>
                  </a:lnTo>
                  <a:lnTo>
                    <a:pt x="108259" y="66449"/>
                  </a:lnTo>
                  <a:lnTo>
                    <a:pt x="107630" y="66651"/>
                  </a:lnTo>
                  <a:lnTo>
                    <a:pt x="107001" y="66808"/>
                  </a:lnTo>
                  <a:lnTo>
                    <a:pt x="106349" y="66966"/>
                  </a:lnTo>
                  <a:lnTo>
                    <a:pt x="105719" y="67101"/>
                  </a:lnTo>
                  <a:lnTo>
                    <a:pt x="105067" y="67236"/>
                  </a:lnTo>
                  <a:lnTo>
                    <a:pt x="104415" y="67348"/>
                  </a:lnTo>
                  <a:lnTo>
                    <a:pt x="103764" y="67438"/>
                  </a:lnTo>
                  <a:lnTo>
                    <a:pt x="102460" y="67618"/>
                  </a:lnTo>
                  <a:lnTo>
                    <a:pt x="101134" y="67730"/>
                  </a:lnTo>
                  <a:lnTo>
                    <a:pt x="99785" y="67798"/>
                  </a:lnTo>
                  <a:lnTo>
                    <a:pt x="98459" y="67842"/>
                  </a:lnTo>
                  <a:lnTo>
                    <a:pt x="97110" y="67820"/>
                  </a:lnTo>
                  <a:lnTo>
                    <a:pt x="95761" y="67798"/>
                  </a:lnTo>
                  <a:lnTo>
                    <a:pt x="94412" y="67730"/>
                  </a:lnTo>
                  <a:lnTo>
                    <a:pt x="93086" y="67618"/>
                  </a:lnTo>
                  <a:lnTo>
                    <a:pt x="91760" y="67505"/>
                  </a:lnTo>
                  <a:lnTo>
                    <a:pt x="90703" y="67393"/>
                  </a:lnTo>
                  <a:lnTo>
                    <a:pt x="89647" y="67258"/>
                  </a:lnTo>
                  <a:lnTo>
                    <a:pt x="88590" y="67101"/>
                  </a:lnTo>
                  <a:lnTo>
                    <a:pt x="87511" y="66921"/>
                  </a:lnTo>
                  <a:lnTo>
                    <a:pt x="86455" y="66719"/>
                  </a:lnTo>
                  <a:lnTo>
                    <a:pt x="85398" y="66494"/>
                  </a:lnTo>
                  <a:lnTo>
                    <a:pt x="84342" y="66269"/>
                  </a:lnTo>
                  <a:lnTo>
                    <a:pt x="83285" y="65999"/>
                  </a:lnTo>
                  <a:lnTo>
                    <a:pt x="82251" y="65729"/>
                  </a:lnTo>
                  <a:lnTo>
                    <a:pt x="81217" y="65415"/>
                  </a:lnTo>
                  <a:lnTo>
                    <a:pt x="80206" y="65078"/>
                  </a:lnTo>
                  <a:lnTo>
                    <a:pt x="79194" y="64740"/>
                  </a:lnTo>
                  <a:lnTo>
                    <a:pt x="78205" y="64358"/>
                  </a:lnTo>
                  <a:lnTo>
                    <a:pt x="77216" y="63954"/>
                  </a:lnTo>
                  <a:lnTo>
                    <a:pt x="76249" y="63526"/>
                  </a:lnTo>
                  <a:lnTo>
                    <a:pt x="75328" y="63077"/>
                  </a:lnTo>
                  <a:lnTo>
                    <a:pt x="74406" y="62605"/>
                  </a:lnTo>
                  <a:lnTo>
                    <a:pt x="73507" y="62110"/>
                  </a:lnTo>
                  <a:lnTo>
                    <a:pt x="72653" y="61571"/>
                  </a:lnTo>
                  <a:lnTo>
                    <a:pt x="71798" y="61031"/>
                  </a:lnTo>
                  <a:lnTo>
                    <a:pt x="70989" y="60447"/>
                  </a:lnTo>
                  <a:lnTo>
                    <a:pt x="70225" y="59840"/>
                  </a:lnTo>
                  <a:lnTo>
                    <a:pt x="69461" y="59211"/>
                  </a:lnTo>
                  <a:lnTo>
                    <a:pt x="68764" y="58536"/>
                  </a:lnTo>
                  <a:lnTo>
                    <a:pt x="68089" y="57839"/>
                  </a:lnTo>
                  <a:lnTo>
                    <a:pt x="67460" y="57120"/>
                  </a:lnTo>
                  <a:lnTo>
                    <a:pt x="66853" y="56378"/>
                  </a:lnTo>
                  <a:lnTo>
                    <a:pt x="66291" y="55614"/>
                  </a:lnTo>
                  <a:lnTo>
                    <a:pt x="66044" y="55209"/>
                  </a:lnTo>
                  <a:lnTo>
                    <a:pt x="65797" y="54805"/>
                  </a:lnTo>
                  <a:lnTo>
                    <a:pt x="65549" y="54378"/>
                  </a:lnTo>
                  <a:lnTo>
                    <a:pt x="65324" y="53973"/>
                  </a:lnTo>
                  <a:lnTo>
                    <a:pt x="65122" y="53546"/>
                  </a:lnTo>
                  <a:lnTo>
                    <a:pt x="64920" y="53096"/>
                  </a:lnTo>
                  <a:lnTo>
                    <a:pt x="64718" y="52647"/>
                  </a:lnTo>
                  <a:lnTo>
                    <a:pt x="64538" y="52197"/>
                  </a:lnTo>
                  <a:lnTo>
                    <a:pt x="64290" y="51478"/>
                  </a:lnTo>
                  <a:lnTo>
                    <a:pt x="64088" y="50758"/>
                  </a:lnTo>
                  <a:lnTo>
                    <a:pt x="63908" y="50039"/>
                  </a:lnTo>
                  <a:lnTo>
                    <a:pt x="63751" y="49320"/>
                  </a:lnTo>
                  <a:lnTo>
                    <a:pt x="63639" y="48578"/>
                  </a:lnTo>
                  <a:lnTo>
                    <a:pt x="63526" y="47859"/>
                  </a:lnTo>
                  <a:lnTo>
                    <a:pt x="63459" y="47117"/>
                  </a:lnTo>
                  <a:lnTo>
                    <a:pt x="63414" y="46375"/>
                  </a:lnTo>
                  <a:lnTo>
                    <a:pt x="63391" y="45633"/>
                  </a:lnTo>
                  <a:lnTo>
                    <a:pt x="63391" y="44891"/>
                  </a:lnTo>
                  <a:lnTo>
                    <a:pt x="63391" y="44127"/>
                  </a:lnTo>
                  <a:lnTo>
                    <a:pt x="63414" y="43385"/>
                  </a:lnTo>
                  <a:lnTo>
                    <a:pt x="63504" y="41879"/>
                  </a:lnTo>
                  <a:lnTo>
                    <a:pt x="63639" y="40351"/>
                  </a:lnTo>
                  <a:lnTo>
                    <a:pt x="63931" y="37316"/>
                  </a:lnTo>
                  <a:lnTo>
                    <a:pt x="64088" y="35787"/>
                  </a:lnTo>
                  <a:lnTo>
                    <a:pt x="64200" y="34281"/>
                  </a:lnTo>
                  <a:lnTo>
                    <a:pt x="64268" y="32753"/>
                  </a:lnTo>
                  <a:lnTo>
                    <a:pt x="64290" y="31988"/>
                  </a:lnTo>
                  <a:lnTo>
                    <a:pt x="64290" y="31247"/>
                  </a:lnTo>
                  <a:lnTo>
                    <a:pt x="64268" y="30482"/>
                  </a:lnTo>
                  <a:lnTo>
                    <a:pt x="64223" y="29740"/>
                  </a:lnTo>
                  <a:lnTo>
                    <a:pt x="64178" y="28976"/>
                  </a:lnTo>
                  <a:lnTo>
                    <a:pt x="64088" y="28234"/>
                  </a:lnTo>
                  <a:lnTo>
                    <a:pt x="63998" y="27672"/>
                  </a:lnTo>
                  <a:lnTo>
                    <a:pt x="63908" y="27110"/>
                  </a:lnTo>
                  <a:lnTo>
                    <a:pt x="63796" y="26548"/>
                  </a:lnTo>
                  <a:lnTo>
                    <a:pt x="63661" y="25986"/>
                  </a:lnTo>
                  <a:lnTo>
                    <a:pt x="63526" y="25447"/>
                  </a:lnTo>
                  <a:lnTo>
                    <a:pt x="63369" y="24907"/>
                  </a:lnTo>
                  <a:lnTo>
                    <a:pt x="63189" y="24345"/>
                  </a:lnTo>
                  <a:lnTo>
                    <a:pt x="63009" y="23806"/>
                  </a:lnTo>
                  <a:lnTo>
                    <a:pt x="62807" y="23289"/>
                  </a:lnTo>
                  <a:lnTo>
                    <a:pt x="62582" y="22749"/>
                  </a:lnTo>
                  <a:lnTo>
                    <a:pt x="62357" y="22232"/>
                  </a:lnTo>
                  <a:lnTo>
                    <a:pt x="62110" y="21693"/>
                  </a:lnTo>
                  <a:lnTo>
                    <a:pt x="61863" y="21176"/>
                  </a:lnTo>
                  <a:lnTo>
                    <a:pt x="61593" y="20681"/>
                  </a:lnTo>
                  <a:lnTo>
                    <a:pt x="61301" y="20164"/>
                  </a:lnTo>
                  <a:lnTo>
                    <a:pt x="61008" y="19670"/>
                  </a:lnTo>
                  <a:lnTo>
                    <a:pt x="60694" y="19175"/>
                  </a:lnTo>
                  <a:lnTo>
                    <a:pt x="60379" y="18703"/>
                  </a:lnTo>
                  <a:lnTo>
                    <a:pt x="60042" y="18209"/>
                  </a:lnTo>
                  <a:lnTo>
                    <a:pt x="59705" y="17759"/>
                  </a:lnTo>
                  <a:lnTo>
                    <a:pt x="59345" y="17287"/>
                  </a:lnTo>
                  <a:lnTo>
                    <a:pt x="58963" y="16837"/>
                  </a:lnTo>
                  <a:lnTo>
                    <a:pt x="58581" y="16388"/>
                  </a:lnTo>
                  <a:lnTo>
                    <a:pt x="58199" y="15938"/>
                  </a:lnTo>
                  <a:lnTo>
                    <a:pt x="57794" y="15511"/>
                  </a:lnTo>
                  <a:lnTo>
                    <a:pt x="57367" y="15107"/>
                  </a:lnTo>
                  <a:lnTo>
                    <a:pt x="56940" y="14679"/>
                  </a:lnTo>
                  <a:lnTo>
                    <a:pt x="56513" y="14297"/>
                  </a:lnTo>
                  <a:lnTo>
                    <a:pt x="56063" y="13893"/>
                  </a:lnTo>
                  <a:lnTo>
                    <a:pt x="55614" y="13511"/>
                  </a:lnTo>
                  <a:lnTo>
                    <a:pt x="55141" y="13151"/>
                  </a:lnTo>
                  <a:lnTo>
                    <a:pt x="54647" y="12791"/>
                  </a:lnTo>
                  <a:lnTo>
                    <a:pt x="54085" y="12387"/>
                  </a:lnTo>
                  <a:lnTo>
                    <a:pt x="53500" y="12004"/>
                  </a:lnTo>
                  <a:lnTo>
                    <a:pt x="52916" y="11622"/>
                  </a:lnTo>
                  <a:lnTo>
                    <a:pt x="52309" y="11263"/>
                  </a:lnTo>
                  <a:lnTo>
                    <a:pt x="51702" y="10903"/>
                  </a:lnTo>
                  <a:lnTo>
                    <a:pt x="51095" y="10566"/>
                  </a:lnTo>
                  <a:lnTo>
                    <a:pt x="49836" y="9914"/>
                  </a:lnTo>
                  <a:lnTo>
                    <a:pt x="48555" y="9307"/>
                  </a:lnTo>
                  <a:lnTo>
                    <a:pt x="47274" y="8722"/>
                  </a:lnTo>
                  <a:lnTo>
                    <a:pt x="45948" y="8161"/>
                  </a:lnTo>
                  <a:lnTo>
                    <a:pt x="44644" y="7599"/>
                  </a:lnTo>
                  <a:lnTo>
                    <a:pt x="41789" y="6407"/>
                  </a:lnTo>
                  <a:lnTo>
                    <a:pt x="40373" y="5800"/>
                  </a:lnTo>
                  <a:lnTo>
                    <a:pt x="38957" y="5193"/>
                  </a:lnTo>
                  <a:lnTo>
                    <a:pt x="37585" y="4519"/>
                  </a:lnTo>
                  <a:lnTo>
                    <a:pt x="36214" y="3845"/>
                  </a:lnTo>
                  <a:lnTo>
                    <a:pt x="35562" y="3462"/>
                  </a:lnTo>
                  <a:lnTo>
                    <a:pt x="34888" y="3103"/>
                  </a:lnTo>
                  <a:lnTo>
                    <a:pt x="34236" y="2698"/>
                  </a:lnTo>
                  <a:lnTo>
                    <a:pt x="33607" y="2293"/>
                  </a:lnTo>
                  <a:lnTo>
                    <a:pt x="32887" y="1821"/>
                  </a:lnTo>
                  <a:lnTo>
                    <a:pt x="32213" y="1304"/>
                  </a:lnTo>
                  <a:lnTo>
                    <a:pt x="31538" y="787"/>
                  </a:lnTo>
                  <a:lnTo>
                    <a:pt x="30887" y="225"/>
                  </a:lnTo>
                  <a:lnTo>
                    <a:pt x="30594"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5"/>
            <p:cNvSpPr/>
            <p:nvPr/>
          </p:nvSpPr>
          <p:spPr>
            <a:xfrm>
              <a:off x="5336300" y="2854675"/>
              <a:ext cx="760950" cy="1107125"/>
            </a:xfrm>
            <a:custGeom>
              <a:avLst/>
              <a:gdLst/>
              <a:ahLst/>
              <a:cxnLst/>
              <a:rect l="l" t="t" r="r" b="b"/>
              <a:pathLst>
                <a:path w="30438" h="44285" extrusionOk="0">
                  <a:moveTo>
                    <a:pt x="19535" y="1"/>
                  </a:moveTo>
                  <a:lnTo>
                    <a:pt x="19782" y="1192"/>
                  </a:lnTo>
                  <a:lnTo>
                    <a:pt x="20029" y="2406"/>
                  </a:lnTo>
                  <a:lnTo>
                    <a:pt x="20322" y="3597"/>
                  </a:lnTo>
                  <a:lnTo>
                    <a:pt x="20636" y="4766"/>
                  </a:lnTo>
                  <a:lnTo>
                    <a:pt x="21311" y="7216"/>
                  </a:lnTo>
                  <a:lnTo>
                    <a:pt x="21625" y="8475"/>
                  </a:lnTo>
                  <a:lnTo>
                    <a:pt x="21918" y="9734"/>
                  </a:lnTo>
                  <a:lnTo>
                    <a:pt x="22210" y="10993"/>
                  </a:lnTo>
                  <a:lnTo>
                    <a:pt x="22435" y="12274"/>
                  </a:lnTo>
                  <a:lnTo>
                    <a:pt x="22524" y="12904"/>
                  </a:lnTo>
                  <a:lnTo>
                    <a:pt x="22614" y="13533"/>
                  </a:lnTo>
                  <a:lnTo>
                    <a:pt x="22682" y="14162"/>
                  </a:lnTo>
                  <a:lnTo>
                    <a:pt x="22727" y="14792"/>
                  </a:lnTo>
                  <a:lnTo>
                    <a:pt x="22772" y="15399"/>
                  </a:lnTo>
                  <a:lnTo>
                    <a:pt x="22794" y="16028"/>
                  </a:lnTo>
                  <a:lnTo>
                    <a:pt x="22772" y="16635"/>
                  </a:lnTo>
                  <a:lnTo>
                    <a:pt x="22749" y="17242"/>
                  </a:lnTo>
                  <a:lnTo>
                    <a:pt x="22704" y="17849"/>
                  </a:lnTo>
                  <a:lnTo>
                    <a:pt x="22614" y="18433"/>
                  </a:lnTo>
                  <a:lnTo>
                    <a:pt x="22502" y="19018"/>
                  </a:lnTo>
                  <a:lnTo>
                    <a:pt x="22390" y="19602"/>
                  </a:lnTo>
                  <a:lnTo>
                    <a:pt x="22210" y="20187"/>
                  </a:lnTo>
                  <a:lnTo>
                    <a:pt x="22030" y="20749"/>
                  </a:lnTo>
                  <a:lnTo>
                    <a:pt x="21805" y="21288"/>
                  </a:lnTo>
                  <a:lnTo>
                    <a:pt x="21558" y="21828"/>
                  </a:lnTo>
                  <a:lnTo>
                    <a:pt x="21266" y="22367"/>
                  </a:lnTo>
                  <a:lnTo>
                    <a:pt x="20951" y="22884"/>
                  </a:lnTo>
                  <a:lnTo>
                    <a:pt x="20569" y="23401"/>
                  </a:lnTo>
                  <a:lnTo>
                    <a:pt x="20187" y="23896"/>
                  </a:lnTo>
                  <a:lnTo>
                    <a:pt x="19737" y="24368"/>
                  </a:lnTo>
                  <a:lnTo>
                    <a:pt x="19287" y="24818"/>
                  </a:lnTo>
                  <a:lnTo>
                    <a:pt x="18815" y="25222"/>
                  </a:lnTo>
                  <a:lnTo>
                    <a:pt x="18321" y="25627"/>
                  </a:lnTo>
                  <a:lnTo>
                    <a:pt x="17804" y="25986"/>
                  </a:lnTo>
                  <a:lnTo>
                    <a:pt x="17264" y="26301"/>
                  </a:lnTo>
                  <a:lnTo>
                    <a:pt x="16725" y="26616"/>
                  </a:lnTo>
                  <a:lnTo>
                    <a:pt x="16163" y="26908"/>
                  </a:lnTo>
                  <a:lnTo>
                    <a:pt x="15578" y="27155"/>
                  </a:lnTo>
                  <a:lnTo>
                    <a:pt x="14972" y="27403"/>
                  </a:lnTo>
                  <a:lnTo>
                    <a:pt x="14365" y="27627"/>
                  </a:lnTo>
                  <a:lnTo>
                    <a:pt x="13735" y="27830"/>
                  </a:lnTo>
                  <a:lnTo>
                    <a:pt x="13106" y="28032"/>
                  </a:lnTo>
                  <a:lnTo>
                    <a:pt x="12454" y="28189"/>
                  </a:lnTo>
                  <a:lnTo>
                    <a:pt x="11802" y="28347"/>
                  </a:lnTo>
                  <a:lnTo>
                    <a:pt x="11150" y="28504"/>
                  </a:lnTo>
                  <a:lnTo>
                    <a:pt x="9801" y="28774"/>
                  </a:lnTo>
                  <a:lnTo>
                    <a:pt x="8408" y="28999"/>
                  </a:lnTo>
                  <a:lnTo>
                    <a:pt x="7014" y="29201"/>
                  </a:lnTo>
                  <a:lnTo>
                    <a:pt x="5620" y="29426"/>
                  </a:lnTo>
                  <a:lnTo>
                    <a:pt x="4204" y="29628"/>
                  </a:lnTo>
                  <a:lnTo>
                    <a:pt x="2788" y="29830"/>
                  </a:lnTo>
                  <a:lnTo>
                    <a:pt x="1394" y="30078"/>
                  </a:lnTo>
                  <a:lnTo>
                    <a:pt x="0" y="30347"/>
                  </a:lnTo>
                  <a:lnTo>
                    <a:pt x="270" y="31044"/>
                  </a:lnTo>
                  <a:lnTo>
                    <a:pt x="562" y="31696"/>
                  </a:lnTo>
                  <a:lnTo>
                    <a:pt x="720" y="32011"/>
                  </a:lnTo>
                  <a:lnTo>
                    <a:pt x="877" y="32326"/>
                  </a:lnTo>
                  <a:lnTo>
                    <a:pt x="1057" y="32618"/>
                  </a:lnTo>
                  <a:lnTo>
                    <a:pt x="1259" y="32888"/>
                  </a:lnTo>
                  <a:lnTo>
                    <a:pt x="1462" y="33157"/>
                  </a:lnTo>
                  <a:lnTo>
                    <a:pt x="1686" y="33427"/>
                  </a:lnTo>
                  <a:lnTo>
                    <a:pt x="1911" y="33652"/>
                  </a:lnTo>
                  <a:lnTo>
                    <a:pt x="2158" y="33877"/>
                  </a:lnTo>
                  <a:lnTo>
                    <a:pt x="2428" y="34079"/>
                  </a:lnTo>
                  <a:lnTo>
                    <a:pt x="2720" y="34259"/>
                  </a:lnTo>
                  <a:lnTo>
                    <a:pt x="3013" y="34416"/>
                  </a:lnTo>
                  <a:lnTo>
                    <a:pt x="3350" y="34551"/>
                  </a:lnTo>
                  <a:lnTo>
                    <a:pt x="3687" y="34663"/>
                  </a:lnTo>
                  <a:lnTo>
                    <a:pt x="4024" y="34776"/>
                  </a:lnTo>
                  <a:lnTo>
                    <a:pt x="4699" y="34956"/>
                  </a:lnTo>
                  <a:lnTo>
                    <a:pt x="5013" y="35090"/>
                  </a:lnTo>
                  <a:lnTo>
                    <a:pt x="5328" y="35225"/>
                  </a:lnTo>
                  <a:lnTo>
                    <a:pt x="5620" y="35405"/>
                  </a:lnTo>
                  <a:lnTo>
                    <a:pt x="5755" y="35495"/>
                  </a:lnTo>
                  <a:lnTo>
                    <a:pt x="5868" y="35630"/>
                  </a:lnTo>
                  <a:lnTo>
                    <a:pt x="6070" y="35855"/>
                  </a:lnTo>
                  <a:lnTo>
                    <a:pt x="6227" y="36124"/>
                  </a:lnTo>
                  <a:lnTo>
                    <a:pt x="6362" y="36417"/>
                  </a:lnTo>
                  <a:lnTo>
                    <a:pt x="6452" y="36709"/>
                  </a:lnTo>
                  <a:lnTo>
                    <a:pt x="6542" y="37024"/>
                  </a:lnTo>
                  <a:lnTo>
                    <a:pt x="6609" y="37338"/>
                  </a:lnTo>
                  <a:lnTo>
                    <a:pt x="6722" y="37968"/>
                  </a:lnTo>
                  <a:lnTo>
                    <a:pt x="6834" y="38417"/>
                  </a:lnTo>
                  <a:lnTo>
                    <a:pt x="6947" y="38867"/>
                  </a:lnTo>
                  <a:lnTo>
                    <a:pt x="7104" y="39317"/>
                  </a:lnTo>
                  <a:lnTo>
                    <a:pt x="7261" y="39744"/>
                  </a:lnTo>
                  <a:lnTo>
                    <a:pt x="7441" y="40171"/>
                  </a:lnTo>
                  <a:lnTo>
                    <a:pt x="7643" y="40598"/>
                  </a:lnTo>
                  <a:lnTo>
                    <a:pt x="7868" y="41002"/>
                  </a:lnTo>
                  <a:lnTo>
                    <a:pt x="8115" y="41407"/>
                  </a:lnTo>
                  <a:lnTo>
                    <a:pt x="8363" y="41812"/>
                  </a:lnTo>
                  <a:lnTo>
                    <a:pt x="8632" y="42194"/>
                  </a:lnTo>
                  <a:lnTo>
                    <a:pt x="8902" y="42554"/>
                  </a:lnTo>
                  <a:lnTo>
                    <a:pt x="9194" y="42936"/>
                  </a:lnTo>
                  <a:lnTo>
                    <a:pt x="9509" y="43273"/>
                  </a:lnTo>
                  <a:lnTo>
                    <a:pt x="9846" y="43633"/>
                  </a:lnTo>
                  <a:lnTo>
                    <a:pt x="10183" y="43970"/>
                  </a:lnTo>
                  <a:lnTo>
                    <a:pt x="10521" y="44284"/>
                  </a:lnTo>
                  <a:lnTo>
                    <a:pt x="11285" y="43385"/>
                  </a:lnTo>
                  <a:lnTo>
                    <a:pt x="12027" y="42464"/>
                  </a:lnTo>
                  <a:lnTo>
                    <a:pt x="12769" y="41519"/>
                  </a:lnTo>
                  <a:lnTo>
                    <a:pt x="13488" y="40575"/>
                  </a:lnTo>
                  <a:lnTo>
                    <a:pt x="14185" y="39631"/>
                  </a:lnTo>
                  <a:lnTo>
                    <a:pt x="14882" y="38665"/>
                  </a:lnTo>
                  <a:lnTo>
                    <a:pt x="15556" y="37676"/>
                  </a:lnTo>
                  <a:lnTo>
                    <a:pt x="16253" y="36686"/>
                  </a:lnTo>
                  <a:lnTo>
                    <a:pt x="16792" y="35855"/>
                  </a:lnTo>
                  <a:lnTo>
                    <a:pt x="17354" y="35001"/>
                  </a:lnTo>
                  <a:lnTo>
                    <a:pt x="18119" y="33764"/>
                  </a:lnTo>
                  <a:lnTo>
                    <a:pt x="18883" y="32505"/>
                  </a:lnTo>
                  <a:lnTo>
                    <a:pt x="19602" y="31247"/>
                  </a:lnTo>
                  <a:lnTo>
                    <a:pt x="20322" y="29988"/>
                  </a:lnTo>
                  <a:lnTo>
                    <a:pt x="20794" y="29111"/>
                  </a:lnTo>
                  <a:lnTo>
                    <a:pt x="21513" y="27762"/>
                  </a:lnTo>
                  <a:lnTo>
                    <a:pt x="21873" y="27020"/>
                  </a:lnTo>
                  <a:lnTo>
                    <a:pt x="22614" y="25492"/>
                  </a:lnTo>
                  <a:lnTo>
                    <a:pt x="23334" y="23963"/>
                  </a:lnTo>
                  <a:lnTo>
                    <a:pt x="23873" y="22794"/>
                  </a:lnTo>
                  <a:lnTo>
                    <a:pt x="24458" y="21401"/>
                  </a:lnTo>
                  <a:lnTo>
                    <a:pt x="25020" y="20007"/>
                  </a:lnTo>
                  <a:lnTo>
                    <a:pt x="25582" y="18591"/>
                  </a:lnTo>
                  <a:lnTo>
                    <a:pt x="26099" y="17152"/>
                  </a:lnTo>
                  <a:lnTo>
                    <a:pt x="26616" y="15713"/>
                  </a:lnTo>
                  <a:lnTo>
                    <a:pt x="27088" y="14252"/>
                  </a:lnTo>
                  <a:lnTo>
                    <a:pt x="27537" y="12791"/>
                  </a:lnTo>
                  <a:lnTo>
                    <a:pt x="27987" y="11308"/>
                  </a:lnTo>
                  <a:lnTo>
                    <a:pt x="28324" y="10094"/>
                  </a:lnTo>
                  <a:lnTo>
                    <a:pt x="28639" y="8835"/>
                  </a:lnTo>
                  <a:lnTo>
                    <a:pt x="28953" y="7576"/>
                  </a:lnTo>
                  <a:lnTo>
                    <a:pt x="29246" y="6295"/>
                  </a:lnTo>
                  <a:lnTo>
                    <a:pt x="29515" y="5036"/>
                  </a:lnTo>
                  <a:lnTo>
                    <a:pt x="29785" y="3777"/>
                  </a:lnTo>
                  <a:lnTo>
                    <a:pt x="30010" y="2518"/>
                  </a:lnTo>
                  <a:lnTo>
                    <a:pt x="30235" y="1259"/>
                  </a:lnTo>
                  <a:lnTo>
                    <a:pt x="30437" y="1"/>
                  </a:lnTo>
                  <a:close/>
                </a:path>
              </a:pathLst>
            </a:custGeom>
            <a:solidFill>
              <a:srgbClr val="7CBE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15"/>
            <p:cNvSpPr/>
            <p:nvPr/>
          </p:nvSpPr>
          <p:spPr>
            <a:xfrm>
              <a:off x="2057725" y="2854675"/>
              <a:ext cx="971700" cy="1190850"/>
            </a:xfrm>
            <a:custGeom>
              <a:avLst/>
              <a:gdLst/>
              <a:ahLst/>
              <a:cxnLst/>
              <a:rect l="l" t="t" r="r" b="b"/>
              <a:pathLst>
                <a:path w="38868" h="47634" extrusionOk="0">
                  <a:moveTo>
                    <a:pt x="4879" y="1"/>
                  </a:moveTo>
                  <a:lnTo>
                    <a:pt x="5149" y="180"/>
                  </a:lnTo>
                  <a:lnTo>
                    <a:pt x="5418" y="338"/>
                  </a:lnTo>
                  <a:lnTo>
                    <a:pt x="5688" y="495"/>
                  </a:lnTo>
                  <a:lnTo>
                    <a:pt x="5980" y="630"/>
                  </a:lnTo>
                  <a:lnTo>
                    <a:pt x="6610" y="877"/>
                  </a:lnTo>
                  <a:lnTo>
                    <a:pt x="7239" y="1102"/>
                  </a:lnTo>
                  <a:lnTo>
                    <a:pt x="7891" y="1282"/>
                  </a:lnTo>
                  <a:lnTo>
                    <a:pt x="8565" y="1417"/>
                  </a:lnTo>
                  <a:lnTo>
                    <a:pt x="9240" y="1529"/>
                  </a:lnTo>
                  <a:lnTo>
                    <a:pt x="9892" y="1642"/>
                  </a:lnTo>
                  <a:lnTo>
                    <a:pt x="8835" y="2833"/>
                  </a:lnTo>
                  <a:lnTo>
                    <a:pt x="7801" y="4024"/>
                  </a:lnTo>
                  <a:lnTo>
                    <a:pt x="6790" y="5238"/>
                  </a:lnTo>
                  <a:lnTo>
                    <a:pt x="6295" y="5868"/>
                  </a:lnTo>
                  <a:lnTo>
                    <a:pt x="5823" y="6497"/>
                  </a:lnTo>
                  <a:lnTo>
                    <a:pt x="5351" y="7126"/>
                  </a:lnTo>
                  <a:lnTo>
                    <a:pt x="4901" y="7778"/>
                  </a:lnTo>
                  <a:lnTo>
                    <a:pt x="4474" y="8430"/>
                  </a:lnTo>
                  <a:lnTo>
                    <a:pt x="4047" y="9105"/>
                  </a:lnTo>
                  <a:lnTo>
                    <a:pt x="3665" y="9779"/>
                  </a:lnTo>
                  <a:lnTo>
                    <a:pt x="3283" y="10476"/>
                  </a:lnTo>
                  <a:lnTo>
                    <a:pt x="2946" y="11173"/>
                  </a:lnTo>
                  <a:lnTo>
                    <a:pt x="2609" y="11892"/>
                  </a:lnTo>
                  <a:lnTo>
                    <a:pt x="2316" y="12634"/>
                  </a:lnTo>
                  <a:lnTo>
                    <a:pt x="2069" y="13398"/>
                  </a:lnTo>
                  <a:lnTo>
                    <a:pt x="1844" y="14162"/>
                  </a:lnTo>
                  <a:lnTo>
                    <a:pt x="1664" y="14927"/>
                  </a:lnTo>
                  <a:lnTo>
                    <a:pt x="1530" y="15713"/>
                  </a:lnTo>
                  <a:lnTo>
                    <a:pt x="1417" y="16523"/>
                  </a:lnTo>
                  <a:lnTo>
                    <a:pt x="1372" y="17310"/>
                  </a:lnTo>
                  <a:lnTo>
                    <a:pt x="1350" y="18096"/>
                  </a:lnTo>
                  <a:lnTo>
                    <a:pt x="1395" y="18883"/>
                  </a:lnTo>
                  <a:lnTo>
                    <a:pt x="1462" y="19670"/>
                  </a:lnTo>
                  <a:lnTo>
                    <a:pt x="1597" y="20434"/>
                  </a:lnTo>
                  <a:lnTo>
                    <a:pt x="1687" y="20816"/>
                  </a:lnTo>
                  <a:lnTo>
                    <a:pt x="1777" y="21198"/>
                  </a:lnTo>
                  <a:lnTo>
                    <a:pt x="1889" y="21558"/>
                  </a:lnTo>
                  <a:lnTo>
                    <a:pt x="2024" y="21918"/>
                  </a:lnTo>
                  <a:lnTo>
                    <a:pt x="2159" y="22300"/>
                  </a:lnTo>
                  <a:lnTo>
                    <a:pt x="2316" y="22637"/>
                  </a:lnTo>
                  <a:lnTo>
                    <a:pt x="2474" y="22997"/>
                  </a:lnTo>
                  <a:lnTo>
                    <a:pt x="2653" y="23356"/>
                  </a:lnTo>
                  <a:lnTo>
                    <a:pt x="2856" y="23694"/>
                  </a:lnTo>
                  <a:lnTo>
                    <a:pt x="3058" y="24008"/>
                  </a:lnTo>
                  <a:lnTo>
                    <a:pt x="3508" y="24638"/>
                  </a:lnTo>
                  <a:lnTo>
                    <a:pt x="3935" y="25267"/>
                  </a:lnTo>
                  <a:lnTo>
                    <a:pt x="4115" y="25582"/>
                  </a:lnTo>
                  <a:lnTo>
                    <a:pt x="4294" y="25919"/>
                  </a:lnTo>
                  <a:lnTo>
                    <a:pt x="4429" y="26256"/>
                  </a:lnTo>
                  <a:lnTo>
                    <a:pt x="4542" y="26616"/>
                  </a:lnTo>
                  <a:lnTo>
                    <a:pt x="4609" y="26998"/>
                  </a:lnTo>
                  <a:lnTo>
                    <a:pt x="4632" y="27380"/>
                  </a:lnTo>
                  <a:lnTo>
                    <a:pt x="4609" y="27762"/>
                  </a:lnTo>
                  <a:lnTo>
                    <a:pt x="4542" y="28144"/>
                  </a:lnTo>
                  <a:lnTo>
                    <a:pt x="4452" y="28527"/>
                  </a:lnTo>
                  <a:lnTo>
                    <a:pt x="4362" y="28909"/>
                  </a:lnTo>
                  <a:lnTo>
                    <a:pt x="4115" y="29651"/>
                  </a:lnTo>
                  <a:lnTo>
                    <a:pt x="3665" y="30797"/>
                  </a:lnTo>
                  <a:lnTo>
                    <a:pt x="3170" y="31921"/>
                  </a:lnTo>
                  <a:lnTo>
                    <a:pt x="2653" y="33022"/>
                  </a:lnTo>
                  <a:lnTo>
                    <a:pt x="2114" y="34124"/>
                  </a:lnTo>
                  <a:lnTo>
                    <a:pt x="1035" y="36327"/>
                  </a:lnTo>
                  <a:lnTo>
                    <a:pt x="518" y="37428"/>
                  </a:lnTo>
                  <a:lnTo>
                    <a:pt x="1" y="38552"/>
                  </a:lnTo>
                  <a:lnTo>
                    <a:pt x="855" y="39744"/>
                  </a:lnTo>
                  <a:lnTo>
                    <a:pt x="1709" y="40913"/>
                  </a:lnTo>
                  <a:lnTo>
                    <a:pt x="2609" y="42059"/>
                  </a:lnTo>
                  <a:lnTo>
                    <a:pt x="3530" y="43205"/>
                  </a:lnTo>
                  <a:lnTo>
                    <a:pt x="4452" y="44329"/>
                  </a:lnTo>
                  <a:lnTo>
                    <a:pt x="5396" y="45453"/>
                  </a:lnTo>
                  <a:lnTo>
                    <a:pt x="6363" y="46555"/>
                  </a:lnTo>
                  <a:lnTo>
                    <a:pt x="7352" y="47634"/>
                  </a:lnTo>
                  <a:lnTo>
                    <a:pt x="9982" y="43565"/>
                  </a:lnTo>
                  <a:lnTo>
                    <a:pt x="10678" y="42509"/>
                  </a:lnTo>
                  <a:lnTo>
                    <a:pt x="11038" y="41992"/>
                  </a:lnTo>
                  <a:lnTo>
                    <a:pt x="11420" y="41475"/>
                  </a:lnTo>
                  <a:lnTo>
                    <a:pt x="11825" y="41002"/>
                  </a:lnTo>
                  <a:lnTo>
                    <a:pt x="12252" y="40553"/>
                  </a:lnTo>
                  <a:lnTo>
                    <a:pt x="12724" y="40148"/>
                  </a:lnTo>
                  <a:lnTo>
                    <a:pt x="12971" y="39946"/>
                  </a:lnTo>
                  <a:lnTo>
                    <a:pt x="13219" y="39766"/>
                  </a:lnTo>
                  <a:lnTo>
                    <a:pt x="13488" y="39609"/>
                  </a:lnTo>
                  <a:lnTo>
                    <a:pt x="13758" y="39451"/>
                  </a:lnTo>
                  <a:lnTo>
                    <a:pt x="14320" y="39159"/>
                  </a:lnTo>
                  <a:lnTo>
                    <a:pt x="14905" y="38889"/>
                  </a:lnTo>
                  <a:lnTo>
                    <a:pt x="15534" y="38665"/>
                  </a:lnTo>
                  <a:lnTo>
                    <a:pt x="16770" y="38215"/>
                  </a:lnTo>
                  <a:lnTo>
                    <a:pt x="17400" y="38013"/>
                  </a:lnTo>
                  <a:lnTo>
                    <a:pt x="18007" y="37788"/>
                  </a:lnTo>
                  <a:lnTo>
                    <a:pt x="18591" y="37563"/>
                  </a:lnTo>
                  <a:lnTo>
                    <a:pt x="19153" y="37293"/>
                  </a:lnTo>
                  <a:lnTo>
                    <a:pt x="19670" y="37001"/>
                  </a:lnTo>
                  <a:lnTo>
                    <a:pt x="19917" y="36844"/>
                  </a:lnTo>
                  <a:lnTo>
                    <a:pt x="20165" y="36686"/>
                  </a:lnTo>
                  <a:lnTo>
                    <a:pt x="20389" y="36507"/>
                  </a:lnTo>
                  <a:lnTo>
                    <a:pt x="20592" y="36304"/>
                  </a:lnTo>
                  <a:lnTo>
                    <a:pt x="20794" y="36102"/>
                  </a:lnTo>
                  <a:lnTo>
                    <a:pt x="20974" y="35877"/>
                  </a:lnTo>
                  <a:lnTo>
                    <a:pt x="21131" y="35652"/>
                  </a:lnTo>
                  <a:lnTo>
                    <a:pt x="21289" y="35383"/>
                  </a:lnTo>
                  <a:lnTo>
                    <a:pt x="21401" y="35135"/>
                  </a:lnTo>
                  <a:lnTo>
                    <a:pt x="21513" y="34843"/>
                  </a:lnTo>
                  <a:lnTo>
                    <a:pt x="21603" y="34528"/>
                  </a:lnTo>
                  <a:lnTo>
                    <a:pt x="21693" y="34191"/>
                  </a:lnTo>
                  <a:lnTo>
                    <a:pt x="21828" y="33539"/>
                  </a:lnTo>
                  <a:lnTo>
                    <a:pt x="21918" y="33247"/>
                  </a:lnTo>
                  <a:lnTo>
                    <a:pt x="22053" y="32932"/>
                  </a:lnTo>
                  <a:lnTo>
                    <a:pt x="22188" y="32663"/>
                  </a:lnTo>
                  <a:lnTo>
                    <a:pt x="22278" y="32528"/>
                  </a:lnTo>
                  <a:lnTo>
                    <a:pt x="22390" y="32415"/>
                  </a:lnTo>
                  <a:lnTo>
                    <a:pt x="22547" y="32281"/>
                  </a:lnTo>
                  <a:lnTo>
                    <a:pt x="22682" y="32168"/>
                  </a:lnTo>
                  <a:lnTo>
                    <a:pt x="22840" y="32078"/>
                  </a:lnTo>
                  <a:lnTo>
                    <a:pt x="22997" y="32011"/>
                  </a:lnTo>
                  <a:lnTo>
                    <a:pt x="23177" y="31943"/>
                  </a:lnTo>
                  <a:lnTo>
                    <a:pt x="23334" y="31921"/>
                  </a:lnTo>
                  <a:lnTo>
                    <a:pt x="23514" y="31898"/>
                  </a:lnTo>
                  <a:lnTo>
                    <a:pt x="23694" y="31898"/>
                  </a:lnTo>
                  <a:lnTo>
                    <a:pt x="24076" y="31921"/>
                  </a:lnTo>
                  <a:lnTo>
                    <a:pt x="24458" y="32011"/>
                  </a:lnTo>
                  <a:lnTo>
                    <a:pt x="24840" y="32123"/>
                  </a:lnTo>
                  <a:lnTo>
                    <a:pt x="25245" y="32258"/>
                  </a:lnTo>
                  <a:lnTo>
                    <a:pt x="26077" y="32550"/>
                  </a:lnTo>
                  <a:lnTo>
                    <a:pt x="26504" y="32708"/>
                  </a:lnTo>
                  <a:lnTo>
                    <a:pt x="26931" y="32820"/>
                  </a:lnTo>
                  <a:lnTo>
                    <a:pt x="27358" y="32932"/>
                  </a:lnTo>
                  <a:lnTo>
                    <a:pt x="27763" y="32977"/>
                  </a:lnTo>
                  <a:lnTo>
                    <a:pt x="27965" y="33000"/>
                  </a:lnTo>
                  <a:lnTo>
                    <a:pt x="28167" y="33000"/>
                  </a:lnTo>
                  <a:lnTo>
                    <a:pt x="28392" y="32977"/>
                  </a:lnTo>
                  <a:lnTo>
                    <a:pt x="28594" y="32955"/>
                  </a:lnTo>
                  <a:lnTo>
                    <a:pt x="28864" y="32888"/>
                  </a:lnTo>
                  <a:lnTo>
                    <a:pt x="29111" y="32798"/>
                  </a:lnTo>
                  <a:lnTo>
                    <a:pt x="29336" y="32663"/>
                  </a:lnTo>
                  <a:lnTo>
                    <a:pt x="29538" y="32528"/>
                  </a:lnTo>
                  <a:lnTo>
                    <a:pt x="29718" y="32370"/>
                  </a:lnTo>
                  <a:lnTo>
                    <a:pt x="29898" y="32191"/>
                  </a:lnTo>
                  <a:lnTo>
                    <a:pt x="30055" y="31988"/>
                  </a:lnTo>
                  <a:lnTo>
                    <a:pt x="30190" y="31786"/>
                  </a:lnTo>
                  <a:lnTo>
                    <a:pt x="30325" y="31561"/>
                  </a:lnTo>
                  <a:lnTo>
                    <a:pt x="30438" y="31314"/>
                  </a:lnTo>
                  <a:lnTo>
                    <a:pt x="30640" y="30797"/>
                  </a:lnTo>
                  <a:lnTo>
                    <a:pt x="30797" y="30235"/>
                  </a:lnTo>
                  <a:lnTo>
                    <a:pt x="30955" y="29628"/>
                  </a:lnTo>
                  <a:lnTo>
                    <a:pt x="31224" y="28414"/>
                  </a:lnTo>
                  <a:lnTo>
                    <a:pt x="31382" y="27807"/>
                  </a:lnTo>
                  <a:lnTo>
                    <a:pt x="31561" y="27200"/>
                  </a:lnTo>
                  <a:lnTo>
                    <a:pt x="31764" y="26616"/>
                  </a:lnTo>
                  <a:lnTo>
                    <a:pt x="31876" y="26346"/>
                  </a:lnTo>
                  <a:lnTo>
                    <a:pt x="32011" y="26076"/>
                  </a:lnTo>
                  <a:lnTo>
                    <a:pt x="32168" y="25829"/>
                  </a:lnTo>
                  <a:lnTo>
                    <a:pt x="32326" y="25582"/>
                  </a:lnTo>
                  <a:lnTo>
                    <a:pt x="32506" y="25357"/>
                  </a:lnTo>
                  <a:lnTo>
                    <a:pt x="32685" y="25155"/>
                  </a:lnTo>
                  <a:lnTo>
                    <a:pt x="32865" y="24997"/>
                  </a:lnTo>
                  <a:lnTo>
                    <a:pt x="33023" y="24862"/>
                  </a:lnTo>
                  <a:lnTo>
                    <a:pt x="33405" y="24615"/>
                  </a:lnTo>
                  <a:lnTo>
                    <a:pt x="33787" y="24390"/>
                  </a:lnTo>
                  <a:lnTo>
                    <a:pt x="34214" y="24188"/>
                  </a:lnTo>
                  <a:lnTo>
                    <a:pt x="34641" y="24031"/>
                  </a:lnTo>
                  <a:lnTo>
                    <a:pt x="35091" y="23873"/>
                  </a:lnTo>
                  <a:lnTo>
                    <a:pt x="35967" y="23581"/>
                  </a:lnTo>
                  <a:lnTo>
                    <a:pt x="36394" y="23424"/>
                  </a:lnTo>
                  <a:lnTo>
                    <a:pt x="36822" y="23266"/>
                  </a:lnTo>
                  <a:lnTo>
                    <a:pt x="37204" y="23087"/>
                  </a:lnTo>
                  <a:lnTo>
                    <a:pt x="37586" y="22862"/>
                  </a:lnTo>
                  <a:lnTo>
                    <a:pt x="37923" y="22615"/>
                  </a:lnTo>
                  <a:lnTo>
                    <a:pt x="38080" y="22480"/>
                  </a:lnTo>
                  <a:lnTo>
                    <a:pt x="38215" y="22345"/>
                  </a:lnTo>
                  <a:lnTo>
                    <a:pt x="38350" y="22187"/>
                  </a:lnTo>
                  <a:lnTo>
                    <a:pt x="38485" y="22008"/>
                  </a:lnTo>
                  <a:lnTo>
                    <a:pt x="38575" y="21828"/>
                  </a:lnTo>
                  <a:lnTo>
                    <a:pt x="38687" y="21625"/>
                  </a:lnTo>
                  <a:lnTo>
                    <a:pt x="38755" y="21446"/>
                  </a:lnTo>
                  <a:lnTo>
                    <a:pt x="38800" y="21266"/>
                  </a:lnTo>
                  <a:lnTo>
                    <a:pt x="38845" y="21064"/>
                  </a:lnTo>
                  <a:lnTo>
                    <a:pt x="38867" y="20884"/>
                  </a:lnTo>
                  <a:lnTo>
                    <a:pt x="38867" y="20704"/>
                  </a:lnTo>
                  <a:lnTo>
                    <a:pt x="38867" y="20524"/>
                  </a:lnTo>
                  <a:lnTo>
                    <a:pt x="38822" y="20164"/>
                  </a:lnTo>
                  <a:lnTo>
                    <a:pt x="38710" y="19805"/>
                  </a:lnTo>
                  <a:lnTo>
                    <a:pt x="38575" y="19467"/>
                  </a:lnTo>
                  <a:lnTo>
                    <a:pt x="38395" y="19108"/>
                  </a:lnTo>
                  <a:lnTo>
                    <a:pt x="38170" y="18793"/>
                  </a:lnTo>
                  <a:lnTo>
                    <a:pt x="37901" y="18456"/>
                  </a:lnTo>
                  <a:lnTo>
                    <a:pt x="37631" y="18164"/>
                  </a:lnTo>
                  <a:lnTo>
                    <a:pt x="37316" y="17849"/>
                  </a:lnTo>
                  <a:lnTo>
                    <a:pt x="37001" y="17579"/>
                  </a:lnTo>
                  <a:lnTo>
                    <a:pt x="36664" y="17310"/>
                  </a:lnTo>
                  <a:lnTo>
                    <a:pt x="36327" y="17062"/>
                  </a:lnTo>
                  <a:lnTo>
                    <a:pt x="35967" y="16837"/>
                  </a:lnTo>
                  <a:lnTo>
                    <a:pt x="35608" y="16613"/>
                  </a:lnTo>
                  <a:lnTo>
                    <a:pt x="34619" y="16073"/>
                  </a:lnTo>
                  <a:lnTo>
                    <a:pt x="33585" y="15556"/>
                  </a:lnTo>
                  <a:lnTo>
                    <a:pt x="32551" y="15062"/>
                  </a:lnTo>
                  <a:lnTo>
                    <a:pt x="31517" y="14612"/>
                  </a:lnTo>
                  <a:lnTo>
                    <a:pt x="30438" y="14185"/>
                  </a:lnTo>
                  <a:lnTo>
                    <a:pt x="29381" y="13803"/>
                  </a:lnTo>
                  <a:lnTo>
                    <a:pt x="28280" y="13443"/>
                  </a:lnTo>
                  <a:lnTo>
                    <a:pt x="27201" y="13106"/>
                  </a:lnTo>
                  <a:lnTo>
                    <a:pt x="27425" y="12949"/>
                  </a:lnTo>
                  <a:lnTo>
                    <a:pt x="27650" y="12791"/>
                  </a:lnTo>
                  <a:lnTo>
                    <a:pt x="27875" y="12611"/>
                  </a:lnTo>
                  <a:lnTo>
                    <a:pt x="28055" y="12432"/>
                  </a:lnTo>
                  <a:lnTo>
                    <a:pt x="28235" y="12207"/>
                  </a:lnTo>
                  <a:lnTo>
                    <a:pt x="28392" y="12004"/>
                  </a:lnTo>
                  <a:lnTo>
                    <a:pt x="28549" y="11780"/>
                  </a:lnTo>
                  <a:lnTo>
                    <a:pt x="28684" y="11532"/>
                  </a:lnTo>
                  <a:lnTo>
                    <a:pt x="28819" y="11308"/>
                  </a:lnTo>
                  <a:lnTo>
                    <a:pt x="28909" y="11038"/>
                  </a:lnTo>
                  <a:lnTo>
                    <a:pt x="29021" y="10791"/>
                  </a:lnTo>
                  <a:lnTo>
                    <a:pt x="29089" y="10521"/>
                  </a:lnTo>
                  <a:lnTo>
                    <a:pt x="29156" y="10251"/>
                  </a:lnTo>
                  <a:lnTo>
                    <a:pt x="29201" y="9981"/>
                  </a:lnTo>
                  <a:lnTo>
                    <a:pt x="29246" y="9712"/>
                  </a:lnTo>
                  <a:lnTo>
                    <a:pt x="29269" y="9419"/>
                  </a:lnTo>
                  <a:lnTo>
                    <a:pt x="29291" y="8857"/>
                  </a:lnTo>
                  <a:lnTo>
                    <a:pt x="29246" y="8273"/>
                  </a:lnTo>
                  <a:lnTo>
                    <a:pt x="29156" y="7711"/>
                  </a:lnTo>
                  <a:lnTo>
                    <a:pt x="29021" y="7149"/>
                  </a:lnTo>
                  <a:lnTo>
                    <a:pt x="28819" y="6587"/>
                  </a:lnTo>
                  <a:lnTo>
                    <a:pt x="28707" y="6317"/>
                  </a:lnTo>
                  <a:lnTo>
                    <a:pt x="28594" y="6070"/>
                  </a:lnTo>
                  <a:lnTo>
                    <a:pt x="28459" y="5823"/>
                  </a:lnTo>
                  <a:lnTo>
                    <a:pt x="28302" y="5575"/>
                  </a:lnTo>
                  <a:lnTo>
                    <a:pt x="28145" y="5328"/>
                  </a:lnTo>
                  <a:lnTo>
                    <a:pt x="27965" y="5103"/>
                  </a:lnTo>
                  <a:lnTo>
                    <a:pt x="27605" y="4676"/>
                  </a:lnTo>
                  <a:lnTo>
                    <a:pt x="27201" y="4272"/>
                  </a:lnTo>
                  <a:lnTo>
                    <a:pt x="26773" y="3912"/>
                  </a:lnTo>
                  <a:lnTo>
                    <a:pt x="26346" y="3552"/>
                  </a:lnTo>
                  <a:lnTo>
                    <a:pt x="25874" y="3238"/>
                  </a:lnTo>
                  <a:lnTo>
                    <a:pt x="25380" y="2945"/>
                  </a:lnTo>
                  <a:lnTo>
                    <a:pt x="24885" y="2698"/>
                  </a:lnTo>
                  <a:lnTo>
                    <a:pt x="24368" y="2451"/>
                  </a:lnTo>
                  <a:lnTo>
                    <a:pt x="23851" y="2226"/>
                  </a:lnTo>
                  <a:lnTo>
                    <a:pt x="23312" y="2024"/>
                  </a:lnTo>
                  <a:lnTo>
                    <a:pt x="22750" y="1844"/>
                  </a:lnTo>
                  <a:lnTo>
                    <a:pt x="22210" y="1664"/>
                  </a:lnTo>
                  <a:lnTo>
                    <a:pt x="21648" y="1529"/>
                  </a:lnTo>
                  <a:lnTo>
                    <a:pt x="21086" y="1394"/>
                  </a:lnTo>
                  <a:lnTo>
                    <a:pt x="19962" y="1147"/>
                  </a:lnTo>
                  <a:lnTo>
                    <a:pt x="18614" y="922"/>
                  </a:lnTo>
                  <a:lnTo>
                    <a:pt x="17242" y="675"/>
                  </a:lnTo>
                  <a:lnTo>
                    <a:pt x="16568" y="540"/>
                  </a:lnTo>
                  <a:lnTo>
                    <a:pt x="15916" y="383"/>
                  </a:lnTo>
                  <a:lnTo>
                    <a:pt x="15242" y="203"/>
                  </a:lnTo>
                  <a:lnTo>
                    <a:pt x="14590" y="1"/>
                  </a:lnTo>
                  <a:close/>
                </a:path>
              </a:pathLst>
            </a:custGeom>
            <a:solidFill>
              <a:srgbClr val="8BB96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5"/>
            <p:cNvSpPr/>
            <p:nvPr/>
          </p:nvSpPr>
          <p:spPr>
            <a:xfrm>
              <a:off x="4343850" y="2854675"/>
              <a:ext cx="1753400" cy="1107125"/>
            </a:xfrm>
            <a:custGeom>
              <a:avLst/>
              <a:gdLst/>
              <a:ahLst/>
              <a:cxnLst/>
              <a:rect l="l" t="t" r="r" b="b"/>
              <a:pathLst>
                <a:path w="70136" h="44285" extrusionOk="0">
                  <a:moveTo>
                    <a:pt x="315" y="1"/>
                  </a:moveTo>
                  <a:lnTo>
                    <a:pt x="203" y="315"/>
                  </a:lnTo>
                  <a:lnTo>
                    <a:pt x="135" y="630"/>
                  </a:lnTo>
                  <a:lnTo>
                    <a:pt x="68" y="967"/>
                  </a:lnTo>
                  <a:lnTo>
                    <a:pt x="23" y="1304"/>
                  </a:lnTo>
                  <a:lnTo>
                    <a:pt x="1" y="1642"/>
                  </a:lnTo>
                  <a:lnTo>
                    <a:pt x="1" y="2001"/>
                  </a:lnTo>
                  <a:lnTo>
                    <a:pt x="1" y="2698"/>
                  </a:lnTo>
                  <a:lnTo>
                    <a:pt x="46" y="3417"/>
                  </a:lnTo>
                  <a:lnTo>
                    <a:pt x="135" y="4137"/>
                  </a:lnTo>
                  <a:lnTo>
                    <a:pt x="248" y="4834"/>
                  </a:lnTo>
                  <a:lnTo>
                    <a:pt x="383" y="5530"/>
                  </a:lnTo>
                  <a:lnTo>
                    <a:pt x="1484" y="11240"/>
                  </a:lnTo>
                  <a:lnTo>
                    <a:pt x="2608" y="16972"/>
                  </a:lnTo>
                  <a:lnTo>
                    <a:pt x="2676" y="17287"/>
                  </a:lnTo>
                  <a:lnTo>
                    <a:pt x="2765" y="17624"/>
                  </a:lnTo>
                  <a:lnTo>
                    <a:pt x="2878" y="17939"/>
                  </a:lnTo>
                  <a:lnTo>
                    <a:pt x="2968" y="18096"/>
                  </a:lnTo>
                  <a:lnTo>
                    <a:pt x="3058" y="18231"/>
                  </a:lnTo>
                  <a:lnTo>
                    <a:pt x="3170" y="18366"/>
                  </a:lnTo>
                  <a:lnTo>
                    <a:pt x="3283" y="18501"/>
                  </a:lnTo>
                  <a:lnTo>
                    <a:pt x="3417" y="18591"/>
                  </a:lnTo>
                  <a:lnTo>
                    <a:pt x="3530" y="18681"/>
                  </a:lnTo>
                  <a:lnTo>
                    <a:pt x="3687" y="18748"/>
                  </a:lnTo>
                  <a:lnTo>
                    <a:pt x="3822" y="18816"/>
                  </a:lnTo>
                  <a:lnTo>
                    <a:pt x="3957" y="18861"/>
                  </a:lnTo>
                  <a:lnTo>
                    <a:pt x="4114" y="18883"/>
                  </a:lnTo>
                  <a:lnTo>
                    <a:pt x="4429" y="18883"/>
                  </a:lnTo>
                  <a:lnTo>
                    <a:pt x="4766" y="18838"/>
                  </a:lnTo>
                  <a:lnTo>
                    <a:pt x="5081" y="18748"/>
                  </a:lnTo>
                  <a:lnTo>
                    <a:pt x="5418" y="18613"/>
                  </a:lnTo>
                  <a:lnTo>
                    <a:pt x="5755" y="18433"/>
                  </a:lnTo>
                  <a:lnTo>
                    <a:pt x="6070" y="18231"/>
                  </a:lnTo>
                  <a:lnTo>
                    <a:pt x="6385" y="17984"/>
                  </a:lnTo>
                  <a:lnTo>
                    <a:pt x="6699" y="17737"/>
                  </a:lnTo>
                  <a:lnTo>
                    <a:pt x="6969" y="17444"/>
                  </a:lnTo>
                  <a:lnTo>
                    <a:pt x="7239" y="17152"/>
                  </a:lnTo>
                  <a:lnTo>
                    <a:pt x="7464" y="16837"/>
                  </a:lnTo>
                  <a:lnTo>
                    <a:pt x="7666" y="16523"/>
                  </a:lnTo>
                  <a:lnTo>
                    <a:pt x="8048" y="15871"/>
                  </a:lnTo>
                  <a:lnTo>
                    <a:pt x="8498" y="15196"/>
                  </a:lnTo>
                  <a:lnTo>
                    <a:pt x="8745" y="14882"/>
                  </a:lnTo>
                  <a:lnTo>
                    <a:pt x="8992" y="14590"/>
                  </a:lnTo>
                  <a:lnTo>
                    <a:pt x="9239" y="14297"/>
                  </a:lnTo>
                  <a:lnTo>
                    <a:pt x="9509" y="14028"/>
                  </a:lnTo>
                  <a:lnTo>
                    <a:pt x="9801" y="13803"/>
                  </a:lnTo>
                  <a:lnTo>
                    <a:pt x="10094" y="13600"/>
                  </a:lnTo>
                  <a:lnTo>
                    <a:pt x="10386" y="13443"/>
                  </a:lnTo>
                  <a:lnTo>
                    <a:pt x="10701" y="13331"/>
                  </a:lnTo>
                  <a:lnTo>
                    <a:pt x="11015" y="13263"/>
                  </a:lnTo>
                  <a:lnTo>
                    <a:pt x="11173" y="13241"/>
                  </a:lnTo>
                  <a:lnTo>
                    <a:pt x="11487" y="13241"/>
                  </a:lnTo>
                  <a:lnTo>
                    <a:pt x="11667" y="13286"/>
                  </a:lnTo>
                  <a:lnTo>
                    <a:pt x="11825" y="13331"/>
                  </a:lnTo>
                  <a:lnTo>
                    <a:pt x="12004" y="13376"/>
                  </a:lnTo>
                  <a:lnTo>
                    <a:pt x="12252" y="13511"/>
                  </a:lnTo>
                  <a:lnTo>
                    <a:pt x="12476" y="13668"/>
                  </a:lnTo>
                  <a:lnTo>
                    <a:pt x="12701" y="13848"/>
                  </a:lnTo>
                  <a:lnTo>
                    <a:pt x="12926" y="14050"/>
                  </a:lnTo>
                  <a:lnTo>
                    <a:pt x="13331" y="14432"/>
                  </a:lnTo>
                  <a:lnTo>
                    <a:pt x="13555" y="14612"/>
                  </a:lnTo>
                  <a:lnTo>
                    <a:pt x="13780" y="14792"/>
                  </a:lnTo>
                  <a:lnTo>
                    <a:pt x="14117" y="14972"/>
                  </a:lnTo>
                  <a:lnTo>
                    <a:pt x="14455" y="15129"/>
                  </a:lnTo>
                  <a:lnTo>
                    <a:pt x="14814" y="15241"/>
                  </a:lnTo>
                  <a:lnTo>
                    <a:pt x="15174" y="15309"/>
                  </a:lnTo>
                  <a:lnTo>
                    <a:pt x="15534" y="15354"/>
                  </a:lnTo>
                  <a:lnTo>
                    <a:pt x="15916" y="15376"/>
                  </a:lnTo>
                  <a:lnTo>
                    <a:pt x="16702" y="15399"/>
                  </a:lnTo>
                  <a:lnTo>
                    <a:pt x="17489" y="15376"/>
                  </a:lnTo>
                  <a:lnTo>
                    <a:pt x="18276" y="15376"/>
                  </a:lnTo>
                  <a:lnTo>
                    <a:pt x="18658" y="15399"/>
                  </a:lnTo>
                  <a:lnTo>
                    <a:pt x="19040" y="15421"/>
                  </a:lnTo>
                  <a:lnTo>
                    <a:pt x="19422" y="15489"/>
                  </a:lnTo>
                  <a:lnTo>
                    <a:pt x="19805" y="15601"/>
                  </a:lnTo>
                  <a:lnTo>
                    <a:pt x="20232" y="15758"/>
                  </a:lnTo>
                  <a:lnTo>
                    <a:pt x="20614" y="15983"/>
                  </a:lnTo>
                  <a:lnTo>
                    <a:pt x="20973" y="16231"/>
                  </a:lnTo>
                  <a:lnTo>
                    <a:pt x="21311" y="16500"/>
                  </a:lnTo>
                  <a:lnTo>
                    <a:pt x="21625" y="16815"/>
                  </a:lnTo>
                  <a:lnTo>
                    <a:pt x="21918" y="17152"/>
                  </a:lnTo>
                  <a:lnTo>
                    <a:pt x="22210" y="17534"/>
                  </a:lnTo>
                  <a:lnTo>
                    <a:pt x="22457" y="17916"/>
                  </a:lnTo>
                  <a:lnTo>
                    <a:pt x="22682" y="18321"/>
                  </a:lnTo>
                  <a:lnTo>
                    <a:pt x="22907" y="18748"/>
                  </a:lnTo>
                  <a:lnTo>
                    <a:pt x="23334" y="19602"/>
                  </a:lnTo>
                  <a:lnTo>
                    <a:pt x="23716" y="20479"/>
                  </a:lnTo>
                  <a:lnTo>
                    <a:pt x="24076" y="21356"/>
                  </a:lnTo>
                  <a:lnTo>
                    <a:pt x="24278" y="21783"/>
                  </a:lnTo>
                  <a:lnTo>
                    <a:pt x="24503" y="22210"/>
                  </a:lnTo>
                  <a:lnTo>
                    <a:pt x="24750" y="22615"/>
                  </a:lnTo>
                  <a:lnTo>
                    <a:pt x="25020" y="23042"/>
                  </a:lnTo>
                  <a:lnTo>
                    <a:pt x="25312" y="23424"/>
                  </a:lnTo>
                  <a:lnTo>
                    <a:pt x="25627" y="23806"/>
                  </a:lnTo>
                  <a:lnTo>
                    <a:pt x="25941" y="24143"/>
                  </a:lnTo>
                  <a:lnTo>
                    <a:pt x="26301" y="24480"/>
                  </a:lnTo>
                  <a:lnTo>
                    <a:pt x="26661" y="24750"/>
                  </a:lnTo>
                  <a:lnTo>
                    <a:pt x="27020" y="24997"/>
                  </a:lnTo>
                  <a:lnTo>
                    <a:pt x="27425" y="25200"/>
                  </a:lnTo>
                  <a:lnTo>
                    <a:pt x="27830" y="25357"/>
                  </a:lnTo>
                  <a:lnTo>
                    <a:pt x="28032" y="25402"/>
                  </a:lnTo>
                  <a:lnTo>
                    <a:pt x="28234" y="25447"/>
                  </a:lnTo>
                  <a:lnTo>
                    <a:pt x="28437" y="25492"/>
                  </a:lnTo>
                  <a:lnTo>
                    <a:pt x="28886" y="25492"/>
                  </a:lnTo>
                  <a:lnTo>
                    <a:pt x="29088" y="25469"/>
                  </a:lnTo>
                  <a:lnTo>
                    <a:pt x="29313" y="25424"/>
                  </a:lnTo>
                  <a:lnTo>
                    <a:pt x="29538" y="25379"/>
                  </a:lnTo>
                  <a:lnTo>
                    <a:pt x="29875" y="25267"/>
                  </a:lnTo>
                  <a:lnTo>
                    <a:pt x="30212" y="25087"/>
                  </a:lnTo>
                  <a:lnTo>
                    <a:pt x="30550" y="24907"/>
                  </a:lnTo>
                  <a:lnTo>
                    <a:pt x="30842" y="24683"/>
                  </a:lnTo>
                  <a:lnTo>
                    <a:pt x="31156" y="24458"/>
                  </a:lnTo>
                  <a:lnTo>
                    <a:pt x="31449" y="24211"/>
                  </a:lnTo>
                  <a:lnTo>
                    <a:pt x="32033" y="23716"/>
                  </a:lnTo>
                  <a:lnTo>
                    <a:pt x="32325" y="23491"/>
                  </a:lnTo>
                  <a:lnTo>
                    <a:pt x="32640" y="23266"/>
                  </a:lnTo>
                  <a:lnTo>
                    <a:pt x="32932" y="23042"/>
                  </a:lnTo>
                  <a:lnTo>
                    <a:pt x="33247" y="22884"/>
                  </a:lnTo>
                  <a:lnTo>
                    <a:pt x="33562" y="22727"/>
                  </a:lnTo>
                  <a:lnTo>
                    <a:pt x="33899" y="22637"/>
                  </a:lnTo>
                  <a:lnTo>
                    <a:pt x="34236" y="22570"/>
                  </a:lnTo>
                  <a:lnTo>
                    <a:pt x="34596" y="22570"/>
                  </a:lnTo>
                  <a:lnTo>
                    <a:pt x="34843" y="22592"/>
                  </a:lnTo>
                  <a:lnTo>
                    <a:pt x="35068" y="22660"/>
                  </a:lnTo>
                  <a:lnTo>
                    <a:pt x="35293" y="22727"/>
                  </a:lnTo>
                  <a:lnTo>
                    <a:pt x="35517" y="22839"/>
                  </a:lnTo>
                  <a:lnTo>
                    <a:pt x="35742" y="22952"/>
                  </a:lnTo>
                  <a:lnTo>
                    <a:pt x="35944" y="23087"/>
                  </a:lnTo>
                  <a:lnTo>
                    <a:pt x="36147" y="23222"/>
                  </a:lnTo>
                  <a:lnTo>
                    <a:pt x="36327" y="23379"/>
                  </a:lnTo>
                  <a:lnTo>
                    <a:pt x="36641" y="23671"/>
                  </a:lnTo>
                  <a:lnTo>
                    <a:pt x="36911" y="23963"/>
                  </a:lnTo>
                  <a:lnTo>
                    <a:pt x="37181" y="24278"/>
                  </a:lnTo>
                  <a:lnTo>
                    <a:pt x="37428" y="24638"/>
                  </a:lnTo>
                  <a:lnTo>
                    <a:pt x="37653" y="24975"/>
                  </a:lnTo>
                  <a:lnTo>
                    <a:pt x="37855" y="25357"/>
                  </a:lnTo>
                  <a:lnTo>
                    <a:pt x="38058" y="25739"/>
                  </a:lnTo>
                  <a:lnTo>
                    <a:pt x="38237" y="26121"/>
                  </a:lnTo>
                  <a:lnTo>
                    <a:pt x="38552" y="26931"/>
                  </a:lnTo>
                  <a:lnTo>
                    <a:pt x="38844" y="27762"/>
                  </a:lnTo>
                  <a:lnTo>
                    <a:pt x="39406" y="29448"/>
                  </a:lnTo>
                  <a:lnTo>
                    <a:pt x="39676" y="30280"/>
                  </a:lnTo>
                  <a:lnTo>
                    <a:pt x="39991" y="31067"/>
                  </a:lnTo>
                  <a:lnTo>
                    <a:pt x="40148" y="31471"/>
                  </a:lnTo>
                  <a:lnTo>
                    <a:pt x="40328" y="31831"/>
                  </a:lnTo>
                  <a:lnTo>
                    <a:pt x="40508" y="32191"/>
                  </a:lnTo>
                  <a:lnTo>
                    <a:pt x="40710" y="32528"/>
                  </a:lnTo>
                  <a:lnTo>
                    <a:pt x="40935" y="32865"/>
                  </a:lnTo>
                  <a:lnTo>
                    <a:pt x="41182" y="33180"/>
                  </a:lnTo>
                  <a:lnTo>
                    <a:pt x="41429" y="33472"/>
                  </a:lnTo>
                  <a:lnTo>
                    <a:pt x="41699" y="33742"/>
                  </a:lnTo>
                  <a:lnTo>
                    <a:pt x="41991" y="33989"/>
                  </a:lnTo>
                  <a:lnTo>
                    <a:pt x="42329" y="34191"/>
                  </a:lnTo>
                  <a:lnTo>
                    <a:pt x="42666" y="34394"/>
                  </a:lnTo>
                  <a:lnTo>
                    <a:pt x="43048" y="34551"/>
                  </a:lnTo>
                  <a:lnTo>
                    <a:pt x="43385" y="34663"/>
                  </a:lnTo>
                  <a:lnTo>
                    <a:pt x="43722" y="34776"/>
                  </a:lnTo>
                  <a:lnTo>
                    <a:pt x="44397" y="34956"/>
                  </a:lnTo>
                  <a:lnTo>
                    <a:pt x="44711" y="35090"/>
                  </a:lnTo>
                  <a:lnTo>
                    <a:pt x="45026" y="35225"/>
                  </a:lnTo>
                  <a:lnTo>
                    <a:pt x="45318" y="35405"/>
                  </a:lnTo>
                  <a:lnTo>
                    <a:pt x="45453" y="35495"/>
                  </a:lnTo>
                  <a:lnTo>
                    <a:pt x="45566" y="35630"/>
                  </a:lnTo>
                  <a:lnTo>
                    <a:pt x="45768" y="35855"/>
                  </a:lnTo>
                  <a:lnTo>
                    <a:pt x="45925" y="36124"/>
                  </a:lnTo>
                  <a:lnTo>
                    <a:pt x="46060" y="36417"/>
                  </a:lnTo>
                  <a:lnTo>
                    <a:pt x="46150" y="36709"/>
                  </a:lnTo>
                  <a:lnTo>
                    <a:pt x="46240" y="37024"/>
                  </a:lnTo>
                  <a:lnTo>
                    <a:pt x="46307" y="37338"/>
                  </a:lnTo>
                  <a:lnTo>
                    <a:pt x="46420" y="37968"/>
                  </a:lnTo>
                  <a:lnTo>
                    <a:pt x="46532" y="38417"/>
                  </a:lnTo>
                  <a:lnTo>
                    <a:pt x="46667" y="38867"/>
                  </a:lnTo>
                  <a:lnTo>
                    <a:pt x="46802" y="39317"/>
                  </a:lnTo>
                  <a:lnTo>
                    <a:pt x="46959" y="39744"/>
                  </a:lnTo>
                  <a:lnTo>
                    <a:pt x="47162" y="40171"/>
                  </a:lnTo>
                  <a:lnTo>
                    <a:pt x="47341" y="40598"/>
                  </a:lnTo>
                  <a:lnTo>
                    <a:pt x="47566" y="41002"/>
                  </a:lnTo>
                  <a:lnTo>
                    <a:pt x="47813" y="41407"/>
                  </a:lnTo>
                  <a:lnTo>
                    <a:pt x="48061" y="41812"/>
                  </a:lnTo>
                  <a:lnTo>
                    <a:pt x="48330" y="42194"/>
                  </a:lnTo>
                  <a:lnTo>
                    <a:pt x="48600" y="42576"/>
                  </a:lnTo>
                  <a:lnTo>
                    <a:pt x="48915" y="42936"/>
                  </a:lnTo>
                  <a:lnTo>
                    <a:pt x="49230" y="43295"/>
                  </a:lnTo>
                  <a:lnTo>
                    <a:pt x="49544" y="43633"/>
                  </a:lnTo>
                  <a:lnTo>
                    <a:pt x="49881" y="43970"/>
                  </a:lnTo>
                  <a:lnTo>
                    <a:pt x="50219" y="44284"/>
                  </a:lnTo>
                  <a:lnTo>
                    <a:pt x="50983" y="43385"/>
                  </a:lnTo>
                  <a:lnTo>
                    <a:pt x="51725" y="42464"/>
                  </a:lnTo>
                  <a:lnTo>
                    <a:pt x="52467" y="41519"/>
                  </a:lnTo>
                  <a:lnTo>
                    <a:pt x="53186" y="40575"/>
                  </a:lnTo>
                  <a:lnTo>
                    <a:pt x="53883" y="39631"/>
                  </a:lnTo>
                  <a:lnTo>
                    <a:pt x="54580" y="38665"/>
                  </a:lnTo>
                  <a:lnTo>
                    <a:pt x="55276" y="37676"/>
                  </a:lnTo>
                  <a:lnTo>
                    <a:pt x="55951" y="36686"/>
                  </a:lnTo>
                  <a:lnTo>
                    <a:pt x="56603" y="35697"/>
                  </a:lnTo>
                  <a:lnTo>
                    <a:pt x="57255" y="34686"/>
                  </a:lnTo>
                  <a:lnTo>
                    <a:pt x="57884" y="33674"/>
                  </a:lnTo>
                  <a:lnTo>
                    <a:pt x="58491" y="32640"/>
                  </a:lnTo>
                  <a:lnTo>
                    <a:pt x="59120" y="31606"/>
                  </a:lnTo>
                  <a:lnTo>
                    <a:pt x="59705" y="30572"/>
                  </a:lnTo>
                  <a:lnTo>
                    <a:pt x="60289" y="29516"/>
                  </a:lnTo>
                  <a:lnTo>
                    <a:pt x="60851" y="28437"/>
                  </a:lnTo>
                  <a:lnTo>
                    <a:pt x="61413" y="27358"/>
                  </a:lnTo>
                  <a:lnTo>
                    <a:pt x="61953" y="26279"/>
                  </a:lnTo>
                  <a:lnTo>
                    <a:pt x="62470" y="25177"/>
                  </a:lnTo>
                  <a:lnTo>
                    <a:pt x="62987" y="24076"/>
                  </a:lnTo>
                  <a:lnTo>
                    <a:pt x="63481" y="22952"/>
                  </a:lnTo>
                  <a:lnTo>
                    <a:pt x="63976" y="21828"/>
                  </a:lnTo>
                  <a:lnTo>
                    <a:pt x="64448" y="20704"/>
                  </a:lnTo>
                  <a:lnTo>
                    <a:pt x="64897" y="19557"/>
                  </a:lnTo>
                  <a:lnTo>
                    <a:pt x="65347" y="18411"/>
                  </a:lnTo>
                  <a:lnTo>
                    <a:pt x="65774" y="17242"/>
                  </a:lnTo>
                  <a:lnTo>
                    <a:pt x="66179" y="16073"/>
                  </a:lnTo>
                  <a:lnTo>
                    <a:pt x="66583" y="14904"/>
                  </a:lnTo>
                  <a:lnTo>
                    <a:pt x="66966" y="13713"/>
                  </a:lnTo>
                  <a:lnTo>
                    <a:pt x="67325" y="12499"/>
                  </a:lnTo>
                  <a:lnTo>
                    <a:pt x="67685" y="11308"/>
                  </a:lnTo>
                  <a:lnTo>
                    <a:pt x="68022" y="10094"/>
                  </a:lnTo>
                  <a:lnTo>
                    <a:pt x="68337" y="8835"/>
                  </a:lnTo>
                  <a:lnTo>
                    <a:pt x="68651" y="7576"/>
                  </a:lnTo>
                  <a:lnTo>
                    <a:pt x="68944" y="6295"/>
                  </a:lnTo>
                  <a:lnTo>
                    <a:pt x="69213" y="5036"/>
                  </a:lnTo>
                  <a:lnTo>
                    <a:pt x="69483" y="3777"/>
                  </a:lnTo>
                  <a:lnTo>
                    <a:pt x="69708" y="2518"/>
                  </a:lnTo>
                  <a:lnTo>
                    <a:pt x="69933" y="1259"/>
                  </a:lnTo>
                  <a:lnTo>
                    <a:pt x="7013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5"/>
            <p:cNvSpPr/>
            <p:nvPr/>
          </p:nvSpPr>
          <p:spPr>
            <a:xfrm>
              <a:off x="3340725" y="2854675"/>
              <a:ext cx="1164450" cy="1444300"/>
            </a:xfrm>
            <a:custGeom>
              <a:avLst/>
              <a:gdLst/>
              <a:ahLst/>
              <a:cxnLst/>
              <a:rect l="l" t="t" r="r" b="b"/>
              <a:pathLst>
                <a:path w="46578" h="57772" extrusionOk="0">
                  <a:moveTo>
                    <a:pt x="1214" y="1"/>
                  </a:moveTo>
                  <a:lnTo>
                    <a:pt x="1035" y="428"/>
                  </a:lnTo>
                  <a:lnTo>
                    <a:pt x="855" y="877"/>
                  </a:lnTo>
                  <a:lnTo>
                    <a:pt x="697" y="1327"/>
                  </a:lnTo>
                  <a:lnTo>
                    <a:pt x="563" y="1776"/>
                  </a:lnTo>
                  <a:lnTo>
                    <a:pt x="315" y="2721"/>
                  </a:lnTo>
                  <a:lnTo>
                    <a:pt x="113" y="3642"/>
                  </a:lnTo>
                  <a:lnTo>
                    <a:pt x="45" y="3957"/>
                  </a:lnTo>
                  <a:lnTo>
                    <a:pt x="1" y="4272"/>
                  </a:lnTo>
                  <a:lnTo>
                    <a:pt x="1" y="4429"/>
                  </a:lnTo>
                  <a:lnTo>
                    <a:pt x="1" y="4586"/>
                  </a:lnTo>
                  <a:lnTo>
                    <a:pt x="23" y="4744"/>
                  </a:lnTo>
                  <a:lnTo>
                    <a:pt x="68" y="4879"/>
                  </a:lnTo>
                  <a:lnTo>
                    <a:pt x="135" y="5058"/>
                  </a:lnTo>
                  <a:lnTo>
                    <a:pt x="203" y="5216"/>
                  </a:lnTo>
                  <a:lnTo>
                    <a:pt x="315" y="5373"/>
                  </a:lnTo>
                  <a:lnTo>
                    <a:pt x="450" y="5530"/>
                  </a:lnTo>
                  <a:lnTo>
                    <a:pt x="697" y="5800"/>
                  </a:lnTo>
                  <a:lnTo>
                    <a:pt x="967" y="6070"/>
                  </a:lnTo>
                  <a:lnTo>
                    <a:pt x="1169" y="6295"/>
                  </a:lnTo>
                  <a:lnTo>
                    <a:pt x="1349" y="6520"/>
                  </a:lnTo>
                  <a:lnTo>
                    <a:pt x="1507" y="6744"/>
                  </a:lnTo>
                  <a:lnTo>
                    <a:pt x="1664" y="6992"/>
                  </a:lnTo>
                  <a:lnTo>
                    <a:pt x="1799" y="7239"/>
                  </a:lnTo>
                  <a:lnTo>
                    <a:pt x="1911" y="7486"/>
                  </a:lnTo>
                  <a:lnTo>
                    <a:pt x="2024" y="7756"/>
                  </a:lnTo>
                  <a:lnTo>
                    <a:pt x="2114" y="8026"/>
                  </a:lnTo>
                  <a:lnTo>
                    <a:pt x="2203" y="8318"/>
                  </a:lnTo>
                  <a:lnTo>
                    <a:pt x="2271" y="8588"/>
                  </a:lnTo>
                  <a:lnTo>
                    <a:pt x="2316" y="8857"/>
                  </a:lnTo>
                  <a:lnTo>
                    <a:pt x="2338" y="9150"/>
                  </a:lnTo>
                  <a:lnTo>
                    <a:pt x="2361" y="9442"/>
                  </a:lnTo>
                  <a:lnTo>
                    <a:pt x="2361" y="9734"/>
                  </a:lnTo>
                  <a:lnTo>
                    <a:pt x="2338" y="10004"/>
                  </a:lnTo>
                  <a:lnTo>
                    <a:pt x="2293" y="10296"/>
                  </a:lnTo>
                  <a:lnTo>
                    <a:pt x="2203" y="10813"/>
                  </a:lnTo>
                  <a:lnTo>
                    <a:pt x="2091" y="11330"/>
                  </a:lnTo>
                  <a:lnTo>
                    <a:pt x="2046" y="11600"/>
                  </a:lnTo>
                  <a:lnTo>
                    <a:pt x="2024" y="11870"/>
                  </a:lnTo>
                  <a:lnTo>
                    <a:pt x="2024" y="12117"/>
                  </a:lnTo>
                  <a:lnTo>
                    <a:pt x="2046" y="12387"/>
                  </a:lnTo>
                  <a:lnTo>
                    <a:pt x="2091" y="12544"/>
                  </a:lnTo>
                  <a:lnTo>
                    <a:pt x="2136" y="12724"/>
                  </a:lnTo>
                  <a:lnTo>
                    <a:pt x="2293" y="13038"/>
                  </a:lnTo>
                  <a:lnTo>
                    <a:pt x="2473" y="13331"/>
                  </a:lnTo>
                  <a:lnTo>
                    <a:pt x="2676" y="13600"/>
                  </a:lnTo>
                  <a:lnTo>
                    <a:pt x="2923" y="13870"/>
                  </a:lnTo>
                  <a:lnTo>
                    <a:pt x="3170" y="14117"/>
                  </a:lnTo>
                  <a:lnTo>
                    <a:pt x="3732" y="14590"/>
                  </a:lnTo>
                  <a:lnTo>
                    <a:pt x="4699" y="15354"/>
                  </a:lnTo>
                  <a:lnTo>
                    <a:pt x="5688" y="16141"/>
                  </a:lnTo>
                  <a:lnTo>
                    <a:pt x="6182" y="16500"/>
                  </a:lnTo>
                  <a:lnTo>
                    <a:pt x="6699" y="16860"/>
                  </a:lnTo>
                  <a:lnTo>
                    <a:pt x="7216" y="17220"/>
                  </a:lnTo>
                  <a:lnTo>
                    <a:pt x="7733" y="17534"/>
                  </a:lnTo>
                  <a:lnTo>
                    <a:pt x="8273" y="17849"/>
                  </a:lnTo>
                  <a:lnTo>
                    <a:pt x="8812" y="18141"/>
                  </a:lnTo>
                  <a:lnTo>
                    <a:pt x="9374" y="18411"/>
                  </a:lnTo>
                  <a:lnTo>
                    <a:pt x="9936" y="18636"/>
                  </a:lnTo>
                  <a:lnTo>
                    <a:pt x="10498" y="18838"/>
                  </a:lnTo>
                  <a:lnTo>
                    <a:pt x="11083" y="19018"/>
                  </a:lnTo>
                  <a:lnTo>
                    <a:pt x="11690" y="19153"/>
                  </a:lnTo>
                  <a:lnTo>
                    <a:pt x="12297" y="19243"/>
                  </a:lnTo>
                  <a:lnTo>
                    <a:pt x="13016" y="19333"/>
                  </a:lnTo>
                  <a:lnTo>
                    <a:pt x="13780" y="19400"/>
                  </a:lnTo>
                  <a:lnTo>
                    <a:pt x="14544" y="19490"/>
                  </a:lnTo>
                  <a:lnTo>
                    <a:pt x="14927" y="19535"/>
                  </a:lnTo>
                  <a:lnTo>
                    <a:pt x="15286" y="19602"/>
                  </a:lnTo>
                  <a:lnTo>
                    <a:pt x="15623" y="19692"/>
                  </a:lnTo>
                  <a:lnTo>
                    <a:pt x="15961" y="19805"/>
                  </a:lnTo>
                  <a:lnTo>
                    <a:pt x="16298" y="19940"/>
                  </a:lnTo>
                  <a:lnTo>
                    <a:pt x="16590" y="20097"/>
                  </a:lnTo>
                  <a:lnTo>
                    <a:pt x="16860" y="20299"/>
                  </a:lnTo>
                  <a:lnTo>
                    <a:pt x="17107" y="20524"/>
                  </a:lnTo>
                  <a:lnTo>
                    <a:pt x="17332" y="20771"/>
                  </a:lnTo>
                  <a:lnTo>
                    <a:pt x="17512" y="21064"/>
                  </a:lnTo>
                  <a:lnTo>
                    <a:pt x="17647" y="21356"/>
                  </a:lnTo>
                  <a:lnTo>
                    <a:pt x="17759" y="21648"/>
                  </a:lnTo>
                  <a:lnTo>
                    <a:pt x="17894" y="21918"/>
                  </a:lnTo>
                  <a:lnTo>
                    <a:pt x="17984" y="22053"/>
                  </a:lnTo>
                  <a:lnTo>
                    <a:pt x="18074" y="22165"/>
                  </a:lnTo>
                  <a:lnTo>
                    <a:pt x="17669" y="22390"/>
                  </a:lnTo>
                  <a:lnTo>
                    <a:pt x="17174" y="22660"/>
                  </a:lnTo>
                  <a:lnTo>
                    <a:pt x="16657" y="22929"/>
                  </a:lnTo>
                  <a:lnTo>
                    <a:pt x="16118" y="23199"/>
                  </a:lnTo>
                  <a:lnTo>
                    <a:pt x="15578" y="23514"/>
                  </a:lnTo>
                  <a:lnTo>
                    <a:pt x="15106" y="23828"/>
                  </a:lnTo>
                  <a:lnTo>
                    <a:pt x="14904" y="24008"/>
                  </a:lnTo>
                  <a:lnTo>
                    <a:pt x="14702" y="24188"/>
                  </a:lnTo>
                  <a:lnTo>
                    <a:pt x="14544" y="24345"/>
                  </a:lnTo>
                  <a:lnTo>
                    <a:pt x="14410" y="24525"/>
                  </a:lnTo>
                  <a:lnTo>
                    <a:pt x="14252" y="24773"/>
                  </a:lnTo>
                  <a:lnTo>
                    <a:pt x="14140" y="25042"/>
                  </a:lnTo>
                  <a:lnTo>
                    <a:pt x="14050" y="25312"/>
                  </a:lnTo>
                  <a:lnTo>
                    <a:pt x="14005" y="25447"/>
                  </a:lnTo>
                  <a:lnTo>
                    <a:pt x="14005" y="25582"/>
                  </a:lnTo>
                  <a:lnTo>
                    <a:pt x="14005" y="25762"/>
                  </a:lnTo>
                  <a:lnTo>
                    <a:pt x="14027" y="25919"/>
                  </a:lnTo>
                  <a:lnTo>
                    <a:pt x="14050" y="26076"/>
                  </a:lnTo>
                  <a:lnTo>
                    <a:pt x="14117" y="26211"/>
                  </a:lnTo>
                  <a:lnTo>
                    <a:pt x="14185" y="26369"/>
                  </a:lnTo>
                  <a:lnTo>
                    <a:pt x="14252" y="26503"/>
                  </a:lnTo>
                  <a:lnTo>
                    <a:pt x="14432" y="26773"/>
                  </a:lnTo>
                  <a:lnTo>
                    <a:pt x="14657" y="27020"/>
                  </a:lnTo>
                  <a:lnTo>
                    <a:pt x="14904" y="27268"/>
                  </a:lnTo>
                  <a:lnTo>
                    <a:pt x="15421" y="27740"/>
                  </a:lnTo>
                  <a:lnTo>
                    <a:pt x="15826" y="28122"/>
                  </a:lnTo>
                  <a:lnTo>
                    <a:pt x="16208" y="28549"/>
                  </a:lnTo>
                  <a:lnTo>
                    <a:pt x="16590" y="28976"/>
                  </a:lnTo>
                  <a:lnTo>
                    <a:pt x="16905" y="29448"/>
                  </a:lnTo>
                  <a:lnTo>
                    <a:pt x="17197" y="29920"/>
                  </a:lnTo>
                  <a:lnTo>
                    <a:pt x="17467" y="30437"/>
                  </a:lnTo>
                  <a:lnTo>
                    <a:pt x="17669" y="30954"/>
                  </a:lnTo>
                  <a:lnTo>
                    <a:pt x="17736" y="31224"/>
                  </a:lnTo>
                  <a:lnTo>
                    <a:pt x="17826" y="31494"/>
                  </a:lnTo>
                  <a:lnTo>
                    <a:pt x="17871" y="31786"/>
                  </a:lnTo>
                  <a:lnTo>
                    <a:pt x="17916" y="32056"/>
                  </a:lnTo>
                  <a:lnTo>
                    <a:pt x="17939" y="32348"/>
                  </a:lnTo>
                  <a:lnTo>
                    <a:pt x="17939" y="32640"/>
                  </a:lnTo>
                  <a:lnTo>
                    <a:pt x="17939" y="32910"/>
                  </a:lnTo>
                  <a:lnTo>
                    <a:pt x="17894" y="33202"/>
                  </a:lnTo>
                  <a:lnTo>
                    <a:pt x="17849" y="33494"/>
                  </a:lnTo>
                  <a:lnTo>
                    <a:pt x="17804" y="33764"/>
                  </a:lnTo>
                  <a:lnTo>
                    <a:pt x="17714" y="34034"/>
                  </a:lnTo>
                  <a:lnTo>
                    <a:pt x="17624" y="34304"/>
                  </a:lnTo>
                  <a:lnTo>
                    <a:pt x="17512" y="34551"/>
                  </a:lnTo>
                  <a:lnTo>
                    <a:pt x="17399" y="34821"/>
                  </a:lnTo>
                  <a:lnTo>
                    <a:pt x="17242" y="35046"/>
                  </a:lnTo>
                  <a:lnTo>
                    <a:pt x="17085" y="35270"/>
                  </a:lnTo>
                  <a:lnTo>
                    <a:pt x="16905" y="35495"/>
                  </a:lnTo>
                  <a:lnTo>
                    <a:pt x="16702" y="35697"/>
                  </a:lnTo>
                  <a:lnTo>
                    <a:pt x="16365" y="35967"/>
                  </a:lnTo>
                  <a:lnTo>
                    <a:pt x="16028" y="36237"/>
                  </a:lnTo>
                  <a:lnTo>
                    <a:pt x="15286" y="36709"/>
                  </a:lnTo>
                  <a:lnTo>
                    <a:pt x="14927" y="36956"/>
                  </a:lnTo>
                  <a:lnTo>
                    <a:pt x="14589" y="37226"/>
                  </a:lnTo>
                  <a:lnTo>
                    <a:pt x="14455" y="37361"/>
                  </a:lnTo>
                  <a:lnTo>
                    <a:pt x="14297" y="37518"/>
                  </a:lnTo>
                  <a:lnTo>
                    <a:pt x="14162" y="37676"/>
                  </a:lnTo>
                  <a:lnTo>
                    <a:pt x="14050" y="37855"/>
                  </a:lnTo>
                  <a:lnTo>
                    <a:pt x="13938" y="38372"/>
                  </a:lnTo>
                  <a:lnTo>
                    <a:pt x="13803" y="38979"/>
                  </a:lnTo>
                  <a:lnTo>
                    <a:pt x="13668" y="39789"/>
                  </a:lnTo>
                  <a:lnTo>
                    <a:pt x="13510" y="40755"/>
                  </a:lnTo>
                  <a:lnTo>
                    <a:pt x="13353" y="41879"/>
                  </a:lnTo>
                  <a:lnTo>
                    <a:pt x="13218" y="43115"/>
                  </a:lnTo>
                  <a:lnTo>
                    <a:pt x="13128" y="44419"/>
                  </a:lnTo>
                  <a:lnTo>
                    <a:pt x="13083" y="45116"/>
                  </a:lnTo>
                  <a:lnTo>
                    <a:pt x="13083" y="45813"/>
                  </a:lnTo>
                  <a:lnTo>
                    <a:pt x="13083" y="46510"/>
                  </a:lnTo>
                  <a:lnTo>
                    <a:pt x="13083" y="47229"/>
                  </a:lnTo>
                  <a:lnTo>
                    <a:pt x="13128" y="47948"/>
                  </a:lnTo>
                  <a:lnTo>
                    <a:pt x="13173" y="48645"/>
                  </a:lnTo>
                  <a:lnTo>
                    <a:pt x="13263" y="49365"/>
                  </a:lnTo>
                  <a:lnTo>
                    <a:pt x="13376" y="50062"/>
                  </a:lnTo>
                  <a:lnTo>
                    <a:pt x="13510" y="50758"/>
                  </a:lnTo>
                  <a:lnTo>
                    <a:pt x="13668" y="51410"/>
                  </a:lnTo>
                  <a:lnTo>
                    <a:pt x="13848" y="52085"/>
                  </a:lnTo>
                  <a:lnTo>
                    <a:pt x="14072" y="52714"/>
                  </a:lnTo>
                  <a:lnTo>
                    <a:pt x="14342" y="53321"/>
                  </a:lnTo>
                  <a:lnTo>
                    <a:pt x="14634" y="53883"/>
                  </a:lnTo>
                  <a:lnTo>
                    <a:pt x="14972" y="54445"/>
                  </a:lnTo>
                  <a:lnTo>
                    <a:pt x="15151" y="54692"/>
                  </a:lnTo>
                  <a:lnTo>
                    <a:pt x="15331" y="54962"/>
                  </a:lnTo>
                  <a:lnTo>
                    <a:pt x="15421" y="55074"/>
                  </a:lnTo>
                  <a:lnTo>
                    <a:pt x="15444" y="55209"/>
                  </a:lnTo>
                  <a:lnTo>
                    <a:pt x="15444" y="55344"/>
                  </a:lnTo>
                  <a:lnTo>
                    <a:pt x="15399" y="55479"/>
                  </a:lnTo>
                  <a:lnTo>
                    <a:pt x="15309" y="55614"/>
                  </a:lnTo>
                  <a:lnTo>
                    <a:pt x="15219" y="55749"/>
                  </a:lnTo>
                  <a:lnTo>
                    <a:pt x="15017" y="56018"/>
                  </a:lnTo>
                  <a:lnTo>
                    <a:pt x="14792" y="56266"/>
                  </a:lnTo>
                  <a:lnTo>
                    <a:pt x="14702" y="56401"/>
                  </a:lnTo>
                  <a:lnTo>
                    <a:pt x="14634" y="56536"/>
                  </a:lnTo>
                  <a:lnTo>
                    <a:pt x="14589" y="56670"/>
                  </a:lnTo>
                  <a:lnTo>
                    <a:pt x="14567" y="56805"/>
                  </a:lnTo>
                  <a:lnTo>
                    <a:pt x="14612" y="56918"/>
                  </a:lnTo>
                  <a:lnTo>
                    <a:pt x="14679" y="57053"/>
                  </a:lnTo>
                  <a:lnTo>
                    <a:pt x="14792" y="57187"/>
                  </a:lnTo>
                  <a:lnTo>
                    <a:pt x="14927" y="57300"/>
                  </a:lnTo>
                  <a:lnTo>
                    <a:pt x="15039" y="57390"/>
                  </a:lnTo>
                  <a:lnTo>
                    <a:pt x="15196" y="57480"/>
                  </a:lnTo>
                  <a:lnTo>
                    <a:pt x="15489" y="57614"/>
                  </a:lnTo>
                  <a:lnTo>
                    <a:pt x="15803" y="57704"/>
                  </a:lnTo>
                  <a:lnTo>
                    <a:pt x="16140" y="57772"/>
                  </a:lnTo>
                  <a:lnTo>
                    <a:pt x="16500" y="57772"/>
                  </a:lnTo>
                  <a:lnTo>
                    <a:pt x="16837" y="57749"/>
                  </a:lnTo>
                  <a:lnTo>
                    <a:pt x="17174" y="57704"/>
                  </a:lnTo>
                  <a:lnTo>
                    <a:pt x="17602" y="57592"/>
                  </a:lnTo>
                  <a:lnTo>
                    <a:pt x="18029" y="57457"/>
                  </a:lnTo>
                  <a:lnTo>
                    <a:pt x="18433" y="57300"/>
                  </a:lnTo>
                  <a:lnTo>
                    <a:pt x="18838" y="57097"/>
                  </a:lnTo>
                  <a:lnTo>
                    <a:pt x="19355" y="56828"/>
                  </a:lnTo>
                  <a:lnTo>
                    <a:pt x="19850" y="56536"/>
                  </a:lnTo>
                  <a:lnTo>
                    <a:pt x="20839" y="55906"/>
                  </a:lnTo>
                  <a:lnTo>
                    <a:pt x="22952" y="54512"/>
                  </a:lnTo>
                  <a:lnTo>
                    <a:pt x="23671" y="54040"/>
                  </a:lnTo>
                  <a:lnTo>
                    <a:pt x="24390" y="53546"/>
                  </a:lnTo>
                  <a:lnTo>
                    <a:pt x="25087" y="53051"/>
                  </a:lnTo>
                  <a:lnTo>
                    <a:pt x="25761" y="52512"/>
                  </a:lnTo>
                  <a:lnTo>
                    <a:pt x="26076" y="52220"/>
                  </a:lnTo>
                  <a:lnTo>
                    <a:pt x="26391" y="51927"/>
                  </a:lnTo>
                  <a:lnTo>
                    <a:pt x="26706" y="51635"/>
                  </a:lnTo>
                  <a:lnTo>
                    <a:pt x="26998" y="51320"/>
                  </a:lnTo>
                  <a:lnTo>
                    <a:pt x="27268" y="51006"/>
                  </a:lnTo>
                  <a:lnTo>
                    <a:pt x="27515" y="50668"/>
                  </a:lnTo>
                  <a:lnTo>
                    <a:pt x="27762" y="50309"/>
                  </a:lnTo>
                  <a:lnTo>
                    <a:pt x="27987" y="49949"/>
                  </a:lnTo>
                  <a:lnTo>
                    <a:pt x="28144" y="49657"/>
                  </a:lnTo>
                  <a:lnTo>
                    <a:pt x="28279" y="49342"/>
                  </a:lnTo>
                  <a:lnTo>
                    <a:pt x="28392" y="49027"/>
                  </a:lnTo>
                  <a:lnTo>
                    <a:pt x="28504" y="48735"/>
                  </a:lnTo>
                  <a:lnTo>
                    <a:pt x="28661" y="48128"/>
                  </a:lnTo>
                  <a:lnTo>
                    <a:pt x="28819" y="47521"/>
                  </a:lnTo>
                  <a:lnTo>
                    <a:pt x="28998" y="46937"/>
                  </a:lnTo>
                  <a:lnTo>
                    <a:pt x="29088" y="46645"/>
                  </a:lnTo>
                  <a:lnTo>
                    <a:pt x="29201" y="46375"/>
                  </a:lnTo>
                  <a:lnTo>
                    <a:pt x="29358" y="46083"/>
                  </a:lnTo>
                  <a:lnTo>
                    <a:pt x="29515" y="45835"/>
                  </a:lnTo>
                  <a:lnTo>
                    <a:pt x="29718" y="45566"/>
                  </a:lnTo>
                  <a:lnTo>
                    <a:pt x="29943" y="45318"/>
                  </a:lnTo>
                  <a:lnTo>
                    <a:pt x="29875" y="45161"/>
                  </a:lnTo>
                  <a:lnTo>
                    <a:pt x="29830" y="45026"/>
                  </a:lnTo>
                  <a:lnTo>
                    <a:pt x="29830" y="44869"/>
                  </a:lnTo>
                  <a:lnTo>
                    <a:pt x="29830" y="44712"/>
                  </a:lnTo>
                  <a:lnTo>
                    <a:pt x="29875" y="44554"/>
                  </a:lnTo>
                  <a:lnTo>
                    <a:pt x="29920" y="44419"/>
                  </a:lnTo>
                  <a:lnTo>
                    <a:pt x="29988" y="44262"/>
                  </a:lnTo>
                  <a:lnTo>
                    <a:pt x="30077" y="44127"/>
                  </a:lnTo>
                  <a:lnTo>
                    <a:pt x="30190" y="43992"/>
                  </a:lnTo>
                  <a:lnTo>
                    <a:pt x="30302" y="43880"/>
                  </a:lnTo>
                  <a:lnTo>
                    <a:pt x="30415" y="43767"/>
                  </a:lnTo>
                  <a:lnTo>
                    <a:pt x="30550" y="43655"/>
                  </a:lnTo>
                  <a:lnTo>
                    <a:pt x="30707" y="43565"/>
                  </a:lnTo>
                  <a:lnTo>
                    <a:pt x="30864" y="43498"/>
                  </a:lnTo>
                  <a:lnTo>
                    <a:pt x="31022" y="43430"/>
                  </a:lnTo>
                  <a:lnTo>
                    <a:pt x="31179" y="43385"/>
                  </a:lnTo>
                  <a:lnTo>
                    <a:pt x="31494" y="43318"/>
                  </a:lnTo>
                  <a:lnTo>
                    <a:pt x="31831" y="43295"/>
                  </a:lnTo>
                  <a:lnTo>
                    <a:pt x="32146" y="43295"/>
                  </a:lnTo>
                  <a:lnTo>
                    <a:pt x="32483" y="43318"/>
                  </a:lnTo>
                  <a:lnTo>
                    <a:pt x="33135" y="43408"/>
                  </a:lnTo>
                  <a:lnTo>
                    <a:pt x="33472" y="43430"/>
                  </a:lnTo>
                  <a:lnTo>
                    <a:pt x="33809" y="43453"/>
                  </a:lnTo>
                  <a:lnTo>
                    <a:pt x="34393" y="43453"/>
                  </a:lnTo>
                  <a:lnTo>
                    <a:pt x="34663" y="43408"/>
                  </a:lnTo>
                  <a:lnTo>
                    <a:pt x="34955" y="43363"/>
                  </a:lnTo>
                  <a:lnTo>
                    <a:pt x="35225" y="43295"/>
                  </a:lnTo>
                  <a:lnTo>
                    <a:pt x="35517" y="43205"/>
                  </a:lnTo>
                  <a:lnTo>
                    <a:pt x="35787" y="43115"/>
                  </a:lnTo>
                  <a:lnTo>
                    <a:pt x="36034" y="43003"/>
                  </a:lnTo>
                  <a:lnTo>
                    <a:pt x="36304" y="42868"/>
                  </a:lnTo>
                  <a:lnTo>
                    <a:pt x="36551" y="42733"/>
                  </a:lnTo>
                  <a:lnTo>
                    <a:pt x="36799" y="42576"/>
                  </a:lnTo>
                  <a:lnTo>
                    <a:pt x="37046" y="42419"/>
                  </a:lnTo>
                  <a:lnTo>
                    <a:pt x="37271" y="42239"/>
                  </a:lnTo>
                  <a:lnTo>
                    <a:pt x="37496" y="42036"/>
                  </a:lnTo>
                  <a:lnTo>
                    <a:pt x="37698" y="41834"/>
                  </a:lnTo>
                  <a:lnTo>
                    <a:pt x="37900" y="41632"/>
                  </a:lnTo>
                  <a:lnTo>
                    <a:pt x="38080" y="41407"/>
                  </a:lnTo>
                  <a:lnTo>
                    <a:pt x="38260" y="41182"/>
                  </a:lnTo>
                  <a:lnTo>
                    <a:pt x="38440" y="40935"/>
                  </a:lnTo>
                  <a:lnTo>
                    <a:pt x="38597" y="40710"/>
                  </a:lnTo>
                  <a:lnTo>
                    <a:pt x="38732" y="40440"/>
                  </a:lnTo>
                  <a:lnTo>
                    <a:pt x="38867" y="40193"/>
                  </a:lnTo>
                  <a:lnTo>
                    <a:pt x="38979" y="39923"/>
                  </a:lnTo>
                  <a:lnTo>
                    <a:pt x="39092" y="39654"/>
                  </a:lnTo>
                  <a:lnTo>
                    <a:pt x="39181" y="39384"/>
                  </a:lnTo>
                  <a:lnTo>
                    <a:pt x="39249" y="39114"/>
                  </a:lnTo>
                  <a:lnTo>
                    <a:pt x="39316" y="38822"/>
                  </a:lnTo>
                  <a:lnTo>
                    <a:pt x="39361" y="38552"/>
                  </a:lnTo>
                  <a:lnTo>
                    <a:pt x="39384" y="38260"/>
                  </a:lnTo>
                  <a:lnTo>
                    <a:pt x="39384" y="37968"/>
                  </a:lnTo>
                  <a:lnTo>
                    <a:pt x="39361" y="37676"/>
                  </a:lnTo>
                  <a:lnTo>
                    <a:pt x="39339" y="37383"/>
                  </a:lnTo>
                  <a:lnTo>
                    <a:pt x="39249" y="36889"/>
                  </a:lnTo>
                  <a:lnTo>
                    <a:pt x="39136" y="36372"/>
                  </a:lnTo>
                  <a:lnTo>
                    <a:pt x="38867" y="35383"/>
                  </a:lnTo>
                  <a:lnTo>
                    <a:pt x="38777" y="34888"/>
                  </a:lnTo>
                  <a:lnTo>
                    <a:pt x="38687" y="34371"/>
                  </a:lnTo>
                  <a:lnTo>
                    <a:pt x="38687" y="34124"/>
                  </a:lnTo>
                  <a:lnTo>
                    <a:pt x="38687" y="33877"/>
                  </a:lnTo>
                  <a:lnTo>
                    <a:pt x="38687" y="33629"/>
                  </a:lnTo>
                  <a:lnTo>
                    <a:pt x="38732" y="33382"/>
                  </a:lnTo>
                  <a:lnTo>
                    <a:pt x="38822" y="33000"/>
                  </a:lnTo>
                  <a:lnTo>
                    <a:pt x="38957" y="32640"/>
                  </a:lnTo>
                  <a:lnTo>
                    <a:pt x="39136" y="32326"/>
                  </a:lnTo>
                  <a:lnTo>
                    <a:pt x="39361" y="32011"/>
                  </a:lnTo>
                  <a:lnTo>
                    <a:pt x="39609" y="31719"/>
                  </a:lnTo>
                  <a:lnTo>
                    <a:pt x="39878" y="31449"/>
                  </a:lnTo>
                  <a:lnTo>
                    <a:pt x="40171" y="31202"/>
                  </a:lnTo>
                  <a:lnTo>
                    <a:pt x="40508" y="30977"/>
                  </a:lnTo>
                  <a:lnTo>
                    <a:pt x="40845" y="30752"/>
                  </a:lnTo>
                  <a:lnTo>
                    <a:pt x="41182" y="30527"/>
                  </a:lnTo>
                  <a:lnTo>
                    <a:pt x="41924" y="30145"/>
                  </a:lnTo>
                  <a:lnTo>
                    <a:pt x="42666" y="29763"/>
                  </a:lnTo>
                  <a:lnTo>
                    <a:pt x="43408" y="29426"/>
                  </a:lnTo>
                  <a:lnTo>
                    <a:pt x="43767" y="29223"/>
                  </a:lnTo>
                  <a:lnTo>
                    <a:pt x="44127" y="29021"/>
                  </a:lnTo>
                  <a:lnTo>
                    <a:pt x="44464" y="28774"/>
                  </a:lnTo>
                  <a:lnTo>
                    <a:pt x="44801" y="28527"/>
                  </a:lnTo>
                  <a:lnTo>
                    <a:pt x="45116" y="28234"/>
                  </a:lnTo>
                  <a:lnTo>
                    <a:pt x="45431" y="27942"/>
                  </a:lnTo>
                  <a:lnTo>
                    <a:pt x="45700" y="27650"/>
                  </a:lnTo>
                  <a:lnTo>
                    <a:pt x="45948" y="27313"/>
                  </a:lnTo>
                  <a:lnTo>
                    <a:pt x="46150" y="26998"/>
                  </a:lnTo>
                  <a:lnTo>
                    <a:pt x="46330" y="26638"/>
                  </a:lnTo>
                  <a:lnTo>
                    <a:pt x="46465" y="26301"/>
                  </a:lnTo>
                  <a:lnTo>
                    <a:pt x="46532" y="25941"/>
                  </a:lnTo>
                  <a:lnTo>
                    <a:pt x="46555" y="25762"/>
                  </a:lnTo>
                  <a:lnTo>
                    <a:pt x="46577" y="25582"/>
                  </a:lnTo>
                  <a:lnTo>
                    <a:pt x="46555" y="25402"/>
                  </a:lnTo>
                  <a:lnTo>
                    <a:pt x="46532" y="25222"/>
                  </a:lnTo>
                  <a:lnTo>
                    <a:pt x="46510" y="25042"/>
                  </a:lnTo>
                  <a:lnTo>
                    <a:pt x="46442" y="24885"/>
                  </a:lnTo>
                  <a:lnTo>
                    <a:pt x="46375" y="24705"/>
                  </a:lnTo>
                  <a:lnTo>
                    <a:pt x="46307" y="24525"/>
                  </a:lnTo>
                  <a:lnTo>
                    <a:pt x="46150" y="24278"/>
                  </a:lnTo>
                  <a:lnTo>
                    <a:pt x="45970" y="24053"/>
                  </a:lnTo>
                  <a:lnTo>
                    <a:pt x="45768" y="23851"/>
                  </a:lnTo>
                  <a:lnTo>
                    <a:pt x="45543" y="23671"/>
                  </a:lnTo>
                  <a:lnTo>
                    <a:pt x="45296" y="23514"/>
                  </a:lnTo>
                  <a:lnTo>
                    <a:pt x="45048" y="23356"/>
                  </a:lnTo>
                  <a:lnTo>
                    <a:pt x="44779" y="23222"/>
                  </a:lnTo>
                  <a:lnTo>
                    <a:pt x="44509" y="23109"/>
                  </a:lnTo>
                  <a:lnTo>
                    <a:pt x="43925" y="22907"/>
                  </a:lnTo>
                  <a:lnTo>
                    <a:pt x="43340" y="22704"/>
                  </a:lnTo>
                  <a:lnTo>
                    <a:pt x="42733" y="22502"/>
                  </a:lnTo>
                  <a:lnTo>
                    <a:pt x="42171" y="22300"/>
                  </a:lnTo>
                  <a:lnTo>
                    <a:pt x="41856" y="22143"/>
                  </a:lnTo>
                  <a:lnTo>
                    <a:pt x="41542" y="21985"/>
                  </a:lnTo>
                  <a:lnTo>
                    <a:pt x="41272" y="21783"/>
                  </a:lnTo>
                  <a:lnTo>
                    <a:pt x="40980" y="21603"/>
                  </a:lnTo>
                  <a:lnTo>
                    <a:pt x="40710" y="21378"/>
                  </a:lnTo>
                  <a:lnTo>
                    <a:pt x="40463" y="21153"/>
                  </a:lnTo>
                  <a:lnTo>
                    <a:pt x="40238" y="20929"/>
                  </a:lnTo>
                  <a:lnTo>
                    <a:pt x="40013" y="20659"/>
                  </a:lnTo>
                  <a:lnTo>
                    <a:pt x="39788" y="20412"/>
                  </a:lnTo>
                  <a:lnTo>
                    <a:pt x="39586" y="20142"/>
                  </a:lnTo>
                  <a:lnTo>
                    <a:pt x="39406" y="19850"/>
                  </a:lnTo>
                  <a:lnTo>
                    <a:pt x="39226" y="19557"/>
                  </a:lnTo>
                  <a:lnTo>
                    <a:pt x="39047" y="19243"/>
                  </a:lnTo>
                  <a:lnTo>
                    <a:pt x="38889" y="18928"/>
                  </a:lnTo>
                  <a:lnTo>
                    <a:pt x="38619" y="18299"/>
                  </a:lnTo>
                  <a:lnTo>
                    <a:pt x="38395" y="17624"/>
                  </a:lnTo>
                  <a:lnTo>
                    <a:pt x="38215" y="16927"/>
                  </a:lnTo>
                  <a:lnTo>
                    <a:pt x="38080" y="16208"/>
                  </a:lnTo>
                  <a:lnTo>
                    <a:pt x="37968" y="15489"/>
                  </a:lnTo>
                  <a:lnTo>
                    <a:pt x="37923" y="14769"/>
                  </a:lnTo>
                  <a:lnTo>
                    <a:pt x="37900" y="14050"/>
                  </a:lnTo>
                  <a:lnTo>
                    <a:pt x="37923" y="13331"/>
                  </a:lnTo>
                  <a:lnTo>
                    <a:pt x="37968" y="12611"/>
                  </a:lnTo>
                  <a:lnTo>
                    <a:pt x="38102" y="11577"/>
                  </a:lnTo>
                  <a:lnTo>
                    <a:pt x="38215" y="10476"/>
                  </a:lnTo>
                  <a:lnTo>
                    <a:pt x="38237" y="9936"/>
                  </a:lnTo>
                  <a:lnTo>
                    <a:pt x="38260" y="9397"/>
                  </a:lnTo>
                  <a:lnTo>
                    <a:pt x="38260" y="8857"/>
                  </a:lnTo>
                  <a:lnTo>
                    <a:pt x="38237" y="8340"/>
                  </a:lnTo>
                  <a:lnTo>
                    <a:pt x="38192" y="7823"/>
                  </a:lnTo>
                  <a:lnTo>
                    <a:pt x="38102" y="7329"/>
                  </a:lnTo>
                  <a:lnTo>
                    <a:pt x="37968" y="6857"/>
                  </a:lnTo>
                  <a:lnTo>
                    <a:pt x="37900" y="6632"/>
                  </a:lnTo>
                  <a:lnTo>
                    <a:pt x="37810" y="6430"/>
                  </a:lnTo>
                  <a:lnTo>
                    <a:pt x="37698" y="6205"/>
                  </a:lnTo>
                  <a:lnTo>
                    <a:pt x="37585" y="6003"/>
                  </a:lnTo>
                  <a:lnTo>
                    <a:pt x="37451" y="5800"/>
                  </a:lnTo>
                  <a:lnTo>
                    <a:pt x="37293" y="5620"/>
                  </a:lnTo>
                  <a:lnTo>
                    <a:pt x="37136" y="5441"/>
                  </a:lnTo>
                  <a:lnTo>
                    <a:pt x="36956" y="5283"/>
                  </a:lnTo>
                  <a:lnTo>
                    <a:pt x="36776" y="5126"/>
                  </a:lnTo>
                  <a:lnTo>
                    <a:pt x="36574" y="4991"/>
                  </a:lnTo>
                  <a:lnTo>
                    <a:pt x="36282" y="4834"/>
                  </a:lnTo>
                  <a:lnTo>
                    <a:pt x="36012" y="4699"/>
                  </a:lnTo>
                  <a:lnTo>
                    <a:pt x="35720" y="4586"/>
                  </a:lnTo>
                  <a:lnTo>
                    <a:pt x="35427" y="4519"/>
                  </a:lnTo>
                  <a:lnTo>
                    <a:pt x="35113" y="4451"/>
                  </a:lnTo>
                  <a:lnTo>
                    <a:pt x="34821" y="4407"/>
                  </a:lnTo>
                  <a:lnTo>
                    <a:pt x="34506" y="4384"/>
                  </a:lnTo>
                  <a:lnTo>
                    <a:pt x="34191" y="4384"/>
                  </a:lnTo>
                  <a:lnTo>
                    <a:pt x="33539" y="4407"/>
                  </a:lnTo>
                  <a:lnTo>
                    <a:pt x="32887" y="4451"/>
                  </a:lnTo>
                  <a:lnTo>
                    <a:pt x="31606" y="4564"/>
                  </a:lnTo>
                  <a:lnTo>
                    <a:pt x="31156" y="4586"/>
                  </a:lnTo>
                  <a:lnTo>
                    <a:pt x="30684" y="4609"/>
                  </a:lnTo>
                  <a:lnTo>
                    <a:pt x="30235" y="4609"/>
                  </a:lnTo>
                  <a:lnTo>
                    <a:pt x="29763" y="4586"/>
                  </a:lnTo>
                  <a:lnTo>
                    <a:pt x="29313" y="4541"/>
                  </a:lnTo>
                  <a:lnTo>
                    <a:pt x="28864" y="4474"/>
                  </a:lnTo>
                  <a:lnTo>
                    <a:pt x="28392" y="4407"/>
                  </a:lnTo>
                  <a:lnTo>
                    <a:pt x="27964" y="4317"/>
                  </a:lnTo>
                  <a:lnTo>
                    <a:pt x="27515" y="4204"/>
                  </a:lnTo>
                  <a:lnTo>
                    <a:pt x="27065" y="4069"/>
                  </a:lnTo>
                  <a:lnTo>
                    <a:pt x="26638" y="3934"/>
                  </a:lnTo>
                  <a:lnTo>
                    <a:pt x="26211" y="3755"/>
                  </a:lnTo>
                  <a:lnTo>
                    <a:pt x="25806" y="3552"/>
                  </a:lnTo>
                  <a:lnTo>
                    <a:pt x="25402" y="3350"/>
                  </a:lnTo>
                  <a:lnTo>
                    <a:pt x="25020" y="3125"/>
                  </a:lnTo>
                  <a:lnTo>
                    <a:pt x="24638" y="2855"/>
                  </a:lnTo>
                  <a:lnTo>
                    <a:pt x="24278" y="2563"/>
                  </a:lnTo>
                  <a:lnTo>
                    <a:pt x="23918" y="2271"/>
                  </a:lnTo>
                  <a:lnTo>
                    <a:pt x="23581" y="1934"/>
                  </a:lnTo>
                  <a:lnTo>
                    <a:pt x="23289" y="1574"/>
                  </a:lnTo>
                  <a:lnTo>
                    <a:pt x="22997" y="1214"/>
                  </a:lnTo>
                  <a:lnTo>
                    <a:pt x="22727" y="810"/>
                  </a:lnTo>
                  <a:lnTo>
                    <a:pt x="22502" y="405"/>
                  </a:lnTo>
                  <a:lnTo>
                    <a:pt x="2230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5"/>
            <p:cNvSpPr/>
            <p:nvPr/>
          </p:nvSpPr>
          <p:spPr>
            <a:xfrm>
              <a:off x="5336300" y="2854675"/>
              <a:ext cx="760375" cy="1107125"/>
            </a:xfrm>
            <a:custGeom>
              <a:avLst/>
              <a:gdLst/>
              <a:ahLst/>
              <a:cxnLst/>
              <a:rect l="l" t="t" r="r" b="b"/>
              <a:pathLst>
                <a:path w="30415" h="44285" extrusionOk="0">
                  <a:moveTo>
                    <a:pt x="19535" y="1"/>
                  </a:moveTo>
                  <a:lnTo>
                    <a:pt x="19782" y="1192"/>
                  </a:lnTo>
                  <a:lnTo>
                    <a:pt x="20029" y="2406"/>
                  </a:lnTo>
                  <a:lnTo>
                    <a:pt x="20322" y="3597"/>
                  </a:lnTo>
                  <a:lnTo>
                    <a:pt x="20636" y="4766"/>
                  </a:lnTo>
                  <a:lnTo>
                    <a:pt x="21311" y="7216"/>
                  </a:lnTo>
                  <a:lnTo>
                    <a:pt x="21625" y="8475"/>
                  </a:lnTo>
                  <a:lnTo>
                    <a:pt x="21918" y="9734"/>
                  </a:lnTo>
                  <a:lnTo>
                    <a:pt x="22210" y="10993"/>
                  </a:lnTo>
                  <a:lnTo>
                    <a:pt x="22435" y="12274"/>
                  </a:lnTo>
                  <a:lnTo>
                    <a:pt x="22524" y="12904"/>
                  </a:lnTo>
                  <a:lnTo>
                    <a:pt x="22614" y="13533"/>
                  </a:lnTo>
                  <a:lnTo>
                    <a:pt x="22682" y="14162"/>
                  </a:lnTo>
                  <a:lnTo>
                    <a:pt x="22727" y="14792"/>
                  </a:lnTo>
                  <a:lnTo>
                    <a:pt x="22772" y="15399"/>
                  </a:lnTo>
                  <a:lnTo>
                    <a:pt x="22794" y="16028"/>
                  </a:lnTo>
                  <a:lnTo>
                    <a:pt x="22772" y="16635"/>
                  </a:lnTo>
                  <a:lnTo>
                    <a:pt x="22749" y="17242"/>
                  </a:lnTo>
                  <a:lnTo>
                    <a:pt x="22704" y="17849"/>
                  </a:lnTo>
                  <a:lnTo>
                    <a:pt x="22614" y="18433"/>
                  </a:lnTo>
                  <a:lnTo>
                    <a:pt x="22502" y="19018"/>
                  </a:lnTo>
                  <a:lnTo>
                    <a:pt x="22390" y="19602"/>
                  </a:lnTo>
                  <a:lnTo>
                    <a:pt x="22210" y="20187"/>
                  </a:lnTo>
                  <a:lnTo>
                    <a:pt x="22030" y="20749"/>
                  </a:lnTo>
                  <a:lnTo>
                    <a:pt x="21805" y="21288"/>
                  </a:lnTo>
                  <a:lnTo>
                    <a:pt x="21558" y="21828"/>
                  </a:lnTo>
                  <a:lnTo>
                    <a:pt x="21266" y="22367"/>
                  </a:lnTo>
                  <a:lnTo>
                    <a:pt x="20951" y="22884"/>
                  </a:lnTo>
                  <a:lnTo>
                    <a:pt x="20569" y="23401"/>
                  </a:lnTo>
                  <a:lnTo>
                    <a:pt x="20187" y="23896"/>
                  </a:lnTo>
                  <a:lnTo>
                    <a:pt x="19737" y="24368"/>
                  </a:lnTo>
                  <a:lnTo>
                    <a:pt x="19287" y="24818"/>
                  </a:lnTo>
                  <a:lnTo>
                    <a:pt x="18815" y="25222"/>
                  </a:lnTo>
                  <a:lnTo>
                    <a:pt x="18321" y="25627"/>
                  </a:lnTo>
                  <a:lnTo>
                    <a:pt x="17804" y="25986"/>
                  </a:lnTo>
                  <a:lnTo>
                    <a:pt x="17264" y="26301"/>
                  </a:lnTo>
                  <a:lnTo>
                    <a:pt x="16725" y="26616"/>
                  </a:lnTo>
                  <a:lnTo>
                    <a:pt x="16163" y="26908"/>
                  </a:lnTo>
                  <a:lnTo>
                    <a:pt x="15578" y="27155"/>
                  </a:lnTo>
                  <a:lnTo>
                    <a:pt x="14972" y="27403"/>
                  </a:lnTo>
                  <a:lnTo>
                    <a:pt x="14365" y="27627"/>
                  </a:lnTo>
                  <a:lnTo>
                    <a:pt x="13735" y="27830"/>
                  </a:lnTo>
                  <a:lnTo>
                    <a:pt x="13106" y="28032"/>
                  </a:lnTo>
                  <a:lnTo>
                    <a:pt x="12454" y="28189"/>
                  </a:lnTo>
                  <a:lnTo>
                    <a:pt x="11802" y="28347"/>
                  </a:lnTo>
                  <a:lnTo>
                    <a:pt x="11150" y="28504"/>
                  </a:lnTo>
                  <a:lnTo>
                    <a:pt x="9801" y="28774"/>
                  </a:lnTo>
                  <a:lnTo>
                    <a:pt x="8408" y="28999"/>
                  </a:lnTo>
                  <a:lnTo>
                    <a:pt x="7014" y="29201"/>
                  </a:lnTo>
                  <a:lnTo>
                    <a:pt x="5620" y="29426"/>
                  </a:lnTo>
                  <a:lnTo>
                    <a:pt x="4204" y="29628"/>
                  </a:lnTo>
                  <a:lnTo>
                    <a:pt x="2788" y="29830"/>
                  </a:lnTo>
                  <a:lnTo>
                    <a:pt x="1394" y="30078"/>
                  </a:lnTo>
                  <a:lnTo>
                    <a:pt x="0" y="30347"/>
                  </a:lnTo>
                  <a:lnTo>
                    <a:pt x="270" y="31044"/>
                  </a:lnTo>
                  <a:lnTo>
                    <a:pt x="562" y="31696"/>
                  </a:lnTo>
                  <a:lnTo>
                    <a:pt x="720" y="32011"/>
                  </a:lnTo>
                  <a:lnTo>
                    <a:pt x="877" y="32326"/>
                  </a:lnTo>
                  <a:lnTo>
                    <a:pt x="1057" y="32618"/>
                  </a:lnTo>
                  <a:lnTo>
                    <a:pt x="1259" y="32888"/>
                  </a:lnTo>
                  <a:lnTo>
                    <a:pt x="1462" y="33157"/>
                  </a:lnTo>
                  <a:lnTo>
                    <a:pt x="1686" y="33427"/>
                  </a:lnTo>
                  <a:lnTo>
                    <a:pt x="1911" y="33652"/>
                  </a:lnTo>
                  <a:lnTo>
                    <a:pt x="2158" y="33877"/>
                  </a:lnTo>
                  <a:lnTo>
                    <a:pt x="2428" y="34079"/>
                  </a:lnTo>
                  <a:lnTo>
                    <a:pt x="2720" y="34259"/>
                  </a:lnTo>
                  <a:lnTo>
                    <a:pt x="3013" y="34416"/>
                  </a:lnTo>
                  <a:lnTo>
                    <a:pt x="3350" y="34551"/>
                  </a:lnTo>
                  <a:lnTo>
                    <a:pt x="3687" y="34663"/>
                  </a:lnTo>
                  <a:lnTo>
                    <a:pt x="4024" y="34776"/>
                  </a:lnTo>
                  <a:lnTo>
                    <a:pt x="4699" y="34956"/>
                  </a:lnTo>
                  <a:lnTo>
                    <a:pt x="5013" y="35090"/>
                  </a:lnTo>
                  <a:lnTo>
                    <a:pt x="5328" y="35225"/>
                  </a:lnTo>
                  <a:lnTo>
                    <a:pt x="5620" y="35405"/>
                  </a:lnTo>
                  <a:lnTo>
                    <a:pt x="5755" y="35495"/>
                  </a:lnTo>
                  <a:lnTo>
                    <a:pt x="5868" y="35630"/>
                  </a:lnTo>
                  <a:lnTo>
                    <a:pt x="6070" y="35855"/>
                  </a:lnTo>
                  <a:lnTo>
                    <a:pt x="6227" y="36124"/>
                  </a:lnTo>
                  <a:lnTo>
                    <a:pt x="6362" y="36417"/>
                  </a:lnTo>
                  <a:lnTo>
                    <a:pt x="6452" y="36709"/>
                  </a:lnTo>
                  <a:lnTo>
                    <a:pt x="6542" y="37024"/>
                  </a:lnTo>
                  <a:lnTo>
                    <a:pt x="6609" y="37338"/>
                  </a:lnTo>
                  <a:lnTo>
                    <a:pt x="6722" y="37968"/>
                  </a:lnTo>
                  <a:lnTo>
                    <a:pt x="6834" y="38417"/>
                  </a:lnTo>
                  <a:lnTo>
                    <a:pt x="6947" y="38867"/>
                  </a:lnTo>
                  <a:lnTo>
                    <a:pt x="7104" y="39317"/>
                  </a:lnTo>
                  <a:lnTo>
                    <a:pt x="7261" y="39744"/>
                  </a:lnTo>
                  <a:lnTo>
                    <a:pt x="7441" y="40171"/>
                  </a:lnTo>
                  <a:lnTo>
                    <a:pt x="7643" y="40598"/>
                  </a:lnTo>
                  <a:lnTo>
                    <a:pt x="7868" y="41002"/>
                  </a:lnTo>
                  <a:lnTo>
                    <a:pt x="8115" y="41407"/>
                  </a:lnTo>
                  <a:lnTo>
                    <a:pt x="8363" y="41812"/>
                  </a:lnTo>
                  <a:lnTo>
                    <a:pt x="8632" y="42194"/>
                  </a:lnTo>
                  <a:lnTo>
                    <a:pt x="8902" y="42576"/>
                  </a:lnTo>
                  <a:lnTo>
                    <a:pt x="9217" y="42936"/>
                  </a:lnTo>
                  <a:lnTo>
                    <a:pt x="9509" y="43295"/>
                  </a:lnTo>
                  <a:lnTo>
                    <a:pt x="9846" y="43633"/>
                  </a:lnTo>
                  <a:lnTo>
                    <a:pt x="10183" y="43970"/>
                  </a:lnTo>
                  <a:lnTo>
                    <a:pt x="10521" y="44284"/>
                  </a:lnTo>
                  <a:lnTo>
                    <a:pt x="11285" y="43385"/>
                  </a:lnTo>
                  <a:lnTo>
                    <a:pt x="12027" y="42464"/>
                  </a:lnTo>
                  <a:lnTo>
                    <a:pt x="12769" y="41519"/>
                  </a:lnTo>
                  <a:lnTo>
                    <a:pt x="13488" y="40575"/>
                  </a:lnTo>
                  <a:lnTo>
                    <a:pt x="14185" y="39631"/>
                  </a:lnTo>
                  <a:lnTo>
                    <a:pt x="15219" y="38170"/>
                  </a:lnTo>
                  <a:lnTo>
                    <a:pt x="16253" y="36686"/>
                  </a:lnTo>
                  <a:lnTo>
                    <a:pt x="16882" y="35742"/>
                  </a:lnTo>
                  <a:lnTo>
                    <a:pt x="17489" y="34776"/>
                  </a:lnTo>
                  <a:lnTo>
                    <a:pt x="17557" y="34663"/>
                  </a:lnTo>
                  <a:lnTo>
                    <a:pt x="18141" y="33719"/>
                  </a:lnTo>
                  <a:lnTo>
                    <a:pt x="18815" y="32640"/>
                  </a:lnTo>
                  <a:lnTo>
                    <a:pt x="19220" y="31921"/>
                  </a:lnTo>
                  <a:lnTo>
                    <a:pt x="19625" y="31224"/>
                  </a:lnTo>
                  <a:lnTo>
                    <a:pt x="20232" y="30168"/>
                  </a:lnTo>
                  <a:lnTo>
                    <a:pt x="20794" y="29111"/>
                  </a:lnTo>
                  <a:lnTo>
                    <a:pt x="21513" y="27762"/>
                  </a:lnTo>
                  <a:lnTo>
                    <a:pt x="21873" y="27020"/>
                  </a:lnTo>
                  <a:lnTo>
                    <a:pt x="22255" y="26279"/>
                  </a:lnTo>
                  <a:lnTo>
                    <a:pt x="22794" y="25132"/>
                  </a:lnTo>
                  <a:lnTo>
                    <a:pt x="23334" y="23963"/>
                  </a:lnTo>
                  <a:lnTo>
                    <a:pt x="23873" y="22794"/>
                  </a:lnTo>
                  <a:lnTo>
                    <a:pt x="24368" y="21603"/>
                  </a:lnTo>
                  <a:lnTo>
                    <a:pt x="24750" y="20704"/>
                  </a:lnTo>
                  <a:lnTo>
                    <a:pt x="25222" y="19535"/>
                  </a:lnTo>
                  <a:lnTo>
                    <a:pt x="25537" y="18681"/>
                  </a:lnTo>
                  <a:lnTo>
                    <a:pt x="26031" y="17377"/>
                  </a:lnTo>
                  <a:lnTo>
                    <a:pt x="26481" y="16073"/>
                  </a:lnTo>
                  <a:lnTo>
                    <a:pt x="26885" y="14904"/>
                  </a:lnTo>
                  <a:lnTo>
                    <a:pt x="27268" y="13713"/>
                  </a:lnTo>
                  <a:lnTo>
                    <a:pt x="27627" y="12499"/>
                  </a:lnTo>
                  <a:lnTo>
                    <a:pt x="27987" y="11308"/>
                  </a:lnTo>
                  <a:lnTo>
                    <a:pt x="28324" y="10094"/>
                  </a:lnTo>
                  <a:lnTo>
                    <a:pt x="28639" y="8835"/>
                  </a:lnTo>
                  <a:lnTo>
                    <a:pt x="28953" y="7576"/>
                  </a:lnTo>
                  <a:lnTo>
                    <a:pt x="29246" y="6295"/>
                  </a:lnTo>
                  <a:lnTo>
                    <a:pt x="29515" y="5036"/>
                  </a:lnTo>
                  <a:lnTo>
                    <a:pt x="29785" y="3777"/>
                  </a:lnTo>
                  <a:lnTo>
                    <a:pt x="30010" y="2518"/>
                  </a:lnTo>
                  <a:lnTo>
                    <a:pt x="30235" y="1259"/>
                  </a:lnTo>
                  <a:lnTo>
                    <a:pt x="30415" y="1"/>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15"/>
            <p:cNvSpPr/>
            <p:nvPr/>
          </p:nvSpPr>
          <p:spPr>
            <a:xfrm>
              <a:off x="2057725" y="2854675"/>
              <a:ext cx="971700" cy="1190850"/>
            </a:xfrm>
            <a:custGeom>
              <a:avLst/>
              <a:gdLst/>
              <a:ahLst/>
              <a:cxnLst/>
              <a:rect l="l" t="t" r="r" b="b"/>
              <a:pathLst>
                <a:path w="38868" h="47634" extrusionOk="0">
                  <a:moveTo>
                    <a:pt x="4879" y="1"/>
                  </a:moveTo>
                  <a:lnTo>
                    <a:pt x="5149" y="180"/>
                  </a:lnTo>
                  <a:lnTo>
                    <a:pt x="5418" y="338"/>
                  </a:lnTo>
                  <a:lnTo>
                    <a:pt x="5688" y="495"/>
                  </a:lnTo>
                  <a:lnTo>
                    <a:pt x="5980" y="630"/>
                  </a:lnTo>
                  <a:lnTo>
                    <a:pt x="6610" y="877"/>
                  </a:lnTo>
                  <a:lnTo>
                    <a:pt x="7239" y="1102"/>
                  </a:lnTo>
                  <a:lnTo>
                    <a:pt x="7891" y="1282"/>
                  </a:lnTo>
                  <a:lnTo>
                    <a:pt x="8565" y="1417"/>
                  </a:lnTo>
                  <a:lnTo>
                    <a:pt x="9240" y="1529"/>
                  </a:lnTo>
                  <a:lnTo>
                    <a:pt x="9892" y="1642"/>
                  </a:lnTo>
                  <a:lnTo>
                    <a:pt x="8835" y="2833"/>
                  </a:lnTo>
                  <a:lnTo>
                    <a:pt x="7801" y="4024"/>
                  </a:lnTo>
                  <a:lnTo>
                    <a:pt x="6790" y="5238"/>
                  </a:lnTo>
                  <a:lnTo>
                    <a:pt x="6295" y="5868"/>
                  </a:lnTo>
                  <a:lnTo>
                    <a:pt x="5823" y="6497"/>
                  </a:lnTo>
                  <a:lnTo>
                    <a:pt x="5351" y="7126"/>
                  </a:lnTo>
                  <a:lnTo>
                    <a:pt x="4901" y="7778"/>
                  </a:lnTo>
                  <a:lnTo>
                    <a:pt x="4474" y="8430"/>
                  </a:lnTo>
                  <a:lnTo>
                    <a:pt x="4047" y="9105"/>
                  </a:lnTo>
                  <a:lnTo>
                    <a:pt x="3643" y="9779"/>
                  </a:lnTo>
                  <a:lnTo>
                    <a:pt x="3283" y="10476"/>
                  </a:lnTo>
                  <a:lnTo>
                    <a:pt x="2923" y="11173"/>
                  </a:lnTo>
                  <a:lnTo>
                    <a:pt x="2609" y="11892"/>
                  </a:lnTo>
                  <a:lnTo>
                    <a:pt x="2316" y="12634"/>
                  </a:lnTo>
                  <a:lnTo>
                    <a:pt x="2069" y="13398"/>
                  </a:lnTo>
                  <a:lnTo>
                    <a:pt x="1844" y="14162"/>
                  </a:lnTo>
                  <a:lnTo>
                    <a:pt x="1664" y="14927"/>
                  </a:lnTo>
                  <a:lnTo>
                    <a:pt x="1530" y="15713"/>
                  </a:lnTo>
                  <a:lnTo>
                    <a:pt x="1417" y="16523"/>
                  </a:lnTo>
                  <a:lnTo>
                    <a:pt x="1372" y="17310"/>
                  </a:lnTo>
                  <a:lnTo>
                    <a:pt x="1350" y="18096"/>
                  </a:lnTo>
                  <a:lnTo>
                    <a:pt x="1395" y="18883"/>
                  </a:lnTo>
                  <a:lnTo>
                    <a:pt x="1462" y="19670"/>
                  </a:lnTo>
                  <a:lnTo>
                    <a:pt x="1597" y="20434"/>
                  </a:lnTo>
                  <a:lnTo>
                    <a:pt x="1687" y="20816"/>
                  </a:lnTo>
                  <a:lnTo>
                    <a:pt x="1777" y="21198"/>
                  </a:lnTo>
                  <a:lnTo>
                    <a:pt x="1889" y="21558"/>
                  </a:lnTo>
                  <a:lnTo>
                    <a:pt x="2024" y="21918"/>
                  </a:lnTo>
                  <a:lnTo>
                    <a:pt x="2159" y="22300"/>
                  </a:lnTo>
                  <a:lnTo>
                    <a:pt x="2316" y="22637"/>
                  </a:lnTo>
                  <a:lnTo>
                    <a:pt x="2474" y="22997"/>
                  </a:lnTo>
                  <a:lnTo>
                    <a:pt x="2653" y="23356"/>
                  </a:lnTo>
                  <a:lnTo>
                    <a:pt x="2856" y="23694"/>
                  </a:lnTo>
                  <a:lnTo>
                    <a:pt x="3058" y="24008"/>
                  </a:lnTo>
                  <a:lnTo>
                    <a:pt x="3485" y="24638"/>
                  </a:lnTo>
                  <a:lnTo>
                    <a:pt x="3912" y="25267"/>
                  </a:lnTo>
                  <a:lnTo>
                    <a:pt x="4115" y="25582"/>
                  </a:lnTo>
                  <a:lnTo>
                    <a:pt x="4294" y="25919"/>
                  </a:lnTo>
                  <a:lnTo>
                    <a:pt x="4429" y="26256"/>
                  </a:lnTo>
                  <a:lnTo>
                    <a:pt x="4542" y="26616"/>
                  </a:lnTo>
                  <a:lnTo>
                    <a:pt x="4609" y="26998"/>
                  </a:lnTo>
                  <a:lnTo>
                    <a:pt x="4609" y="27380"/>
                  </a:lnTo>
                  <a:lnTo>
                    <a:pt x="4587" y="27762"/>
                  </a:lnTo>
                  <a:lnTo>
                    <a:pt x="4542" y="28144"/>
                  </a:lnTo>
                  <a:lnTo>
                    <a:pt x="4452" y="28527"/>
                  </a:lnTo>
                  <a:lnTo>
                    <a:pt x="4362" y="28909"/>
                  </a:lnTo>
                  <a:lnTo>
                    <a:pt x="4115" y="29651"/>
                  </a:lnTo>
                  <a:lnTo>
                    <a:pt x="3665" y="30797"/>
                  </a:lnTo>
                  <a:lnTo>
                    <a:pt x="3170" y="31921"/>
                  </a:lnTo>
                  <a:lnTo>
                    <a:pt x="2653" y="33022"/>
                  </a:lnTo>
                  <a:lnTo>
                    <a:pt x="2114" y="34124"/>
                  </a:lnTo>
                  <a:lnTo>
                    <a:pt x="1035" y="36327"/>
                  </a:lnTo>
                  <a:lnTo>
                    <a:pt x="495" y="37428"/>
                  </a:lnTo>
                  <a:lnTo>
                    <a:pt x="1" y="38552"/>
                  </a:lnTo>
                  <a:lnTo>
                    <a:pt x="900" y="39834"/>
                  </a:lnTo>
                  <a:lnTo>
                    <a:pt x="1844" y="41092"/>
                  </a:lnTo>
                  <a:lnTo>
                    <a:pt x="2811" y="42329"/>
                  </a:lnTo>
                  <a:lnTo>
                    <a:pt x="3800" y="43565"/>
                  </a:lnTo>
                  <a:lnTo>
                    <a:pt x="4699" y="44622"/>
                  </a:lnTo>
                  <a:lnTo>
                    <a:pt x="6003" y="46150"/>
                  </a:lnTo>
                  <a:lnTo>
                    <a:pt x="7352" y="47634"/>
                  </a:lnTo>
                  <a:lnTo>
                    <a:pt x="9982" y="43565"/>
                  </a:lnTo>
                  <a:lnTo>
                    <a:pt x="10656" y="42509"/>
                  </a:lnTo>
                  <a:lnTo>
                    <a:pt x="11038" y="41992"/>
                  </a:lnTo>
                  <a:lnTo>
                    <a:pt x="11420" y="41475"/>
                  </a:lnTo>
                  <a:lnTo>
                    <a:pt x="11802" y="41002"/>
                  </a:lnTo>
                  <a:lnTo>
                    <a:pt x="12252" y="40553"/>
                  </a:lnTo>
                  <a:lnTo>
                    <a:pt x="12702" y="40148"/>
                  </a:lnTo>
                  <a:lnTo>
                    <a:pt x="12949" y="39946"/>
                  </a:lnTo>
                  <a:lnTo>
                    <a:pt x="13219" y="39766"/>
                  </a:lnTo>
                  <a:lnTo>
                    <a:pt x="13488" y="39609"/>
                  </a:lnTo>
                  <a:lnTo>
                    <a:pt x="13758" y="39451"/>
                  </a:lnTo>
                  <a:lnTo>
                    <a:pt x="14320" y="39159"/>
                  </a:lnTo>
                  <a:lnTo>
                    <a:pt x="14905" y="38889"/>
                  </a:lnTo>
                  <a:lnTo>
                    <a:pt x="15534" y="38665"/>
                  </a:lnTo>
                  <a:lnTo>
                    <a:pt x="16770" y="38215"/>
                  </a:lnTo>
                  <a:lnTo>
                    <a:pt x="17400" y="38013"/>
                  </a:lnTo>
                  <a:lnTo>
                    <a:pt x="18007" y="37788"/>
                  </a:lnTo>
                  <a:lnTo>
                    <a:pt x="18591" y="37563"/>
                  </a:lnTo>
                  <a:lnTo>
                    <a:pt x="19153" y="37293"/>
                  </a:lnTo>
                  <a:lnTo>
                    <a:pt x="19670" y="37001"/>
                  </a:lnTo>
                  <a:lnTo>
                    <a:pt x="19917" y="36844"/>
                  </a:lnTo>
                  <a:lnTo>
                    <a:pt x="20165" y="36686"/>
                  </a:lnTo>
                  <a:lnTo>
                    <a:pt x="20389" y="36507"/>
                  </a:lnTo>
                  <a:lnTo>
                    <a:pt x="20592" y="36304"/>
                  </a:lnTo>
                  <a:lnTo>
                    <a:pt x="20794" y="36102"/>
                  </a:lnTo>
                  <a:lnTo>
                    <a:pt x="20974" y="35877"/>
                  </a:lnTo>
                  <a:lnTo>
                    <a:pt x="21131" y="35652"/>
                  </a:lnTo>
                  <a:lnTo>
                    <a:pt x="21289" y="35383"/>
                  </a:lnTo>
                  <a:lnTo>
                    <a:pt x="21401" y="35135"/>
                  </a:lnTo>
                  <a:lnTo>
                    <a:pt x="21513" y="34843"/>
                  </a:lnTo>
                  <a:lnTo>
                    <a:pt x="21603" y="34528"/>
                  </a:lnTo>
                  <a:lnTo>
                    <a:pt x="21693" y="34191"/>
                  </a:lnTo>
                  <a:lnTo>
                    <a:pt x="21828" y="33539"/>
                  </a:lnTo>
                  <a:lnTo>
                    <a:pt x="21918" y="33247"/>
                  </a:lnTo>
                  <a:lnTo>
                    <a:pt x="22030" y="32932"/>
                  </a:lnTo>
                  <a:lnTo>
                    <a:pt x="22188" y="32663"/>
                  </a:lnTo>
                  <a:lnTo>
                    <a:pt x="22278" y="32528"/>
                  </a:lnTo>
                  <a:lnTo>
                    <a:pt x="22390" y="32415"/>
                  </a:lnTo>
                  <a:lnTo>
                    <a:pt x="22525" y="32281"/>
                  </a:lnTo>
                  <a:lnTo>
                    <a:pt x="22682" y="32168"/>
                  </a:lnTo>
                  <a:lnTo>
                    <a:pt x="22840" y="32078"/>
                  </a:lnTo>
                  <a:lnTo>
                    <a:pt x="22997" y="32011"/>
                  </a:lnTo>
                  <a:lnTo>
                    <a:pt x="23177" y="31943"/>
                  </a:lnTo>
                  <a:lnTo>
                    <a:pt x="23334" y="31921"/>
                  </a:lnTo>
                  <a:lnTo>
                    <a:pt x="23514" y="31898"/>
                  </a:lnTo>
                  <a:lnTo>
                    <a:pt x="23694" y="31898"/>
                  </a:lnTo>
                  <a:lnTo>
                    <a:pt x="24076" y="31921"/>
                  </a:lnTo>
                  <a:lnTo>
                    <a:pt x="24458" y="32011"/>
                  </a:lnTo>
                  <a:lnTo>
                    <a:pt x="24840" y="32123"/>
                  </a:lnTo>
                  <a:lnTo>
                    <a:pt x="25245" y="32258"/>
                  </a:lnTo>
                  <a:lnTo>
                    <a:pt x="26077" y="32550"/>
                  </a:lnTo>
                  <a:lnTo>
                    <a:pt x="26504" y="32708"/>
                  </a:lnTo>
                  <a:lnTo>
                    <a:pt x="26931" y="32820"/>
                  </a:lnTo>
                  <a:lnTo>
                    <a:pt x="27358" y="32932"/>
                  </a:lnTo>
                  <a:lnTo>
                    <a:pt x="27763" y="32977"/>
                  </a:lnTo>
                  <a:lnTo>
                    <a:pt x="27965" y="33000"/>
                  </a:lnTo>
                  <a:lnTo>
                    <a:pt x="28167" y="33000"/>
                  </a:lnTo>
                  <a:lnTo>
                    <a:pt x="28369" y="32977"/>
                  </a:lnTo>
                  <a:lnTo>
                    <a:pt x="28572" y="32955"/>
                  </a:lnTo>
                  <a:lnTo>
                    <a:pt x="28864" y="32888"/>
                  </a:lnTo>
                  <a:lnTo>
                    <a:pt x="29111" y="32798"/>
                  </a:lnTo>
                  <a:lnTo>
                    <a:pt x="29336" y="32663"/>
                  </a:lnTo>
                  <a:lnTo>
                    <a:pt x="29538" y="32528"/>
                  </a:lnTo>
                  <a:lnTo>
                    <a:pt x="29718" y="32370"/>
                  </a:lnTo>
                  <a:lnTo>
                    <a:pt x="29898" y="32191"/>
                  </a:lnTo>
                  <a:lnTo>
                    <a:pt x="30055" y="31988"/>
                  </a:lnTo>
                  <a:lnTo>
                    <a:pt x="30190" y="31786"/>
                  </a:lnTo>
                  <a:lnTo>
                    <a:pt x="30325" y="31561"/>
                  </a:lnTo>
                  <a:lnTo>
                    <a:pt x="30438" y="31314"/>
                  </a:lnTo>
                  <a:lnTo>
                    <a:pt x="30640" y="30797"/>
                  </a:lnTo>
                  <a:lnTo>
                    <a:pt x="30797" y="30235"/>
                  </a:lnTo>
                  <a:lnTo>
                    <a:pt x="30955" y="29628"/>
                  </a:lnTo>
                  <a:lnTo>
                    <a:pt x="31224" y="28414"/>
                  </a:lnTo>
                  <a:lnTo>
                    <a:pt x="31382" y="27807"/>
                  </a:lnTo>
                  <a:lnTo>
                    <a:pt x="31561" y="27200"/>
                  </a:lnTo>
                  <a:lnTo>
                    <a:pt x="31764" y="26616"/>
                  </a:lnTo>
                  <a:lnTo>
                    <a:pt x="31876" y="26346"/>
                  </a:lnTo>
                  <a:lnTo>
                    <a:pt x="32011" y="26076"/>
                  </a:lnTo>
                  <a:lnTo>
                    <a:pt x="32168" y="25829"/>
                  </a:lnTo>
                  <a:lnTo>
                    <a:pt x="32326" y="25582"/>
                  </a:lnTo>
                  <a:lnTo>
                    <a:pt x="32506" y="25357"/>
                  </a:lnTo>
                  <a:lnTo>
                    <a:pt x="32685" y="25155"/>
                  </a:lnTo>
                  <a:lnTo>
                    <a:pt x="32865" y="24997"/>
                  </a:lnTo>
                  <a:lnTo>
                    <a:pt x="33023" y="24862"/>
                  </a:lnTo>
                  <a:lnTo>
                    <a:pt x="33405" y="24615"/>
                  </a:lnTo>
                  <a:lnTo>
                    <a:pt x="33787" y="24390"/>
                  </a:lnTo>
                  <a:lnTo>
                    <a:pt x="34214" y="24188"/>
                  </a:lnTo>
                  <a:lnTo>
                    <a:pt x="34641" y="24031"/>
                  </a:lnTo>
                  <a:lnTo>
                    <a:pt x="35068" y="23873"/>
                  </a:lnTo>
                  <a:lnTo>
                    <a:pt x="35967" y="23581"/>
                  </a:lnTo>
                  <a:lnTo>
                    <a:pt x="36394" y="23424"/>
                  </a:lnTo>
                  <a:lnTo>
                    <a:pt x="36822" y="23266"/>
                  </a:lnTo>
                  <a:lnTo>
                    <a:pt x="37204" y="23087"/>
                  </a:lnTo>
                  <a:lnTo>
                    <a:pt x="37586" y="22862"/>
                  </a:lnTo>
                  <a:lnTo>
                    <a:pt x="37923" y="22615"/>
                  </a:lnTo>
                  <a:lnTo>
                    <a:pt x="38080" y="22480"/>
                  </a:lnTo>
                  <a:lnTo>
                    <a:pt x="38215" y="22345"/>
                  </a:lnTo>
                  <a:lnTo>
                    <a:pt x="38350" y="22187"/>
                  </a:lnTo>
                  <a:lnTo>
                    <a:pt x="38485" y="22008"/>
                  </a:lnTo>
                  <a:lnTo>
                    <a:pt x="38575" y="21828"/>
                  </a:lnTo>
                  <a:lnTo>
                    <a:pt x="38687" y="21625"/>
                  </a:lnTo>
                  <a:lnTo>
                    <a:pt x="38755" y="21446"/>
                  </a:lnTo>
                  <a:lnTo>
                    <a:pt x="38800" y="21266"/>
                  </a:lnTo>
                  <a:lnTo>
                    <a:pt x="38845" y="21064"/>
                  </a:lnTo>
                  <a:lnTo>
                    <a:pt x="38867" y="20884"/>
                  </a:lnTo>
                  <a:lnTo>
                    <a:pt x="38867" y="20704"/>
                  </a:lnTo>
                  <a:lnTo>
                    <a:pt x="38867" y="20524"/>
                  </a:lnTo>
                  <a:lnTo>
                    <a:pt x="38822" y="20164"/>
                  </a:lnTo>
                  <a:lnTo>
                    <a:pt x="38710" y="19805"/>
                  </a:lnTo>
                  <a:lnTo>
                    <a:pt x="38575" y="19467"/>
                  </a:lnTo>
                  <a:lnTo>
                    <a:pt x="38395" y="19108"/>
                  </a:lnTo>
                  <a:lnTo>
                    <a:pt x="38170" y="18793"/>
                  </a:lnTo>
                  <a:lnTo>
                    <a:pt x="37901" y="18456"/>
                  </a:lnTo>
                  <a:lnTo>
                    <a:pt x="37631" y="18164"/>
                  </a:lnTo>
                  <a:lnTo>
                    <a:pt x="37316" y="17849"/>
                  </a:lnTo>
                  <a:lnTo>
                    <a:pt x="37001" y="17579"/>
                  </a:lnTo>
                  <a:lnTo>
                    <a:pt x="36664" y="17310"/>
                  </a:lnTo>
                  <a:lnTo>
                    <a:pt x="36305" y="17062"/>
                  </a:lnTo>
                  <a:lnTo>
                    <a:pt x="35967" y="16837"/>
                  </a:lnTo>
                  <a:lnTo>
                    <a:pt x="35608" y="16613"/>
                  </a:lnTo>
                  <a:lnTo>
                    <a:pt x="34619" y="16073"/>
                  </a:lnTo>
                  <a:lnTo>
                    <a:pt x="33585" y="15556"/>
                  </a:lnTo>
                  <a:lnTo>
                    <a:pt x="32551" y="15062"/>
                  </a:lnTo>
                  <a:lnTo>
                    <a:pt x="31494" y="14612"/>
                  </a:lnTo>
                  <a:lnTo>
                    <a:pt x="30438" y="14185"/>
                  </a:lnTo>
                  <a:lnTo>
                    <a:pt x="29381" y="13803"/>
                  </a:lnTo>
                  <a:lnTo>
                    <a:pt x="28280" y="13443"/>
                  </a:lnTo>
                  <a:lnTo>
                    <a:pt x="27201" y="13106"/>
                  </a:lnTo>
                  <a:lnTo>
                    <a:pt x="27515" y="12904"/>
                  </a:lnTo>
                  <a:lnTo>
                    <a:pt x="27830" y="12656"/>
                  </a:lnTo>
                  <a:lnTo>
                    <a:pt x="28100" y="12387"/>
                  </a:lnTo>
                  <a:lnTo>
                    <a:pt x="28325" y="12094"/>
                  </a:lnTo>
                  <a:lnTo>
                    <a:pt x="28549" y="11780"/>
                  </a:lnTo>
                  <a:lnTo>
                    <a:pt x="28729" y="11442"/>
                  </a:lnTo>
                  <a:lnTo>
                    <a:pt x="28886" y="11105"/>
                  </a:lnTo>
                  <a:lnTo>
                    <a:pt x="29021" y="10746"/>
                  </a:lnTo>
                  <a:lnTo>
                    <a:pt x="29134" y="10363"/>
                  </a:lnTo>
                  <a:lnTo>
                    <a:pt x="29201" y="9981"/>
                  </a:lnTo>
                  <a:lnTo>
                    <a:pt x="29246" y="9599"/>
                  </a:lnTo>
                  <a:lnTo>
                    <a:pt x="29291" y="9195"/>
                  </a:lnTo>
                  <a:lnTo>
                    <a:pt x="29269" y="8790"/>
                  </a:lnTo>
                  <a:lnTo>
                    <a:pt x="29246" y="8408"/>
                  </a:lnTo>
                  <a:lnTo>
                    <a:pt x="29201" y="8003"/>
                  </a:lnTo>
                  <a:lnTo>
                    <a:pt x="29134" y="7599"/>
                  </a:lnTo>
                  <a:lnTo>
                    <a:pt x="26279" y="6407"/>
                  </a:lnTo>
                  <a:lnTo>
                    <a:pt x="24863" y="5800"/>
                  </a:lnTo>
                  <a:lnTo>
                    <a:pt x="23447" y="5193"/>
                  </a:lnTo>
                  <a:lnTo>
                    <a:pt x="22075" y="4519"/>
                  </a:lnTo>
                  <a:lnTo>
                    <a:pt x="20704" y="3845"/>
                  </a:lnTo>
                  <a:lnTo>
                    <a:pt x="20052" y="3462"/>
                  </a:lnTo>
                  <a:lnTo>
                    <a:pt x="19378" y="3103"/>
                  </a:lnTo>
                  <a:lnTo>
                    <a:pt x="18726" y="2698"/>
                  </a:lnTo>
                  <a:lnTo>
                    <a:pt x="18097" y="2293"/>
                  </a:lnTo>
                  <a:lnTo>
                    <a:pt x="17377" y="1821"/>
                  </a:lnTo>
                  <a:lnTo>
                    <a:pt x="16703" y="1304"/>
                  </a:lnTo>
                  <a:lnTo>
                    <a:pt x="16028" y="787"/>
                  </a:lnTo>
                  <a:lnTo>
                    <a:pt x="15377" y="225"/>
                  </a:lnTo>
                  <a:lnTo>
                    <a:pt x="15084" y="1"/>
                  </a:lnTo>
                  <a:close/>
                </a:path>
              </a:pathLst>
            </a:custGeom>
            <a:solidFill>
              <a:srgbClr val="7EA8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5"/>
            <p:cNvSpPr/>
            <p:nvPr/>
          </p:nvSpPr>
          <p:spPr>
            <a:xfrm>
              <a:off x="2642750" y="3394175"/>
              <a:ext cx="30925" cy="53425"/>
            </a:xfrm>
            <a:custGeom>
              <a:avLst/>
              <a:gdLst/>
              <a:ahLst/>
              <a:cxnLst/>
              <a:rect l="l" t="t" r="r" b="b"/>
              <a:pathLst>
                <a:path w="1237" h="2137" extrusionOk="0">
                  <a:moveTo>
                    <a:pt x="608" y="1"/>
                  </a:moveTo>
                  <a:lnTo>
                    <a:pt x="495" y="23"/>
                  </a:lnTo>
                  <a:lnTo>
                    <a:pt x="383" y="45"/>
                  </a:lnTo>
                  <a:lnTo>
                    <a:pt x="270" y="90"/>
                  </a:lnTo>
                  <a:lnTo>
                    <a:pt x="180" y="158"/>
                  </a:lnTo>
                  <a:lnTo>
                    <a:pt x="113" y="248"/>
                  </a:lnTo>
                  <a:lnTo>
                    <a:pt x="46" y="338"/>
                  </a:lnTo>
                  <a:lnTo>
                    <a:pt x="1" y="473"/>
                  </a:lnTo>
                  <a:lnTo>
                    <a:pt x="1" y="607"/>
                  </a:lnTo>
                  <a:lnTo>
                    <a:pt x="1" y="1529"/>
                  </a:lnTo>
                  <a:lnTo>
                    <a:pt x="1" y="1664"/>
                  </a:lnTo>
                  <a:lnTo>
                    <a:pt x="46" y="1799"/>
                  </a:lnTo>
                  <a:lnTo>
                    <a:pt x="113" y="1889"/>
                  </a:lnTo>
                  <a:lnTo>
                    <a:pt x="180" y="1979"/>
                  </a:lnTo>
                  <a:lnTo>
                    <a:pt x="270" y="2046"/>
                  </a:lnTo>
                  <a:lnTo>
                    <a:pt x="383" y="2091"/>
                  </a:lnTo>
                  <a:lnTo>
                    <a:pt x="495" y="2114"/>
                  </a:lnTo>
                  <a:lnTo>
                    <a:pt x="608" y="2136"/>
                  </a:lnTo>
                  <a:lnTo>
                    <a:pt x="720" y="2114"/>
                  </a:lnTo>
                  <a:lnTo>
                    <a:pt x="832" y="2091"/>
                  </a:lnTo>
                  <a:lnTo>
                    <a:pt x="945" y="2046"/>
                  </a:lnTo>
                  <a:lnTo>
                    <a:pt x="1035" y="1979"/>
                  </a:lnTo>
                  <a:lnTo>
                    <a:pt x="1125" y="1889"/>
                  </a:lnTo>
                  <a:lnTo>
                    <a:pt x="1170" y="1799"/>
                  </a:lnTo>
                  <a:lnTo>
                    <a:pt x="1214" y="1664"/>
                  </a:lnTo>
                  <a:lnTo>
                    <a:pt x="1237" y="1529"/>
                  </a:lnTo>
                  <a:lnTo>
                    <a:pt x="1237" y="607"/>
                  </a:lnTo>
                  <a:lnTo>
                    <a:pt x="1214" y="473"/>
                  </a:lnTo>
                  <a:lnTo>
                    <a:pt x="1170" y="338"/>
                  </a:lnTo>
                  <a:lnTo>
                    <a:pt x="1125" y="248"/>
                  </a:lnTo>
                  <a:lnTo>
                    <a:pt x="1035" y="158"/>
                  </a:lnTo>
                  <a:lnTo>
                    <a:pt x="945" y="90"/>
                  </a:lnTo>
                  <a:lnTo>
                    <a:pt x="832" y="45"/>
                  </a:lnTo>
                  <a:lnTo>
                    <a:pt x="720" y="23"/>
                  </a:lnTo>
                  <a:lnTo>
                    <a:pt x="608" y="1"/>
                  </a:lnTo>
                  <a:close/>
                </a:path>
              </a:pathLst>
            </a:custGeom>
            <a:solidFill>
              <a:srgbClr val="779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5"/>
            <p:cNvSpPr/>
            <p:nvPr/>
          </p:nvSpPr>
          <p:spPr>
            <a:xfrm>
              <a:off x="2438750" y="3131175"/>
              <a:ext cx="33750" cy="102300"/>
            </a:xfrm>
            <a:custGeom>
              <a:avLst/>
              <a:gdLst/>
              <a:ahLst/>
              <a:cxnLst/>
              <a:rect l="l" t="t" r="r" b="b"/>
              <a:pathLst>
                <a:path w="1350" h="4092" extrusionOk="0">
                  <a:moveTo>
                    <a:pt x="608" y="0"/>
                  </a:moveTo>
                  <a:lnTo>
                    <a:pt x="495" y="23"/>
                  </a:lnTo>
                  <a:lnTo>
                    <a:pt x="383" y="45"/>
                  </a:lnTo>
                  <a:lnTo>
                    <a:pt x="293" y="90"/>
                  </a:lnTo>
                  <a:lnTo>
                    <a:pt x="181" y="158"/>
                  </a:lnTo>
                  <a:lnTo>
                    <a:pt x="113" y="248"/>
                  </a:lnTo>
                  <a:lnTo>
                    <a:pt x="46" y="338"/>
                  </a:lnTo>
                  <a:lnTo>
                    <a:pt x="23" y="472"/>
                  </a:lnTo>
                  <a:lnTo>
                    <a:pt x="1" y="607"/>
                  </a:lnTo>
                  <a:lnTo>
                    <a:pt x="23" y="1327"/>
                  </a:lnTo>
                  <a:lnTo>
                    <a:pt x="46" y="2046"/>
                  </a:lnTo>
                  <a:lnTo>
                    <a:pt x="113" y="3485"/>
                  </a:lnTo>
                  <a:lnTo>
                    <a:pt x="113" y="3642"/>
                  </a:lnTo>
                  <a:lnTo>
                    <a:pt x="158" y="3754"/>
                  </a:lnTo>
                  <a:lnTo>
                    <a:pt x="226" y="3844"/>
                  </a:lnTo>
                  <a:lnTo>
                    <a:pt x="315" y="3934"/>
                  </a:lnTo>
                  <a:lnTo>
                    <a:pt x="405" y="4002"/>
                  </a:lnTo>
                  <a:lnTo>
                    <a:pt x="495" y="4047"/>
                  </a:lnTo>
                  <a:lnTo>
                    <a:pt x="608" y="4069"/>
                  </a:lnTo>
                  <a:lnTo>
                    <a:pt x="743" y="4092"/>
                  </a:lnTo>
                  <a:lnTo>
                    <a:pt x="855" y="4069"/>
                  </a:lnTo>
                  <a:lnTo>
                    <a:pt x="967" y="4047"/>
                  </a:lnTo>
                  <a:lnTo>
                    <a:pt x="1057" y="4002"/>
                  </a:lnTo>
                  <a:lnTo>
                    <a:pt x="1147" y="3934"/>
                  </a:lnTo>
                  <a:lnTo>
                    <a:pt x="1237" y="3867"/>
                  </a:lnTo>
                  <a:lnTo>
                    <a:pt x="1282" y="3754"/>
                  </a:lnTo>
                  <a:lnTo>
                    <a:pt x="1327" y="3642"/>
                  </a:lnTo>
                  <a:lnTo>
                    <a:pt x="1349" y="3485"/>
                  </a:lnTo>
                  <a:lnTo>
                    <a:pt x="1282" y="2046"/>
                  </a:lnTo>
                  <a:lnTo>
                    <a:pt x="1260" y="1327"/>
                  </a:lnTo>
                  <a:lnTo>
                    <a:pt x="1237" y="607"/>
                  </a:lnTo>
                  <a:lnTo>
                    <a:pt x="1215" y="472"/>
                  </a:lnTo>
                  <a:lnTo>
                    <a:pt x="1192" y="338"/>
                  </a:lnTo>
                  <a:lnTo>
                    <a:pt x="1125" y="248"/>
                  </a:lnTo>
                  <a:lnTo>
                    <a:pt x="1035" y="158"/>
                  </a:lnTo>
                  <a:lnTo>
                    <a:pt x="945" y="90"/>
                  </a:lnTo>
                  <a:lnTo>
                    <a:pt x="832" y="45"/>
                  </a:lnTo>
                  <a:lnTo>
                    <a:pt x="720" y="23"/>
                  </a:lnTo>
                  <a:lnTo>
                    <a:pt x="608" y="0"/>
                  </a:lnTo>
                  <a:close/>
                </a:path>
              </a:pathLst>
            </a:custGeom>
            <a:solidFill>
              <a:srgbClr val="779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5"/>
            <p:cNvSpPr/>
            <p:nvPr/>
          </p:nvSpPr>
          <p:spPr>
            <a:xfrm>
              <a:off x="5918500" y="2940650"/>
              <a:ext cx="41050" cy="125350"/>
            </a:xfrm>
            <a:custGeom>
              <a:avLst/>
              <a:gdLst/>
              <a:ahLst/>
              <a:cxnLst/>
              <a:rect l="l" t="t" r="r" b="b"/>
              <a:pathLst>
                <a:path w="1642" h="5014" extrusionOk="0">
                  <a:moveTo>
                    <a:pt x="518" y="1"/>
                  </a:moveTo>
                  <a:lnTo>
                    <a:pt x="405" y="23"/>
                  </a:lnTo>
                  <a:lnTo>
                    <a:pt x="293" y="68"/>
                  </a:lnTo>
                  <a:lnTo>
                    <a:pt x="203" y="136"/>
                  </a:lnTo>
                  <a:lnTo>
                    <a:pt x="113" y="226"/>
                  </a:lnTo>
                  <a:lnTo>
                    <a:pt x="46" y="316"/>
                  </a:lnTo>
                  <a:lnTo>
                    <a:pt x="1" y="450"/>
                  </a:lnTo>
                  <a:lnTo>
                    <a:pt x="1" y="585"/>
                  </a:lnTo>
                  <a:lnTo>
                    <a:pt x="1" y="1080"/>
                  </a:lnTo>
                  <a:lnTo>
                    <a:pt x="23" y="1597"/>
                  </a:lnTo>
                  <a:lnTo>
                    <a:pt x="46" y="2091"/>
                  </a:lnTo>
                  <a:lnTo>
                    <a:pt x="91" y="2586"/>
                  </a:lnTo>
                  <a:lnTo>
                    <a:pt x="158" y="3081"/>
                  </a:lnTo>
                  <a:lnTo>
                    <a:pt x="248" y="3575"/>
                  </a:lnTo>
                  <a:lnTo>
                    <a:pt x="428" y="4564"/>
                  </a:lnTo>
                  <a:lnTo>
                    <a:pt x="473" y="4699"/>
                  </a:lnTo>
                  <a:lnTo>
                    <a:pt x="540" y="4811"/>
                  </a:lnTo>
                  <a:lnTo>
                    <a:pt x="608" y="4901"/>
                  </a:lnTo>
                  <a:lnTo>
                    <a:pt x="720" y="4946"/>
                  </a:lnTo>
                  <a:lnTo>
                    <a:pt x="810" y="4991"/>
                  </a:lnTo>
                  <a:lnTo>
                    <a:pt x="922" y="5014"/>
                  </a:lnTo>
                  <a:lnTo>
                    <a:pt x="1035" y="5014"/>
                  </a:lnTo>
                  <a:lnTo>
                    <a:pt x="1147" y="4991"/>
                  </a:lnTo>
                  <a:lnTo>
                    <a:pt x="1260" y="4946"/>
                  </a:lnTo>
                  <a:lnTo>
                    <a:pt x="1372" y="4901"/>
                  </a:lnTo>
                  <a:lnTo>
                    <a:pt x="1462" y="4811"/>
                  </a:lnTo>
                  <a:lnTo>
                    <a:pt x="1529" y="4722"/>
                  </a:lnTo>
                  <a:lnTo>
                    <a:pt x="1597" y="4632"/>
                  </a:lnTo>
                  <a:lnTo>
                    <a:pt x="1619" y="4519"/>
                  </a:lnTo>
                  <a:lnTo>
                    <a:pt x="1642" y="4384"/>
                  </a:lnTo>
                  <a:lnTo>
                    <a:pt x="1619" y="4249"/>
                  </a:lnTo>
                  <a:lnTo>
                    <a:pt x="1439" y="3328"/>
                  </a:lnTo>
                  <a:lnTo>
                    <a:pt x="1327" y="2429"/>
                  </a:lnTo>
                  <a:lnTo>
                    <a:pt x="1282" y="1957"/>
                  </a:lnTo>
                  <a:lnTo>
                    <a:pt x="1260" y="1507"/>
                  </a:lnTo>
                  <a:lnTo>
                    <a:pt x="1237" y="1057"/>
                  </a:lnTo>
                  <a:lnTo>
                    <a:pt x="1237" y="585"/>
                  </a:lnTo>
                  <a:lnTo>
                    <a:pt x="1215" y="450"/>
                  </a:lnTo>
                  <a:lnTo>
                    <a:pt x="1192" y="316"/>
                  </a:lnTo>
                  <a:lnTo>
                    <a:pt x="1125" y="226"/>
                  </a:lnTo>
                  <a:lnTo>
                    <a:pt x="1057" y="136"/>
                  </a:lnTo>
                  <a:lnTo>
                    <a:pt x="945" y="68"/>
                  </a:lnTo>
                  <a:lnTo>
                    <a:pt x="855" y="23"/>
                  </a:lnTo>
                  <a:lnTo>
                    <a:pt x="743" y="1"/>
                  </a:lnTo>
                  <a:close/>
                </a:path>
              </a:pathLst>
            </a:custGeom>
            <a:solidFill>
              <a:srgbClr val="779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15"/>
            <p:cNvSpPr/>
            <p:nvPr/>
          </p:nvSpPr>
          <p:spPr>
            <a:xfrm>
              <a:off x="1876225" y="3139050"/>
              <a:ext cx="141625" cy="311900"/>
            </a:xfrm>
            <a:custGeom>
              <a:avLst/>
              <a:gdLst/>
              <a:ahLst/>
              <a:cxnLst/>
              <a:rect l="l" t="t" r="r" b="b"/>
              <a:pathLst>
                <a:path w="5665" h="12476" extrusionOk="0">
                  <a:moveTo>
                    <a:pt x="540" y="0"/>
                  </a:moveTo>
                  <a:lnTo>
                    <a:pt x="427" y="23"/>
                  </a:lnTo>
                  <a:lnTo>
                    <a:pt x="315" y="67"/>
                  </a:lnTo>
                  <a:lnTo>
                    <a:pt x="225" y="135"/>
                  </a:lnTo>
                  <a:lnTo>
                    <a:pt x="135" y="202"/>
                  </a:lnTo>
                  <a:lnTo>
                    <a:pt x="68" y="292"/>
                  </a:lnTo>
                  <a:lnTo>
                    <a:pt x="23" y="382"/>
                  </a:lnTo>
                  <a:lnTo>
                    <a:pt x="0" y="495"/>
                  </a:lnTo>
                  <a:lnTo>
                    <a:pt x="0" y="629"/>
                  </a:lnTo>
                  <a:lnTo>
                    <a:pt x="23" y="764"/>
                  </a:lnTo>
                  <a:lnTo>
                    <a:pt x="1034" y="3664"/>
                  </a:lnTo>
                  <a:lnTo>
                    <a:pt x="1551" y="5103"/>
                  </a:lnTo>
                  <a:lnTo>
                    <a:pt x="2091" y="6541"/>
                  </a:lnTo>
                  <a:lnTo>
                    <a:pt x="2630" y="7958"/>
                  </a:lnTo>
                  <a:lnTo>
                    <a:pt x="3237" y="9374"/>
                  </a:lnTo>
                  <a:lnTo>
                    <a:pt x="3844" y="10768"/>
                  </a:lnTo>
                  <a:lnTo>
                    <a:pt x="4181" y="11464"/>
                  </a:lnTo>
                  <a:lnTo>
                    <a:pt x="4519" y="12161"/>
                  </a:lnTo>
                  <a:lnTo>
                    <a:pt x="4608" y="12274"/>
                  </a:lnTo>
                  <a:lnTo>
                    <a:pt x="4698" y="12364"/>
                  </a:lnTo>
                  <a:lnTo>
                    <a:pt x="4788" y="12431"/>
                  </a:lnTo>
                  <a:lnTo>
                    <a:pt x="4901" y="12453"/>
                  </a:lnTo>
                  <a:lnTo>
                    <a:pt x="5013" y="12476"/>
                  </a:lnTo>
                  <a:lnTo>
                    <a:pt x="5125" y="12453"/>
                  </a:lnTo>
                  <a:lnTo>
                    <a:pt x="5238" y="12431"/>
                  </a:lnTo>
                  <a:lnTo>
                    <a:pt x="5328" y="12386"/>
                  </a:lnTo>
                  <a:lnTo>
                    <a:pt x="5440" y="12319"/>
                  </a:lnTo>
                  <a:lnTo>
                    <a:pt x="5508" y="12229"/>
                  </a:lnTo>
                  <a:lnTo>
                    <a:pt x="5575" y="12139"/>
                  </a:lnTo>
                  <a:lnTo>
                    <a:pt x="5642" y="12026"/>
                  </a:lnTo>
                  <a:lnTo>
                    <a:pt x="5665" y="11914"/>
                  </a:lnTo>
                  <a:lnTo>
                    <a:pt x="5665" y="11779"/>
                  </a:lnTo>
                  <a:lnTo>
                    <a:pt x="5642" y="11667"/>
                  </a:lnTo>
                  <a:lnTo>
                    <a:pt x="5598" y="11532"/>
                  </a:lnTo>
                  <a:lnTo>
                    <a:pt x="4946" y="10183"/>
                  </a:lnTo>
                  <a:lnTo>
                    <a:pt x="4339" y="8834"/>
                  </a:lnTo>
                  <a:lnTo>
                    <a:pt x="3754" y="7441"/>
                  </a:lnTo>
                  <a:lnTo>
                    <a:pt x="3215" y="6069"/>
                  </a:lnTo>
                  <a:lnTo>
                    <a:pt x="2698" y="4653"/>
                  </a:lnTo>
                  <a:lnTo>
                    <a:pt x="2203" y="3259"/>
                  </a:lnTo>
                  <a:lnTo>
                    <a:pt x="1214" y="427"/>
                  </a:lnTo>
                  <a:lnTo>
                    <a:pt x="1169" y="315"/>
                  </a:lnTo>
                  <a:lnTo>
                    <a:pt x="1079" y="202"/>
                  </a:lnTo>
                  <a:lnTo>
                    <a:pt x="989" y="112"/>
                  </a:lnTo>
                  <a:lnTo>
                    <a:pt x="899" y="67"/>
                  </a:lnTo>
                  <a:lnTo>
                    <a:pt x="787" y="23"/>
                  </a:lnTo>
                  <a:lnTo>
                    <a:pt x="675"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5"/>
            <p:cNvSpPr/>
            <p:nvPr/>
          </p:nvSpPr>
          <p:spPr>
            <a:xfrm>
              <a:off x="2016150" y="3491950"/>
              <a:ext cx="78700" cy="116925"/>
            </a:xfrm>
            <a:custGeom>
              <a:avLst/>
              <a:gdLst/>
              <a:ahLst/>
              <a:cxnLst/>
              <a:rect l="l" t="t" r="r" b="b"/>
              <a:pathLst>
                <a:path w="3148" h="4677" extrusionOk="0">
                  <a:moveTo>
                    <a:pt x="585" y="1"/>
                  </a:moveTo>
                  <a:lnTo>
                    <a:pt x="473" y="23"/>
                  </a:lnTo>
                  <a:lnTo>
                    <a:pt x="383" y="68"/>
                  </a:lnTo>
                  <a:lnTo>
                    <a:pt x="270" y="136"/>
                  </a:lnTo>
                  <a:lnTo>
                    <a:pt x="180" y="203"/>
                  </a:lnTo>
                  <a:lnTo>
                    <a:pt x="90" y="293"/>
                  </a:lnTo>
                  <a:lnTo>
                    <a:pt x="45" y="383"/>
                  </a:lnTo>
                  <a:lnTo>
                    <a:pt x="1" y="518"/>
                  </a:lnTo>
                  <a:lnTo>
                    <a:pt x="1" y="630"/>
                  </a:lnTo>
                  <a:lnTo>
                    <a:pt x="1" y="788"/>
                  </a:lnTo>
                  <a:lnTo>
                    <a:pt x="68" y="1035"/>
                  </a:lnTo>
                  <a:lnTo>
                    <a:pt x="135" y="1305"/>
                  </a:lnTo>
                  <a:lnTo>
                    <a:pt x="225" y="1552"/>
                  </a:lnTo>
                  <a:lnTo>
                    <a:pt x="338" y="1799"/>
                  </a:lnTo>
                  <a:lnTo>
                    <a:pt x="562" y="2271"/>
                  </a:lnTo>
                  <a:lnTo>
                    <a:pt x="832" y="2743"/>
                  </a:lnTo>
                  <a:lnTo>
                    <a:pt x="1147" y="3193"/>
                  </a:lnTo>
                  <a:lnTo>
                    <a:pt x="1462" y="3620"/>
                  </a:lnTo>
                  <a:lnTo>
                    <a:pt x="2114" y="4452"/>
                  </a:lnTo>
                  <a:lnTo>
                    <a:pt x="2226" y="4564"/>
                  </a:lnTo>
                  <a:lnTo>
                    <a:pt x="2316" y="4632"/>
                  </a:lnTo>
                  <a:lnTo>
                    <a:pt x="2428" y="4654"/>
                  </a:lnTo>
                  <a:lnTo>
                    <a:pt x="2541" y="4677"/>
                  </a:lnTo>
                  <a:lnTo>
                    <a:pt x="2653" y="4654"/>
                  </a:lnTo>
                  <a:lnTo>
                    <a:pt x="2743" y="4609"/>
                  </a:lnTo>
                  <a:lnTo>
                    <a:pt x="2855" y="4564"/>
                  </a:lnTo>
                  <a:lnTo>
                    <a:pt x="2945" y="4474"/>
                  </a:lnTo>
                  <a:lnTo>
                    <a:pt x="3013" y="4384"/>
                  </a:lnTo>
                  <a:lnTo>
                    <a:pt x="3080" y="4294"/>
                  </a:lnTo>
                  <a:lnTo>
                    <a:pt x="3125" y="4182"/>
                  </a:lnTo>
                  <a:lnTo>
                    <a:pt x="3148" y="4070"/>
                  </a:lnTo>
                  <a:lnTo>
                    <a:pt x="3148" y="3935"/>
                  </a:lnTo>
                  <a:lnTo>
                    <a:pt x="3125" y="3822"/>
                  </a:lnTo>
                  <a:lnTo>
                    <a:pt x="3080" y="3710"/>
                  </a:lnTo>
                  <a:lnTo>
                    <a:pt x="2990" y="3575"/>
                  </a:lnTo>
                  <a:lnTo>
                    <a:pt x="2428" y="2856"/>
                  </a:lnTo>
                  <a:lnTo>
                    <a:pt x="2158" y="2496"/>
                  </a:lnTo>
                  <a:lnTo>
                    <a:pt x="1911" y="2114"/>
                  </a:lnTo>
                  <a:lnTo>
                    <a:pt x="1686" y="1732"/>
                  </a:lnTo>
                  <a:lnTo>
                    <a:pt x="1484" y="1327"/>
                  </a:lnTo>
                  <a:lnTo>
                    <a:pt x="1327" y="900"/>
                  </a:lnTo>
                  <a:lnTo>
                    <a:pt x="1192" y="450"/>
                  </a:lnTo>
                  <a:lnTo>
                    <a:pt x="1147" y="316"/>
                  </a:lnTo>
                  <a:lnTo>
                    <a:pt x="1102" y="203"/>
                  </a:lnTo>
                  <a:lnTo>
                    <a:pt x="1012" y="136"/>
                  </a:lnTo>
                  <a:lnTo>
                    <a:pt x="922" y="68"/>
                  </a:lnTo>
                  <a:lnTo>
                    <a:pt x="810" y="23"/>
                  </a:lnTo>
                  <a:lnTo>
                    <a:pt x="697"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5"/>
            <p:cNvSpPr/>
            <p:nvPr/>
          </p:nvSpPr>
          <p:spPr>
            <a:xfrm>
              <a:off x="2467425" y="4046625"/>
              <a:ext cx="117475" cy="111875"/>
            </a:xfrm>
            <a:custGeom>
              <a:avLst/>
              <a:gdLst/>
              <a:ahLst/>
              <a:cxnLst/>
              <a:rect l="l" t="t" r="r" b="b"/>
              <a:pathLst>
                <a:path w="4699" h="4475" extrusionOk="0">
                  <a:moveTo>
                    <a:pt x="585" y="1"/>
                  </a:moveTo>
                  <a:lnTo>
                    <a:pt x="472" y="23"/>
                  </a:lnTo>
                  <a:lnTo>
                    <a:pt x="382" y="46"/>
                  </a:lnTo>
                  <a:lnTo>
                    <a:pt x="270" y="113"/>
                  </a:lnTo>
                  <a:lnTo>
                    <a:pt x="180" y="181"/>
                  </a:lnTo>
                  <a:lnTo>
                    <a:pt x="113" y="270"/>
                  </a:lnTo>
                  <a:lnTo>
                    <a:pt x="45" y="383"/>
                  </a:lnTo>
                  <a:lnTo>
                    <a:pt x="0" y="473"/>
                  </a:lnTo>
                  <a:lnTo>
                    <a:pt x="0" y="585"/>
                  </a:lnTo>
                  <a:lnTo>
                    <a:pt x="0" y="720"/>
                  </a:lnTo>
                  <a:lnTo>
                    <a:pt x="23" y="832"/>
                  </a:lnTo>
                  <a:lnTo>
                    <a:pt x="90" y="945"/>
                  </a:lnTo>
                  <a:lnTo>
                    <a:pt x="158" y="1057"/>
                  </a:lnTo>
                  <a:lnTo>
                    <a:pt x="1034" y="1911"/>
                  </a:lnTo>
                  <a:lnTo>
                    <a:pt x="1933" y="2766"/>
                  </a:lnTo>
                  <a:lnTo>
                    <a:pt x="2855" y="3575"/>
                  </a:lnTo>
                  <a:lnTo>
                    <a:pt x="3327" y="3957"/>
                  </a:lnTo>
                  <a:lnTo>
                    <a:pt x="3799" y="4339"/>
                  </a:lnTo>
                  <a:lnTo>
                    <a:pt x="3912" y="4407"/>
                  </a:lnTo>
                  <a:lnTo>
                    <a:pt x="4046" y="4452"/>
                  </a:lnTo>
                  <a:lnTo>
                    <a:pt x="4159" y="4474"/>
                  </a:lnTo>
                  <a:lnTo>
                    <a:pt x="4249" y="4452"/>
                  </a:lnTo>
                  <a:lnTo>
                    <a:pt x="4361" y="4407"/>
                  </a:lnTo>
                  <a:lnTo>
                    <a:pt x="4451" y="4339"/>
                  </a:lnTo>
                  <a:lnTo>
                    <a:pt x="4518" y="4272"/>
                  </a:lnTo>
                  <a:lnTo>
                    <a:pt x="4586" y="4159"/>
                  </a:lnTo>
                  <a:lnTo>
                    <a:pt x="4631" y="4069"/>
                  </a:lnTo>
                  <a:lnTo>
                    <a:pt x="4676" y="3957"/>
                  </a:lnTo>
                  <a:lnTo>
                    <a:pt x="4698" y="3822"/>
                  </a:lnTo>
                  <a:lnTo>
                    <a:pt x="4676" y="3710"/>
                  </a:lnTo>
                  <a:lnTo>
                    <a:pt x="4653" y="3597"/>
                  </a:lnTo>
                  <a:lnTo>
                    <a:pt x="4608" y="3485"/>
                  </a:lnTo>
                  <a:lnTo>
                    <a:pt x="4541" y="3373"/>
                  </a:lnTo>
                  <a:lnTo>
                    <a:pt x="4429" y="3283"/>
                  </a:lnTo>
                  <a:lnTo>
                    <a:pt x="3979" y="2923"/>
                  </a:lnTo>
                  <a:lnTo>
                    <a:pt x="3529" y="2541"/>
                  </a:lnTo>
                  <a:lnTo>
                    <a:pt x="2675" y="1777"/>
                  </a:lnTo>
                  <a:lnTo>
                    <a:pt x="1866" y="990"/>
                  </a:lnTo>
                  <a:lnTo>
                    <a:pt x="1034" y="181"/>
                  </a:lnTo>
                  <a:lnTo>
                    <a:pt x="944" y="91"/>
                  </a:lnTo>
                  <a:lnTo>
                    <a:pt x="832" y="23"/>
                  </a:lnTo>
                  <a:lnTo>
                    <a:pt x="697"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5"/>
            <p:cNvSpPr/>
            <p:nvPr/>
          </p:nvSpPr>
          <p:spPr>
            <a:xfrm>
              <a:off x="2487650" y="3958400"/>
              <a:ext cx="98375" cy="100625"/>
            </a:xfrm>
            <a:custGeom>
              <a:avLst/>
              <a:gdLst/>
              <a:ahLst/>
              <a:cxnLst/>
              <a:rect l="l" t="t" r="r" b="b"/>
              <a:pathLst>
                <a:path w="3935" h="4025" extrusionOk="0">
                  <a:moveTo>
                    <a:pt x="607" y="1"/>
                  </a:moveTo>
                  <a:lnTo>
                    <a:pt x="495" y="23"/>
                  </a:lnTo>
                  <a:lnTo>
                    <a:pt x="383" y="68"/>
                  </a:lnTo>
                  <a:lnTo>
                    <a:pt x="293" y="135"/>
                  </a:lnTo>
                  <a:lnTo>
                    <a:pt x="203" y="203"/>
                  </a:lnTo>
                  <a:lnTo>
                    <a:pt x="135" y="293"/>
                  </a:lnTo>
                  <a:lnTo>
                    <a:pt x="68" y="383"/>
                  </a:lnTo>
                  <a:lnTo>
                    <a:pt x="23" y="495"/>
                  </a:lnTo>
                  <a:lnTo>
                    <a:pt x="0" y="607"/>
                  </a:lnTo>
                  <a:lnTo>
                    <a:pt x="0" y="720"/>
                  </a:lnTo>
                  <a:lnTo>
                    <a:pt x="45" y="855"/>
                  </a:lnTo>
                  <a:lnTo>
                    <a:pt x="90" y="967"/>
                  </a:lnTo>
                  <a:lnTo>
                    <a:pt x="180" y="1080"/>
                  </a:lnTo>
                  <a:lnTo>
                    <a:pt x="1529" y="2473"/>
                  </a:lnTo>
                  <a:lnTo>
                    <a:pt x="2181" y="3170"/>
                  </a:lnTo>
                  <a:lnTo>
                    <a:pt x="2878" y="3867"/>
                  </a:lnTo>
                  <a:lnTo>
                    <a:pt x="2968" y="3934"/>
                  </a:lnTo>
                  <a:lnTo>
                    <a:pt x="3103" y="4002"/>
                  </a:lnTo>
                  <a:lnTo>
                    <a:pt x="3215" y="4024"/>
                  </a:lnTo>
                  <a:lnTo>
                    <a:pt x="3327" y="4024"/>
                  </a:lnTo>
                  <a:lnTo>
                    <a:pt x="3440" y="4002"/>
                  </a:lnTo>
                  <a:lnTo>
                    <a:pt x="3552" y="3979"/>
                  </a:lnTo>
                  <a:lnTo>
                    <a:pt x="3642" y="3912"/>
                  </a:lnTo>
                  <a:lnTo>
                    <a:pt x="3732" y="3844"/>
                  </a:lnTo>
                  <a:lnTo>
                    <a:pt x="3799" y="3755"/>
                  </a:lnTo>
                  <a:lnTo>
                    <a:pt x="3867" y="3642"/>
                  </a:lnTo>
                  <a:lnTo>
                    <a:pt x="3912" y="3552"/>
                  </a:lnTo>
                  <a:lnTo>
                    <a:pt x="3934" y="3440"/>
                  </a:lnTo>
                  <a:lnTo>
                    <a:pt x="3934" y="3327"/>
                  </a:lnTo>
                  <a:lnTo>
                    <a:pt x="3889" y="3193"/>
                  </a:lnTo>
                  <a:lnTo>
                    <a:pt x="3844" y="3080"/>
                  </a:lnTo>
                  <a:lnTo>
                    <a:pt x="3732" y="2990"/>
                  </a:lnTo>
                  <a:lnTo>
                    <a:pt x="3058" y="2293"/>
                  </a:lnTo>
                  <a:lnTo>
                    <a:pt x="2383" y="1597"/>
                  </a:lnTo>
                  <a:lnTo>
                    <a:pt x="1057" y="203"/>
                  </a:lnTo>
                  <a:lnTo>
                    <a:pt x="945" y="113"/>
                  </a:lnTo>
                  <a:lnTo>
                    <a:pt x="832" y="45"/>
                  </a:lnTo>
                  <a:lnTo>
                    <a:pt x="720" y="23"/>
                  </a:lnTo>
                  <a:lnTo>
                    <a:pt x="607"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15"/>
            <p:cNvSpPr/>
            <p:nvPr/>
          </p:nvSpPr>
          <p:spPr>
            <a:xfrm>
              <a:off x="2511250" y="3849950"/>
              <a:ext cx="50600" cy="55100"/>
            </a:xfrm>
            <a:custGeom>
              <a:avLst/>
              <a:gdLst/>
              <a:ahLst/>
              <a:cxnLst/>
              <a:rect l="l" t="t" r="r" b="b"/>
              <a:pathLst>
                <a:path w="2024" h="2204" extrusionOk="0">
                  <a:moveTo>
                    <a:pt x="607" y="0"/>
                  </a:moveTo>
                  <a:lnTo>
                    <a:pt x="495" y="23"/>
                  </a:lnTo>
                  <a:lnTo>
                    <a:pt x="405" y="68"/>
                  </a:lnTo>
                  <a:lnTo>
                    <a:pt x="293" y="112"/>
                  </a:lnTo>
                  <a:lnTo>
                    <a:pt x="203" y="180"/>
                  </a:lnTo>
                  <a:lnTo>
                    <a:pt x="135" y="270"/>
                  </a:lnTo>
                  <a:lnTo>
                    <a:pt x="68" y="382"/>
                  </a:lnTo>
                  <a:lnTo>
                    <a:pt x="23" y="495"/>
                  </a:lnTo>
                  <a:lnTo>
                    <a:pt x="1" y="607"/>
                  </a:lnTo>
                  <a:lnTo>
                    <a:pt x="1" y="719"/>
                  </a:lnTo>
                  <a:lnTo>
                    <a:pt x="23" y="832"/>
                  </a:lnTo>
                  <a:lnTo>
                    <a:pt x="90" y="967"/>
                  </a:lnTo>
                  <a:lnTo>
                    <a:pt x="180" y="1079"/>
                  </a:lnTo>
                  <a:lnTo>
                    <a:pt x="990" y="2001"/>
                  </a:lnTo>
                  <a:lnTo>
                    <a:pt x="1102" y="2091"/>
                  </a:lnTo>
                  <a:lnTo>
                    <a:pt x="1214" y="2158"/>
                  </a:lnTo>
                  <a:lnTo>
                    <a:pt x="1327" y="2203"/>
                  </a:lnTo>
                  <a:lnTo>
                    <a:pt x="1439" y="2203"/>
                  </a:lnTo>
                  <a:lnTo>
                    <a:pt x="1529" y="2181"/>
                  </a:lnTo>
                  <a:lnTo>
                    <a:pt x="1641" y="2136"/>
                  </a:lnTo>
                  <a:lnTo>
                    <a:pt x="1731" y="2091"/>
                  </a:lnTo>
                  <a:lnTo>
                    <a:pt x="1821" y="2023"/>
                  </a:lnTo>
                  <a:lnTo>
                    <a:pt x="1911" y="1933"/>
                  </a:lnTo>
                  <a:lnTo>
                    <a:pt x="1956" y="1821"/>
                  </a:lnTo>
                  <a:lnTo>
                    <a:pt x="2001" y="1708"/>
                  </a:lnTo>
                  <a:lnTo>
                    <a:pt x="2024" y="1596"/>
                  </a:lnTo>
                  <a:lnTo>
                    <a:pt x="2024" y="1484"/>
                  </a:lnTo>
                  <a:lnTo>
                    <a:pt x="2001" y="1371"/>
                  </a:lnTo>
                  <a:lnTo>
                    <a:pt x="1956" y="1236"/>
                  </a:lnTo>
                  <a:lnTo>
                    <a:pt x="1866" y="1124"/>
                  </a:lnTo>
                  <a:lnTo>
                    <a:pt x="1035" y="202"/>
                  </a:lnTo>
                  <a:lnTo>
                    <a:pt x="945" y="112"/>
                  </a:lnTo>
                  <a:lnTo>
                    <a:pt x="832" y="45"/>
                  </a:lnTo>
                  <a:lnTo>
                    <a:pt x="720"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15"/>
            <p:cNvSpPr/>
            <p:nvPr/>
          </p:nvSpPr>
          <p:spPr>
            <a:xfrm>
              <a:off x="2877100" y="4188800"/>
              <a:ext cx="211875" cy="200650"/>
            </a:xfrm>
            <a:custGeom>
              <a:avLst/>
              <a:gdLst/>
              <a:ahLst/>
              <a:cxnLst/>
              <a:rect l="l" t="t" r="r" b="b"/>
              <a:pathLst>
                <a:path w="8475" h="8026" extrusionOk="0">
                  <a:moveTo>
                    <a:pt x="607" y="1"/>
                  </a:moveTo>
                  <a:lnTo>
                    <a:pt x="472" y="23"/>
                  </a:lnTo>
                  <a:lnTo>
                    <a:pt x="382" y="68"/>
                  </a:lnTo>
                  <a:lnTo>
                    <a:pt x="270" y="113"/>
                  </a:lnTo>
                  <a:lnTo>
                    <a:pt x="180" y="203"/>
                  </a:lnTo>
                  <a:lnTo>
                    <a:pt x="113" y="271"/>
                  </a:lnTo>
                  <a:lnTo>
                    <a:pt x="45" y="383"/>
                  </a:lnTo>
                  <a:lnTo>
                    <a:pt x="23" y="495"/>
                  </a:lnTo>
                  <a:lnTo>
                    <a:pt x="0" y="585"/>
                  </a:lnTo>
                  <a:lnTo>
                    <a:pt x="0" y="698"/>
                  </a:lnTo>
                  <a:lnTo>
                    <a:pt x="23" y="833"/>
                  </a:lnTo>
                  <a:lnTo>
                    <a:pt x="90" y="923"/>
                  </a:lnTo>
                  <a:lnTo>
                    <a:pt x="180" y="1035"/>
                  </a:lnTo>
                  <a:lnTo>
                    <a:pt x="3822" y="4407"/>
                  </a:lnTo>
                  <a:lnTo>
                    <a:pt x="5620" y="6115"/>
                  </a:lnTo>
                  <a:lnTo>
                    <a:pt x="7418" y="7846"/>
                  </a:lnTo>
                  <a:lnTo>
                    <a:pt x="7508" y="7936"/>
                  </a:lnTo>
                  <a:lnTo>
                    <a:pt x="7643" y="8004"/>
                  </a:lnTo>
                  <a:lnTo>
                    <a:pt x="7756" y="8026"/>
                  </a:lnTo>
                  <a:lnTo>
                    <a:pt x="7868" y="8026"/>
                  </a:lnTo>
                  <a:lnTo>
                    <a:pt x="7980" y="8004"/>
                  </a:lnTo>
                  <a:lnTo>
                    <a:pt x="8093" y="7959"/>
                  </a:lnTo>
                  <a:lnTo>
                    <a:pt x="8183" y="7914"/>
                  </a:lnTo>
                  <a:lnTo>
                    <a:pt x="8273" y="7824"/>
                  </a:lnTo>
                  <a:lnTo>
                    <a:pt x="8340" y="7734"/>
                  </a:lnTo>
                  <a:lnTo>
                    <a:pt x="8407" y="7644"/>
                  </a:lnTo>
                  <a:lnTo>
                    <a:pt x="8452" y="7531"/>
                  </a:lnTo>
                  <a:lnTo>
                    <a:pt x="8475" y="7419"/>
                  </a:lnTo>
                  <a:lnTo>
                    <a:pt x="8452" y="7307"/>
                  </a:lnTo>
                  <a:lnTo>
                    <a:pt x="8430" y="7194"/>
                  </a:lnTo>
                  <a:lnTo>
                    <a:pt x="8385" y="7082"/>
                  </a:lnTo>
                  <a:lnTo>
                    <a:pt x="8295" y="6969"/>
                  </a:lnTo>
                  <a:lnTo>
                    <a:pt x="6497" y="5239"/>
                  </a:lnTo>
                  <a:lnTo>
                    <a:pt x="4698" y="3530"/>
                  </a:lnTo>
                  <a:lnTo>
                    <a:pt x="1057" y="158"/>
                  </a:lnTo>
                  <a:lnTo>
                    <a:pt x="944" y="68"/>
                  </a:lnTo>
                  <a:lnTo>
                    <a:pt x="832" y="23"/>
                  </a:lnTo>
                  <a:lnTo>
                    <a:pt x="720"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5"/>
            <p:cNvSpPr/>
            <p:nvPr/>
          </p:nvSpPr>
          <p:spPr>
            <a:xfrm>
              <a:off x="2813025" y="3819025"/>
              <a:ext cx="185475" cy="188850"/>
            </a:xfrm>
            <a:custGeom>
              <a:avLst/>
              <a:gdLst/>
              <a:ahLst/>
              <a:cxnLst/>
              <a:rect l="l" t="t" r="r" b="b"/>
              <a:pathLst>
                <a:path w="7419" h="7554" extrusionOk="0">
                  <a:moveTo>
                    <a:pt x="608" y="1"/>
                  </a:moveTo>
                  <a:lnTo>
                    <a:pt x="495" y="23"/>
                  </a:lnTo>
                  <a:lnTo>
                    <a:pt x="383" y="68"/>
                  </a:lnTo>
                  <a:lnTo>
                    <a:pt x="293" y="113"/>
                  </a:lnTo>
                  <a:lnTo>
                    <a:pt x="203" y="203"/>
                  </a:lnTo>
                  <a:lnTo>
                    <a:pt x="136" y="293"/>
                  </a:lnTo>
                  <a:lnTo>
                    <a:pt x="68" y="383"/>
                  </a:lnTo>
                  <a:lnTo>
                    <a:pt x="23" y="495"/>
                  </a:lnTo>
                  <a:lnTo>
                    <a:pt x="1" y="608"/>
                  </a:lnTo>
                  <a:lnTo>
                    <a:pt x="1" y="720"/>
                  </a:lnTo>
                  <a:lnTo>
                    <a:pt x="23" y="855"/>
                  </a:lnTo>
                  <a:lnTo>
                    <a:pt x="91" y="967"/>
                  </a:lnTo>
                  <a:lnTo>
                    <a:pt x="181" y="1080"/>
                  </a:lnTo>
                  <a:lnTo>
                    <a:pt x="1687" y="2676"/>
                  </a:lnTo>
                  <a:lnTo>
                    <a:pt x="3215" y="4272"/>
                  </a:lnTo>
                  <a:lnTo>
                    <a:pt x="4789" y="5823"/>
                  </a:lnTo>
                  <a:lnTo>
                    <a:pt x="6362" y="7374"/>
                  </a:lnTo>
                  <a:lnTo>
                    <a:pt x="6475" y="7464"/>
                  </a:lnTo>
                  <a:lnTo>
                    <a:pt x="6587" y="7509"/>
                  </a:lnTo>
                  <a:lnTo>
                    <a:pt x="6699" y="7531"/>
                  </a:lnTo>
                  <a:lnTo>
                    <a:pt x="6812" y="7554"/>
                  </a:lnTo>
                  <a:lnTo>
                    <a:pt x="6924" y="7531"/>
                  </a:lnTo>
                  <a:lnTo>
                    <a:pt x="7037" y="7486"/>
                  </a:lnTo>
                  <a:lnTo>
                    <a:pt x="7149" y="7419"/>
                  </a:lnTo>
                  <a:lnTo>
                    <a:pt x="7239" y="7351"/>
                  </a:lnTo>
                  <a:lnTo>
                    <a:pt x="7306" y="7261"/>
                  </a:lnTo>
                  <a:lnTo>
                    <a:pt x="7351" y="7149"/>
                  </a:lnTo>
                  <a:lnTo>
                    <a:pt x="7396" y="7059"/>
                  </a:lnTo>
                  <a:lnTo>
                    <a:pt x="7419" y="6947"/>
                  </a:lnTo>
                  <a:lnTo>
                    <a:pt x="7419" y="6834"/>
                  </a:lnTo>
                  <a:lnTo>
                    <a:pt x="7396" y="6722"/>
                  </a:lnTo>
                  <a:lnTo>
                    <a:pt x="7329" y="6610"/>
                  </a:lnTo>
                  <a:lnTo>
                    <a:pt x="7239" y="6497"/>
                  </a:lnTo>
                  <a:lnTo>
                    <a:pt x="5665" y="4946"/>
                  </a:lnTo>
                  <a:lnTo>
                    <a:pt x="4092" y="3395"/>
                  </a:lnTo>
                  <a:lnTo>
                    <a:pt x="2563" y="1799"/>
                  </a:lnTo>
                  <a:lnTo>
                    <a:pt x="1035" y="203"/>
                  </a:lnTo>
                  <a:lnTo>
                    <a:pt x="945" y="113"/>
                  </a:lnTo>
                  <a:lnTo>
                    <a:pt x="832" y="46"/>
                  </a:lnTo>
                  <a:lnTo>
                    <a:pt x="720"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15"/>
            <p:cNvSpPr/>
            <p:nvPr/>
          </p:nvSpPr>
          <p:spPr>
            <a:xfrm>
              <a:off x="2785500" y="3975825"/>
              <a:ext cx="110725" cy="90500"/>
            </a:xfrm>
            <a:custGeom>
              <a:avLst/>
              <a:gdLst/>
              <a:ahLst/>
              <a:cxnLst/>
              <a:rect l="l" t="t" r="r" b="b"/>
              <a:pathLst>
                <a:path w="4429" h="3620" extrusionOk="0">
                  <a:moveTo>
                    <a:pt x="540" y="0"/>
                  </a:moveTo>
                  <a:lnTo>
                    <a:pt x="427" y="23"/>
                  </a:lnTo>
                  <a:lnTo>
                    <a:pt x="337" y="68"/>
                  </a:lnTo>
                  <a:lnTo>
                    <a:pt x="248" y="135"/>
                  </a:lnTo>
                  <a:lnTo>
                    <a:pt x="158" y="203"/>
                  </a:lnTo>
                  <a:lnTo>
                    <a:pt x="90" y="315"/>
                  </a:lnTo>
                  <a:lnTo>
                    <a:pt x="45" y="405"/>
                  </a:lnTo>
                  <a:lnTo>
                    <a:pt x="0" y="517"/>
                  </a:lnTo>
                  <a:lnTo>
                    <a:pt x="0" y="652"/>
                  </a:lnTo>
                  <a:lnTo>
                    <a:pt x="0" y="765"/>
                  </a:lnTo>
                  <a:lnTo>
                    <a:pt x="23" y="877"/>
                  </a:lnTo>
                  <a:lnTo>
                    <a:pt x="90" y="989"/>
                  </a:lnTo>
                  <a:lnTo>
                    <a:pt x="158" y="1102"/>
                  </a:lnTo>
                  <a:lnTo>
                    <a:pt x="270" y="1192"/>
                  </a:lnTo>
                  <a:lnTo>
                    <a:pt x="1799" y="2316"/>
                  </a:lnTo>
                  <a:lnTo>
                    <a:pt x="2585" y="2900"/>
                  </a:lnTo>
                  <a:lnTo>
                    <a:pt x="3327" y="3462"/>
                  </a:lnTo>
                  <a:lnTo>
                    <a:pt x="3462" y="3552"/>
                  </a:lnTo>
                  <a:lnTo>
                    <a:pt x="3574" y="3597"/>
                  </a:lnTo>
                  <a:lnTo>
                    <a:pt x="3709" y="3620"/>
                  </a:lnTo>
                  <a:lnTo>
                    <a:pt x="3822" y="3597"/>
                  </a:lnTo>
                  <a:lnTo>
                    <a:pt x="3934" y="3575"/>
                  </a:lnTo>
                  <a:lnTo>
                    <a:pt x="4046" y="3530"/>
                  </a:lnTo>
                  <a:lnTo>
                    <a:pt x="4159" y="3462"/>
                  </a:lnTo>
                  <a:lnTo>
                    <a:pt x="4249" y="3395"/>
                  </a:lnTo>
                  <a:lnTo>
                    <a:pt x="4316" y="3305"/>
                  </a:lnTo>
                  <a:lnTo>
                    <a:pt x="4384" y="3215"/>
                  </a:lnTo>
                  <a:lnTo>
                    <a:pt x="4406" y="3102"/>
                  </a:lnTo>
                  <a:lnTo>
                    <a:pt x="4429" y="3013"/>
                  </a:lnTo>
                  <a:lnTo>
                    <a:pt x="4406" y="2900"/>
                  </a:lnTo>
                  <a:lnTo>
                    <a:pt x="4384" y="2788"/>
                  </a:lnTo>
                  <a:lnTo>
                    <a:pt x="4316" y="2698"/>
                  </a:lnTo>
                  <a:lnTo>
                    <a:pt x="4204" y="2585"/>
                  </a:lnTo>
                  <a:lnTo>
                    <a:pt x="3395" y="1956"/>
                  </a:lnTo>
                  <a:lnTo>
                    <a:pt x="2563" y="1349"/>
                  </a:lnTo>
                  <a:lnTo>
                    <a:pt x="877" y="113"/>
                  </a:lnTo>
                  <a:lnTo>
                    <a:pt x="765" y="45"/>
                  </a:lnTo>
                  <a:lnTo>
                    <a:pt x="652" y="23"/>
                  </a:lnTo>
                  <a:lnTo>
                    <a:pt x="540"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15"/>
            <p:cNvSpPr/>
            <p:nvPr/>
          </p:nvSpPr>
          <p:spPr>
            <a:xfrm>
              <a:off x="1990300" y="2973825"/>
              <a:ext cx="45550" cy="128150"/>
            </a:xfrm>
            <a:custGeom>
              <a:avLst/>
              <a:gdLst/>
              <a:ahLst/>
              <a:cxnLst/>
              <a:rect l="l" t="t" r="r" b="b"/>
              <a:pathLst>
                <a:path w="1822" h="5126" extrusionOk="0">
                  <a:moveTo>
                    <a:pt x="607" y="0"/>
                  </a:moveTo>
                  <a:lnTo>
                    <a:pt x="495" y="23"/>
                  </a:lnTo>
                  <a:lnTo>
                    <a:pt x="383" y="45"/>
                  </a:lnTo>
                  <a:lnTo>
                    <a:pt x="293" y="113"/>
                  </a:lnTo>
                  <a:lnTo>
                    <a:pt x="203" y="180"/>
                  </a:lnTo>
                  <a:lnTo>
                    <a:pt x="113" y="270"/>
                  </a:lnTo>
                  <a:lnTo>
                    <a:pt x="45" y="382"/>
                  </a:lnTo>
                  <a:lnTo>
                    <a:pt x="23" y="495"/>
                  </a:lnTo>
                  <a:lnTo>
                    <a:pt x="0" y="630"/>
                  </a:lnTo>
                  <a:lnTo>
                    <a:pt x="0" y="764"/>
                  </a:lnTo>
                  <a:lnTo>
                    <a:pt x="338" y="2720"/>
                  </a:lnTo>
                  <a:lnTo>
                    <a:pt x="630" y="4698"/>
                  </a:lnTo>
                  <a:lnTo>
                    <a:pt x="652" y="4833"/>
                  </a:lnTo>
                  <a:lnTo>
                    <a:pt x="720" y="4923"/>
                  </a:lnTo>
                  <a:lnTo>
                    <a:pt x="787" y="5013"/>
                  </a:lnTo>
                  <a:lnTo>
                    <a:pt x="877" y="5080"/>
                  </a:lnTo>
                  <a:lnTo>
                    <a:pt x="967" y="5125"/>
                  </a:lnTo>
                  <a:lnTo>
                    <a:pt x="1192" y="5125"/>
                  </a:lnTo>
                  <a:lnTo>
                    <a:pt x="1304" y="5103"/>
                  </a:lnTo>
                  <a:lnTo>
                    <a:pt x="1417" y="5080"/>
                  </a:lnTo>
                  <a:lnTo>
                    <a:pt x="1507" y="5013"/>
                  </a:lnTo>
                  <a:lnTo>
                    <a:pt x="1619" y="4946"/>
                  </a:lnTo>
                  <a:lnTo>
                    <a:pt x="1686" y="4856"/>
                  </a:lnTo>
                  <a:lnTo>
                    <a:pt x="1754" y="4743"/>
                  </a:lnTo>
                  <a:lnTo>
                    <a:pt x="1799" y="4631"/>
                  </a:lnTo>
                  <a:lnTo>
                    <a:pt x="1821" y="4496"/>
                  </a:lnTo>
                  <a:lnTo>
                    <a:pt x="1821" y="4361"/>
                  </a:lnTo>
                  <a:lnTo>
                    <a:pt x="1529" y="2405"/>
                  </a:lnTo>
                  <a:lnTo>
                    <a:pt x="1192" y="427"/>
                  </a:lnTo>
                  <a:lnTo>
                    <a:pt x="1169" y="315"/>
                  </a:lnTo>
                  <a:lnTo>
                    <a:pt x="1102" y="202"/>
                  </a:lnTo>
                  <a:lnTo>
                    <a:pt x="1035" y="113"/>
                  </a:lnTo>
                  <a:lnTo>
                    <a:pt x="945" y="45"/>
                  </a:lnTo>
                  <a:lnTo>
                    <a:pt x="832"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5"/>
            <p:cNvSpPr/>
            <p:nvPr/>
          </p:nvSpPr>
          <p:spPr>
            <a:xfrm>
              <a:off x="3149650" y="3907825"/>
              <a:ext cx="50050" cy="148375"/>
            </a:xfrm>
            <a:custGeom>
              <a:avLst/>
              <a:gdLst/>
              <a:ahLst/>
              <a:cxnLst/>
              <a:rect l="l" t="t" r="r" b="b"/>
              <a:pathLst>
                <a:path w="2002" h="5935" extrusionOk="0">
                  <a:moveTo>
                    <a:pt x="698" y="0"/>
                  </a:moveTo>
                  <a:lnTo>
                    <a:pt x="585" y="23"/>
                  </a:lnTo>
                  <a:lnTo>
                    <a:pt x="473" y="45"/>
                  </a:lnTo>
                  <a:lnTo>
                    <a:pt x="383" y="113"/>
                  </a:lnTo>
                  <a:lnTo>
                    <a:pt x="293" y="203"/>
                  </a:lnTo>
                  <a:lnTo>
                    <a:pt x="225" y="293"/>
                  </a:lnTo>
                  <a:lnTo>
                    <a:pt x="158" y="428"/>
                  </a:lnTo>
                  <a:lnTo>
                    <a:pt x="91" y="742"/>
                  </a:lnTo>
                  <a:lnTo>
                    <a:pt x="23" y="1057"/>
                  </a:lnTo>
                  <a:lnTo>
                    <a:pt x="1" y="1372"/>
                  </a:lnTo>
                  <a:lnTo>
                    <a:pt x="1" y="1709"/>
                  </a:lnTo>
                  <a:lnTo>
                    <a:pt x="1" y="2024"/>
                  </a:lnTo>
                  <a:lnTo>
                    <a:pt x="23" y="2338"/>
                  </a:lnTo>
                  <a:lnTo>
                    <a:pt x="68" y="2675"/>
                  </a:lnTo>
                  <a:lnTo>
                    <a:pt x="136" y="2990"/>
                  </a:lnTo>
                  <a:lnTo>
                    <a:pt x="270" y="3620"/>
                  </a:lnTo>
                  <a:lnTo>
                    <a:pt x="450" y="4271"/>
                  </a:lnTo>
                  <a:lnTo>
                    <a:pt x="787" y="5508"/>
                  </a:lnTo>
                  <a:lnTo>
                    <a:pt x="832" y="5643"/>
                  </a:lnTo>
                  <a:lnTo>
                    <a:pt x="900" y="5733"/>
                  </a:lnTo>
                  <a:lnTo>
                    <a:pt x="990" y="5822"/>
                  </a:lnTo>
                  <a:lnTo>
                    <a:pt x="1080" y="5890"/>
                  </a:lnTo>
                  <a:lnTo>
                    <a:pt x="1192" y="5935"/>
                  </a:lnTo>
                  <a:lnTo>
                    <a:pt x="1417" y="5935"/>
                  </a:lnTo>
                  <a:lnTo>
                    <a:pt x="1529" y="5912"/>
                  </a:lnTo>
                  <a:lnTo>
                    <a:pt x="1642" y="5867"/>
                  </a:lnTo>
                  <a:lnTo>
                    <a:pt x="1732" y="5822"/>
                  </a:lnTo>
                  <a:lnTo>
                    <a:pt x="1821" y="5755"/>
                  </a:lnTo>
                  <a:lnTo>
                    <a:pt x="1911" y="5665"/>
                  </a:lnTo>
                  <a:lnTo>
                    <a:pt x="1956" y="5553"/>
                  </a:lnTo>
                  <a:lnTo>
                    <a:pt x="2001" y="5440"/>
                  </a:lnTo>
                  <a:lnTo>
                    <a:pt x="2001" y="5305"/>
                  </a:lnTo>
                  <a:lnTo>
                    <a:pt x="1979" y="5171"/>
                  </a:lnTo>
                  <a:lnTo>
                    <a:pt x="1821" y="4654"/>
                  </a:lnTo>
                  <a:lnTo>
                    <a:pt x="1664" y="4092"/>
                  </a:lnTo>
                  <a:lnTo>
                    <a:pt x="1507" y="3552"/>
                  </a:lnTo>
                  <a:lnTo>
                    <a:pt x="1372" y="2990"/>
                  </a:lnTo>
                  <a:lnTo>
                    <a:pt x="1282" y="2428"/>
                  </a:lnTo>
                  <a:lnTo>
                    <a:pt x="1237" y="2136"/>
                  </a:lnTo>
                  <a:lnTo>
                    <a:pt x="1215" y="1866"/>
                  </a:lnTo>
                  <a:lnTo>
                    <a:pt x="1215" y="1574"/>
                  </a:lnTo>
                  <a:lnTo>
                    <a:pt x="1237" y="1304"/>
                  </a:lnTo>
                  <a:lnTo>
                    <a:pt x="1282" y="1034"/>
                  </a:lnTo>
                  <a:lnTo>
                    <a:pt x="1349" y="765"/>
                  </a:lnTo>
                  <a:lnTo>
                    <a:pt x="1394" y="630"/>
                  </a:lnTo>
                  <a:lnTo>
                    <a:pt x="1394" y="495"/>
                  </a:lnTo>
                  <a:lnTo>
                    <a:pt x="1349" y="383"/>
                  </a:lnTo>
                  <a:lnTo>
                    <a:pt x="1304" y="270"/>
                  </a:lnTo>
                  <a:lnTo>
                    <a:pt x="1237" y="180"/>
                  </a:lnTo>
                  <a:lnTo>
                    <a:pt x="1147" y="113"/>
                  </a:lnTo>
                  <a:lnTo>
                    <a:pt x="1035" y="68"/>
                  </a:lnTo>
                  <a:lnTo>
                    <a:pt x="945" y="23"/>
                  </a:lnTo>
                  <a:lnTo>
                    <a:pt x="832"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5"/>
            <p:cNvSpPr/>
            <p:nvPr/>
          </p:nvSpPr>
          <p:spPr>
            <a:xfrm>
              <a:off x="3259250" y="4490025"/>
              <a:ext cx="141625" cy="100625"/>
            </a:xfrm>
            <a:custGeom>
              <a:avLst/>
              <a:gdLst/>
              <a:ahLst/>
              <a:cxnLst/>
              <a:rect l="l" t="t" r="r" b="b"/>
              <a:pathLst>
                <a:path w="5665" h="4025" extrusionOk="0">
                  <a:moveTo>
                    <a:pt x="607" y="1"/>
                  </a:moveTo>
                  <a:lnTo>
                    <a:pt x="495" y="23"/>
                  </a:lnTo>
                  <a:lnTo>
                    <a:pt x="382" y="46"/>
                  </a:lnTo>
                  <a:lnTo>
                    <a:pt x="292" y="113"/>
                  </a:lnTo>
                  <a:lnTo>
                    <a:pt x="202" y="181"/>
                  </a:lnTo>
                  <a:lnTo>
                    <a:pt x="112" y="270"/>
                  </a:lnTo>
                  <a:lnTo>
                    <a:pt x="68" y="383"/>
                  </a:lnTo>
                  <a:lnTo>
                    <a:pt x="23" y="495"/>
                  </a:lnTo>
                  <a:lnTo>
                    <a:pt x="0" y="608"/>
                  </a:lnTo>
                  <a:lnTo>
                    <a:pt x="0" y="720"/>
                  </a:lnTo>
                  <a:lnTo>
                    <a:pt x="23" y="832"/>
                  </a:lnTo>
                  <a:lnTo>
                    <a:pt x="90" y="945"/>
                  </a:lnTo>
                  <a:lnTo>
                    <a:pt x="180" y="1057"/>
                  </a:lnTo>
                  <a:lnTo>
                    <a:pt x="405" y="1305"/>
                  </a:lnTo>
                  <a:lnTo>
                    <a:pt x="674" y="1529"/>
                  </a:lnTo>
                  <a:lnTo>
                    <a:pt x="922" y="1754"/>
                  </a:lnTo>
                  <a:lnTo>
                    <a:pt x="1191" y="1956"/>
                  </a:lnTo>
                  <a:lnTo>
                    <a:pt x="1753" y="2339"/>
                  </a:lnTo>
                  <a:lnTo>
                    <a:pt x="2315" y="2698"/>
                  </a:lnTo>
                  <a:lnTo>
                    <a:pt x="2922" y="3013"/>
                  </a:lnTo>
                  <a:lnTo>
                    <a:pt x="3507" y="3328"/>
                  </a:lnTo>
                  <a:lnTo>
                    <a:pt x="4743" y="3935"/>
                  </a:lnTo>
                  <a:lnTo>
                    <a:pt x="4856" y="4002"/>
                  </a:lnTo>
                  <a:lnTo>
                    <a:pt x="4990" y="4024"/>
                  </a:lnTo>
                  <a:lnTo>
                    <a:pt x="5125" y="4002"/>
                  </a:lnTo>
                  <a:lnTo>
                    <a:pt x="5238" y="3980"/>
                  </a:lnTo>
                  <a:lnTo>
                    <a:pt x="5328" y="3935"/>
                  </a:lnTo>
                  <a:lnTo>
                    <a:pt x="5440" y="3867"/>
                  </a:lnTo>
                  <a:lnTo>
                    <a:pt x="5507" y="3777"/>
                  </a:lnTo>
                  <a:lnTo>
                    <a:pt x="5575" y="3687"/>
                  </a:lnTo>
                  <a:lnTo>
                    <a:pt x="5620" y="3575"/>
                  </a:lnTo>
                  <a:lnTo>
                    <a:pt x="5665" y="3463"/>
                  </a:lnTo>
                  <a:lnTo>
                    <a:pt x="5665" y="3350"/>
                  </a:lnTo>
                  <a:lnTo>
                    <a:pt x="5665" y="3238"/>
                  </a:lnTo>
                  <a:lnTo>
                    <a:pt x="5620" y="3148"/>
                  </a:lnTo>
                  <a:lnTo>
                    <a:pt x="5575" y="3035"/>
                  </a:lnTo>
                  <a:lnTo>
                    <a:pt x="5485" y="2945"/>
                  </a:lnTo>
                  <a:lnTo>
                    <a:pt x="5350" y="2878"/>
                  </a:lnTo>
                  <a:lnTo>
                    <a:pt x="4204" y="2316"/>
                  </a:lnTo>
                  <a:lnTo>
                    <a:pt x="3642" y="2024"/>
                  </a:lnTo>
                  <a:lnTo>
                    <a:pt x="3080" y="1709"/>
                  </a:lnTo>
                  <a:lnTo>
                    <a:pt x="2540" y="1394"/>
                  </a:lnTo>
                  <a:lnTo>
                    <a:pt x="2001" y="1035"/>
                  </a:lnTo>
                  <a:lnTo>
                    <a:pt x="1753" y="832"/>
                  </a:lnTo>
                  <a:lnTo>
                    <a:pt x="1506" y="630"/>
                  </a:lnTo>
                  <a:lnTo>
                    <a:pt x="1281" y="405"/>
                  </a:lnTo>
                  <a:lnTo>
                    <a:pt x="1057" y="181"/>
                  </a:lnTo>
                  <a:lnTo>
                    <a:pt x="944" y="91"/>
                  </a:lnTo>
                  <a:lnTo>
                    <a:pt x="832" y="23"/>
                  </a:lnTo>
                  <a:lnTo>
                    <a:pt x="719"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5"/>
            <p:cNvSpPr/>
            <p:nvPr/>
          </p:nvSpPr>
          <p:spPr>
            <a:xfrm>
              <a:off x="4554025" y="4431575"/>
              <a:ext cx="217525" cy="148400"/>
            </a:xfrm>
            <a:custGeom>
              <a:avLst/>
              <a:gdLst/>
              <a:ahLst/>
              <a:cxnLst/>
              <a:rect l="l" t="t" r="r" b="b"/>
              <a:pathLst>
                <a:path w="8701" h="5936" extrusionOk="0">
                  <a:moveTo>
                    <a:pt x="7958" y="1"/>
                  </a:moveTo>
                  <a:lnTo>
                    <a:pt x="7846" y="23"/>
                  </a:lnTo>
                  <a:lnTo>
                    <a:pt x="7711" y="68"/>
                  </a:lnTo>
                  <a:lnTo>
                    <a:pt x="7599" y="158"/>
                  </a:lnTo>
                  <a:lnTo>
                    <a:pt x="6767" y="833"/>
                  </a:lnTo>
                  <a:lnTo>
                    <a:pt x="5958" y="1529"/>
                  </a:lnTo>
                  <a:lnTo>
                    <a:pt x="5126" y="2204"/>
                  </a:lnTo>
                  <a:lnTo>
                    <a:pt x="4272" y="2878"/>
                  </a:lnTo>
                  <a:lnTo>
                    <a:pt x="3845" y="3193"/>
                  </a:lnTo>
                  <a:lnTo>
                    <a:pt x="3395" y="3485"/>
                  </a:lnTo>
                  <a:lnTo>
                    <a:pt x="2923" y="3755"/>
                  </a:lnTo>
                  <a:lnTo>
                    <a:pt x="2473" y="4002"/>
                  </a:lnTo>
                  <a:lnTo>
                    <a:pt x="1979" y="4249"/>
                  </a:lnTo>
                  <a:lnTo>
                    <a:pt x="1484" y="4429"/>
                  </a:lnTo>
                  <a:lnTo>
                    <a:pt x="967" y="4609"/>
                  </a:lnTo>
                  <a:lnTo>
                    <a:pt x="450" y="4744"/>
                  </a:lnTo>
                  <a:lnTo>
                    <a:pt x="315" y="4789"/>
                  </a:lnTo>
                  <a:lnTo>
                    <a:pt x="203" y="4834"/>
                  </a:lnTo>
                  <a:lnTo>
                    <a:pt x="113" y="4924"/>
                  </a:lnTo>
                  <a:lnTo>
                    <a:pt x="68" y="5014"/>
                  </a:lnTo>
                  <a:lnTo>
                    <a:pt x="23" y="5126"/>
                  </a:lnTo>
                  <a:lnTo>
                    <a:pt x="1" y="5239"/>
                  </a:lnTo>
                  <a:lnTo>
                    <a:pt x="1" y="5351"/>
                  </a:lnTo>
                  <a:lnTo>
                    <a:pt x="23" y="5463"/>
                  </a:lnTo>
                  <a:lnTo>
                    <a:pt x="68" y="5576"/>
                  </a:lnTo>
                  <a:lnTo>
                    <a:pt x="136" y="5666"/>
                  </a:lnTo>
                  <a:lnTo>
                    <a:pt x="203" y="5756"/>
                  </a:lnTo>
                  <a:lnTo>
                    <a:pt x="293" y="5845"/>
                  </a:lnTo>
                  <a:lnTo>
                    <a:pt x="383" y="5890"/>
                  </a:lnTo>
                  <a:lnTo>
                    <a:pt x="518" y="5935"/>
                  </a:lnTo>
                  <a:lnTo>
                    <a:pt x="787" y="5935"/>
                  </a:lnTo>
                  <a:lnTo>
                    <a:pt x="1349" y="5778"/>
                  </a:lnTo>
                  <a:lnTo>
                    <a:pt x="1889" y="5621"/>
                  </a:lnTo>
                  <a:lnTo>
                    <a:pt x="2428" y="5396"/>
                  </a:lnTo>
                  <a:lnTo>
                    <a:pt x="2945" y="5149"/>
                  </a:lnTo>
                  <a:lnTo>
                    <a:pt x="3440" y="4879"/>
                  </a:lnTo>
                  <a:lnTo>
                    <a:pt x="3935" y="4587"/>
                  </a:lnTo>
                  <a:lnTo>
                    <a:pt x="4429" y="4272"/>
                  </a:lnTo>
                  <a:lnTo>
                    <a:pt x="4901" y="3935"/>
                  </a:lnTo>
                  <a:lnTo>
                    <a:pt x="5351" y="3598"/>
                  </a:lnTo>
                  <a:lnTo>
                    <a:pt x="5800" y="3238"/>
                  </a:lnTo>
                  <a:lnTo>
                    <a:pt x="6699" y="2496"/>
                  </a:lnTo>
                  <a:lnTo>
                    <a:pt x="7599" y="1754"/>
                  </a:lnTo>
                  <a:lnTo>
                    <a:pt x="8475" y="1035"/>
                  </a:lnTo>
                  <a:lnTo>
                    <a:pt x="8588" y="923"/>
                  </a:lnTo>
                  <a:lnTo>
                    <a:pt x="8655" y="833"/>
                  </a:lnTo>
                  <a:lnTo>
                    <a:pt x="8678" y="720"/>
                  </a:lnTo>
                  <a:lnTo>
                    <a:pt x="8700" y="608"/>
                  </a:lnTo>
                  <a:lnTo>
                    <a:pt x="8678" y="495"/>
                  </a:lnTo>
                  <a:lnTo>
                    <a:pt x="8633" y="406"/>
                  </a:lnTo>
                  <a:lnTo>
                    <a:pt x="8588" y="316"/>
                  </a:lnTo>
                  <a:lnTo>
                    <a:pt x="8498" y="226"/>
                  </a:lnTo>
                  <a:lnTo>
                    <a:pt x="8408" y="136"/>
                  </a:lnTo>
                  <a:lnTo>
                    <a:pt x="8318" y="91"/>
                  </a:lnTo>
                  <a:lnTo>
                    <a:pt x="8206" y="46"/>
                  </a:lnTo>
                  <a:lnTo>
                    <a:pt x="8093"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5"/>
            <p:cNvSpPr/>
            <p:nvPr/>
          </p:nvSpPr>
          <p:spPr>
            <a:xfrm>
              <a:off x="4778250" y="4103400"/>
              <a:ext cx="115800" cy="159625"/>
            </a:xfrm>
            <a:custGeom>
              <a:avLst/>
              <a:gdLst/>
              <a:ahLst/>
              <a:cxnLst/>
              <a:rect l="l" t="t" r="r" b="b"/>
              <a:pathLst>
                <a:path w="4632" h="6385" extrusionOk="0">
                  <a:moveTo>
                    <a:pt x="3867" y="0"/>
                  </a:moveTo>
                  <a:lnTo>
                    <a:pt x="3755" y="45"/>
                  </a:lnTo>
                  <a:lnTo>
                    <a:pt x="3665" y="90"/>
                  </a:lnTo>
                  <a:lnTo>
                    <a:pt x="3575" y="180"/>
                  </a:lnTo>
                  <a:lnTo>
                    <a:pt x="3485" y="292"/>
                  </a:lnTo>
                  <a:lnTo>
                    <a:pt x="2766" y="1641"/>
                  </a:lnTo>
                  <a:lnTo>
                    <a:pt x="2406" y="2293"/>
                  </a:lnTo>
                  <a:lnTo>
                    <a:pt x="2024" y="2945"/>
                  </a:lnTo>
                  <a:lnTo>
                    <a:pt x="1619" y="3574"/>
                  </a:lnTo>
                  <a:lnTo>
                    <a:pt x="1170" y="4181"/>
                  </a:lnTo>
                  <a:lnTo>
                    <a:pt x="698" y="4766"/>
                  </a:lnTo>
                  <a:lnTo>
                    <a:pt x="450" y="5058"/>
                  </a:lnTo>
                  <a:lnTo>
                    <a:pt x="181" y="5328"/>
                  </a:lnTo>
                  <a:lnTo>
                    <a:pt x="91" y="5440"/>
                  </a:lnTo>
                  <a:lnTo>
                    <a:pt x="23" y="5552"/>
                  </a:lnTo>
                  <a:lnTo>
                    <a:pt x="1" y="5665"/>
                  </a:lnTo>
                  <a:lnTo>
                    <a:pt x="1" y="5777"/>
                  </a:lnTo>
                  <a:lnTo>
                    <a:pt x="23" y="5890"/>
                  </a:lnTo>
                  <a:lnTo>
                    <a:pt x="68" y="6002"/>
                  </a:lnTo>
                  <a:lnTo>
                    <a:pt x="113" y="6092"/>
                  </a:lnTo>
                  <a:lnTo>
                    <a:pt x="203" y="6182"/>
                  </a:lnTo>
                  <a:lnTo>
                    <a:pt x="293" y="6272"/>
                  </a:lnTo>
                  <a:lnTo>
                    <a:pt x="383" y="6317"/>
                  </a:lnTo>
                  <a:lnTo>
                    <a:pt x="495" y="6362"/>
                  </a:lnTo>
                  <a:lnTo>
                    <a:pt x="608" y="6384"/>
                  </a:lnTo>
                  <a:lnTo>
                    <a:pt x="720" y="6384"/>
                  </a:lnTo>
                  <a:lnTo>
                    <a:pt x="833" y="6362"/>
                  </a:lnTo>
                  <a:lnTo>
                    <a:pt x="945" y="6294"/>
                  </a:lnTo>
                  <a:lnTo>
                    <a:pt x="1057" y="6204"/>
                  </a:lnTo>
                  <a:lnTo>
                    <a:pt x="1327" y="5912"/>
                  </a:lnTo>
                  <a:lnTo>
                    <a:pt x="1597" y="5620"/>
                  </a:lnTo>
                  <a:lnTo>
                    <a:pt x="2114" y="5013"/>
                  </a:lnTo>
                  <a:lnTo>
                    <a:pt x="2563" y="4361"/>
                  </a:lnTo>
                  <a:lnTo>
                    <a:pt x="2991" y="3687"/>
                  </a:lnTo>
                  <a:lnTo>
                    <a:pt x="3418" y="3012"/>
                  </a:lnTo>
                  <a:lnTo>
                    <a:pt x="3800" y="2315"/>
                  </a:lnTo>
                  <a:lnTo>
                    <a:pt x="4564" y="922"/>
                  </a:lnTo>
                  <a:lnTo>
                    <a:pt x="4609" y="787"/>
                  </a:lnTo>
                  <a:lnTo>
                    <a:pt x="4632" y="675"/>
                  </a:lnTo>
                  <a:lnTo>
                    <a:pt x="4632" y="540"/>
                  </a:lnTo>
                  <a:lnTo>
                    <a:pt x="4609" y="427"/>
                  </a:lnTo>
                  <a:lnTo>
                    <a:pt x="4564" y="337"/>
                  </a:lnTo>
                  <a:lnTo>
                    <a:pt x="4497" y="225"/>
                  </a:lnTo>
                  <a:lnTo>
                    <a:pt x="4407" y="157"/>
                  </a:lnTo>
                  <a:lnTo>
                    <a:pt x="4317" y="90"/>
                  </a:lnTo>
                  <a:lnTo>
                    <a:pt x="4204" y="45"/>
                  </a:lnTo>
                  <a:lnTo>
                    <a:pt x="4092"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5"/>
            <p:cNvSpPr/>
            <p:nvPr/>
          </p:nvSpPr>
          <p:spPr>
            <a:xfrm>
              <a:off x="5139600" y="3721250"/>
              <a:ext cx="113000" cy="100625"/>
            </a:xfrm>
            <a:custGeom>
              <a:avLst/>
              <a:gdLst/>
              <a:ahLst/>
              <a:cxnLst/>
              <a:rect l="l" t="t" r="r" b="b"/>
              <a:pathLst>
                <a:path w="4520" h="4025" extrusionOk="0">
                  <a:moveTo>
                    <a:pt x="3845" y="0"/>
                  </a:moveTo>
                  <a:lnTo>
                    <a:pt x="3732" y="23"/>
                  </a:lnTo>
                  <a:lnTo>
                    <a:pt x="3597" y="90"/>
                  </a:lnTo>
                  <a:lnTo>
                    <a:pt x="3125" y="405"/>
                  </a:lnTo>
                  <a:lnTo>
                    <a:pt x="2676" y="720"/>
                  </a:lnTo>
                  <a:lnTo>
                    <a:pt x="2226" y="1057"/>
                  </a:lnTo>
                  <a:lnTo>
                    <a:pt x="1799" y="1417"/>
                  </a:lnTo>
                  <a:lnTo>
                    <a:pt x="1372" y="1799"/>
                  </a:lnTo>
                  <a:lnTo>
                    <a:pt x="967" y="2181"/>
                  </a:lnTo>
                  <a:lnTo>
                    <a:pt x="181" y="2968"/>
                  </a:lnTo>
                  <a:lnTo>
                    <a:pt x="91" y="3080"/>
                  </a:lnTo>
                  <a:lnTo>
                    <a:pt x="23" y="3192"/>
                  </a:lnTo>
                  <a:lnTo>
                    <a:pt x="1" y="3305"/>
                  </a:lnTo>
                  <a:lnTo>
                    <a:pt x="1" y="3440"/>
                  </a:lnTo>
                  <a:lnTo>
                    <a:pt x="23" y="3552"/>
                  </a:lnTo>
                  <a:lnTo>
                    <a:pt x="46" y="3642"/>
                  </a:lnTo>
                  <a:lnTo>
                    <a:pt x="113" y="3754"/>
                  </a:lnTo>
                  <a:lnTo>
                    <a:pt x="181" y="3844"/>
                  </a:lnTo>
                  <a:lnTo>
                    <a:pt x="271" y="3912"/>
                  </a:lnTo>
                  <a:lnTo>
                    <a:pt x="383" y="3979"/>
                  </a:lnTo>
                  <a:lnTo>
                    <a:pt x="473" y="4024"/>
                  </a:lnTo>
                  <a:lnTo>
                    <a:pt x="720" y="4024"/>
                  </a:lnTo>
                  <a:lnTo>
                    <a:pt x="833" y="4002"/>
                  </a:lnTo>
                  <a:lnTo>
                    <a:pt x="945" y="3934"/>
                  </a:lnTo>
                  <a:lnTo>
                    <a:pt x="1057" y="3844"/>
                  </a:lnTo>
                  <a:lnTo>
                    <a:pt x="1799" y="3102"/>
                  </a:lnTo>
                  <a:lnTo>
                    <a:pt x="2159" y="2743"/>
                  </a:lnTo>
                  <a:lnTo>
                    <a:pt x="2563" y="2406"/>
                  </a:lnTo>
                  <a:lnTo>
                    <a:pt x="2946" y="2068"/>
                  </a:lnTo>
                  <a:lnTo>
                    <a:pt x="3350" y="1754"/>
                  </a:lnTo>
                  <a:lnTo>
                    <a:pt x="3777" y="1439"/>
                  </a:lnTo>
                  <a:lnTo>
                    <a:pt x="4227" y="1169"/>
                  </a:lnTo>
                  <a:lnTo>
                    <a:pt x="4339" y="1079"/>
                  </a:lnTo>
                  <a:lnTo>
                    <a:pt x="4429" y="989"/>
                  </a:lnTo>
                  <a:lnTo>
                    <a:pt x="4474" y="877"/>
                  </a:lnTo>
                  <a:lnTo>
                    <a:pt x="4519" y="765"/>
                  </a:lnTo>
                  <a:lnTo>
                    <a:pt x="4519" y="652"/>
                  </a:lnTo>
                  <a:lnTo>
                    <a:pt x="4497" y="540"/>
                  </a:lnTo>
                  <a:lnTo>
                    <a:pt x="4474" y="427"/>
                  </a:lnTo>
                  <a:lnTo>
                    <a:pt x="4429" y="315"/>
                  </a:lnTo>
                  <a:lnTo>
                    <a:pt x="4362" y="225"/>
                  </a:lnTo>
                  <a:lnTo>
                    <a:pt x="4272" y="135"/>
                  </a:lnTo>
                  <a:lnTo>
                    <a:pt x="4182" y="68"/>
                  </a:lnTo>
                  <a:lnTo>
                    <a:pt x="4092" y="23"/>
                  </a:lnTo>
                  <a:lnTo>
                    <a:pt x="3980"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5"/>
            <p:cNvSpPr/>
            <p:nvPr/>
          </p:nvSpPr>
          <p:spPr>
            <a:xfrm>
              <a:off x="5173325" y="3908950"/>
              <a:ext cx="220325" cy="212450"/>
            </a:xfrm>
            <a:custGeom>
              <a:avLst/>
              <a:gdLst/>
              <a:ahLst/>
              <a:cxnLst/>
              <a:rect l="l" t="t" r="r" b="b"/>
              <a:pathLst>
                <a:path w="8813" h="8498" extrusionOk="0">
                  <a:moveTo>
                    <a:pt x="8116" y="0"/>
                  </a:moveTo>
                  <a:lnTo>
                    <a:pt x="8003" y="45"/>
                  </a:lnTo>
                  <a:lnTo>
                    <a:pt x="7891" y="113"/>
                  </a:lnTo>
                  <a:lnTo>
                    <a:pt x="7801" y="203"/>
                  </a:lnTo>
                  <a:lnTo>
                    <a:pt x="6969" y="1214"/>
                  </a:lnTo>
                  <a:lnTo>
                    <a:pt x="6137" y="2226"/>
                  </a:lnTo>
                  <a:lnTo>
                    <a:pt x="5261" y="3192"/>
                  </a:lnTo>
                  <a:lnTo>
                    <a:pt x="4811" y="3664"/>
                  </a:lnTo>
                  <a:lnTo>
                    <a:pt x="4362" y="4114"/>
                  </a:lnTo>
                  <a:lnTo>
                    <a:pt x="3889" y="4586"/>
                  </a:lnTo>
                  <a:lnTo>
                    <a:pt x="3417" y="5013"/>
                  </a:lnTo>
                  <a:lnTo>
                    <a:pt x="2923" y="5440"/>
                  </a:lnTo>
                  <a:lnTo>
                    <a:pt x="2428" y="5845"/>
                  </a:lnTo>
                  <a:lnTo>
                    <a:pt x="1911" y="6250"/>
                  </a:lnTo>
                  <a:lnTo>
                    <a:pt x="1394" y="6632"/>
                  </a:lnTo>
                  <a:lnTo>
                    <a:pt x="855" y="6991"/>
                  </a:lnTo>
                  <a:lnTo>
                    <a:pt x="293" y="7329"/>
                  </a:lnTo>
                  <a:lnTo>
                    <a:pt x="180" y="7418"/>
                  </a:lnTo>
                  <a:lnTo>
                    <a:pt x="90" y="7508"/>
                  </a:lnTo>
                  <a:lnTo>
                    <a:pt x="23" y="7621"/>
                  </a:lnTo>
                  <a:lnTo>
                    <a:pt x="1" y="7733"/>
                  </a:lnTo>
                  <a:lnTo>
                    <a:pt x="1" y="7846"/>
                  </a:lnTo>
                  <a:lnTo>
                    <a:pt x="1" y="7958"/>
                  </a:lnTo>
                  <a:lnTo>
                    <a:pt x="46" y="8070"/>
                  </a:lnTo>
                  <a:lnTo>
                    <a:pt x="90" y="8183"/>
                  </a:lnTo>
                  <a:lnTo>
                    <a:pt x="158" y="8273"/>
                  </a:lnTo>
                  <a:lnTo>
                    <a:pt x="225" y="8363"/>
                  </a:lnTo>
                  <a:lnTo>
                    <a:pt x="338" y="8430"/>
                  </a:lnTo>
                  <a:lnTo>
                    <a:pt x="428" y="8475"/>
                  </a:lnTo>
                  <a:lnTo>
                    <a:pt x="540" y="8497"/>
                  </a:lnTo>
                  <a:lnTo>
                    <a:pt x="652" y="8497"/>
                  </a:lnTo>
                  <a:lnTo>
                    <a:pt x="787" y="8475"/>
                  </a:lnTo>
                  <a:lnTo>
                    <a:pt x="922" y="8408"/>
                  </a:lnTo>
                  <a:lnTo>
                    <a:pt x="1484" y="8048"/>
                  </a:lnTo>
                  <a:lnTo>
                    <a:pt x="2046" y="7688"/>
                  </a:lnTo>
                  <a:lnTo>
                    <a:pt x="2586" y="7284"/>
                  </a:lnTo>
                  <a:lnTo>
                    <a:pt x="3125" y="6879"/>
                  </a:lnTo>
                  <a:lnTo>
                    <a:pt x="3642" y="6452"/>
                  </a:lnTo>
                  <a:lnTo>
                    <a:pt x="4159" y="6025"/>
                  </a:lnTo>
                  <a:lnTo>
                    <a:pt x="4631" y="5575"/>
                  </a:lnTo>
                  <a:lnTo>
                    <a:pt x="5126" y="5103"/>
                  </a:lnTo>
                  <a:lnTo>
                    <a:pt x="5598" y="4631"/>
                  </a:lnTo>
                  <a:lnTo>
                    <a:pt x="6047" y="4137"/>
                  </a:lnTo>
                  <a:lnTo>
                    <a:pt x="6947" y="3147"/>
                  </a:lnTo>
                  <a:lnTo>
                    <a:pt x="7823" y="2136"/>
                  </a:lnTo>
                  <a:lnTo>
                    <a:pt x="8677" y="1079"/>
                  </a:lnTo>
                  <a:lnTo>
                    <a:pt x="8745" y="967"/>
                  </a:lnTo>
                  <a:lnTo>
                    <a:pt x="8790" y="855"/>
                  </a:lnTo>
                  <a:lnTo>
                    <a:pt x="8812" y="720"/>
                  </a:lnTo>
                  <a:lnTo>
                    <a:pt x="8812" y="607"/>
                  </a:lnTo>
                  <a:lnTo>
                    <a:pt x="8790" y="495"/>
                  </a:lnTo>
                  <a:lnTo>
                    <a:pt x="8745" y="383"/>
                  </a:lnTo>
                  <a:lnTo>
                    <a:pt x="8677" y="270"/>
                  </a:lnTo>
                  <a:lnTo>
                    <a:pt x="8610" y="180"/>
                  </a:lnTo>
                  <a:lnTo>
                    <a:pt x="8520" y="113"/>
                  </a:lnTo>
                  <a:lnTo>
                    <a:pt x="8430" y="45"/>
                  </a:lnTo>
                  <a:lnTo>
                    <a:pt x="8318" y="23"/>
                  </a:lnTo>
                  <a:lnTo>
                    <a:pt x="8228" y="0"/>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15"/>
            <p:cNvSpPr/>
            <p:nvPr/>
          </p:nvSpPr>
          <p:spPr>
            <a:xfrm>
              <a:off x="5271100" y="4113500"/>
              <a:ext cx="64100" cy="64650"/>
            </a:xfrm>
            <a:custGeom>
              <a:avLst/>
              <a:gdLst/>
              <a:ahLst/>
              <a:cxnLst/>
              <a:rect l="l" t="t" r="r" b="b"/>
              <a:pathLst>
                <a:path w="2564" h="2586" extrusionOk="0">
                  <a:moveTo>
                    <a:pt x="1844" y="1"/>
                  </a:moveTo>
                  <a:lnTo>
                    <a:pt x="1732" y="23"/>
                  </a:lnTo>
                  <a:lnTo>
                    <a:pt x="1619" y="91"/>
                  </a:lnTo>
                  <a:lnTo>
                    <a:pt x="1507" y="181"/>
                  </a:lnTo>
                  <a:lnTo>
                    <a:pt x="181" y="1529"/>
                  </a:lnTo>
                  <a:lnTo>
                    <a:pt x="91" y="1642"/>
                  </a:lnTo>
                  <a:lnTo>
                    <a:pt x="23" y="1754"/>
                  </a:lnTo>
                  <a:lnTo>
                    <a:pt x="1" y="1867"/>
                  </a:lnTo>
                  <a:lnTo>
                    <a:pt x="1" y="1979"/>
                  </a:lnTo>
                  <a:lnTo>
                    <a:pt x="23" y="2091"/>
                  </a:lnTo>
                  <a:lnTo>
                    <a:pt x="46" y="2204"/>
                  </a:lnTo>
                  <a:lnTo>
                    <a:pt x="113" y="2294"/>
                  </a:lnTo>
                  <a:lnTo>
                    <a:pt x="181" y="2384"/>
                  </a:lnTo>
                  <a:lnTo>
                    <a:pt x="271" y="2451"/>
                  </a:lnTo>
                  <a:lnTo>
                    <a:pt x="383" y="2518"/>
                  </a:lnTo>
                  <a:lnTo>
                    <a:pt x="473" y="2563"/>
                  </a:lnTo>
                  <a:lnTo>
                    <a:pt x="585" y="2586"/>
                  </a:lnTo>
                  <a:lnTo>
                    <a:pt x="720" y="2586"/>
                  </a:lnTo>
                  <a:lnTo>
                    <a:pt x="833" y="2541"/>
                  </a:lnTo>
                  <a:lnTo>
                    <a:pt x="945" y="2496"/>
                  </a:lnTo>
                  <a:lnTo>
                    <a:pt x="1057" y="2406"/>
                  </a:lnTo>
                  <a:lnTo>
                    <a:pt x="2384" y="1057"/>
                  </a:lnTo>
                  <a:lnTo>
                    <a:pt x="2474" y="945"/>
                  </a:lnTo>
                  <a:lnTo>
                    <a:pt x="2541" y="832"/>
                  </a:lnTo>
                  <a:lnTo>
                    <a:pt x="2564" y="720"/>
                  </a:lnTo>
                  <a:lnTo>
                    <a:pt x="2564" y="608"/>
                  </a:lnTo>
                  <a:lnTo>
                    <a:pt x="2541" y="495"/>
                  </a:lnTo>
                  <a:lnTo>
                    <a:pt x="2519" y="383"/>
                  </a:lnTo>
                  <a:lnTo>
                    <a:pt x="2451" y="293"/>
                  </a:lnTo>
                  <a:lnTo>
                    <a:pt x="2384" y="203"/>
                  </a:lnTo>
                  <a:lnTo>
                    <a:pt x="2294" y="113"/>
                  </a:lnTo>
                  <a:lnTo>
                    <a:pt x="2181" y="68"/>
                  </a:lnTo>
                  <a:lnTo>
                    <a:pt x="2091" y="23"/>
                  </a:lnTo>
                  <a:lnTo>
                    <a:pt x="1979" y="1"/>
                  </a:lnTo>
                  <a:close/>
                </a:path>
              </a:pathLst>
            </a:custGeom>
            <a:solidFill>
              <a:srgbClr val="70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15"/>
            <p:cNvSpPr/>
            <p:nvPr/>
          </p:nvSpPr>
          <p:spPr>
            <a:xfrm>
              <a:off x="3300275" y="3453750"/>
              <a:ext cx="62400" cy="547950"/>
            </a:xfrm>
            <a:custGeom>
              <a:avLst/>
              <a:gdLst/>
              <a:ahLst/>
              <a:cxnLst/>
              <a:rect l="l" t="t" r="r" b="b"/>
              <a:pathLst>
                <a:path w="2496" h="21918" extrusionOk="0">
                  <a:moveTo>
                    <a:pt x="562" y="0"/>
                  </a:moveTo>
                  <a:lnTo>
                    <a:pt x="450" y="23"/>
                  </a:lnTo>
                  <a:lnTo>
                    <a:pt x="337" y="68"/>
                  </a:lnTo>
                  <a:lnTo>
                    <a:pt x="247" y="113"/>
                  </a:lnTo>
                  <a:lnTo>
                    <a:pt x="157" y="180"/>
                  </a:lnTo>
                  <a:lnTo>
                    <a:pt x="90" y="270"/>
                  </a:lnTo>
                  <a:lnTo>
                    <a:pt x="23" y="382"/>
                  </a:lnTo>
                  <a:lnTo>
                    <a:pt x="0" y="495"/>
                  </a:lnTo>
                  <a:lnTo>
                    <a:pt x="0" y="630"/>
                  </a:lnTo>
                  <a:lnTo>
                    <a:pt x="23" y="765"/>
                  </a:lnTo>
                  <a:lnTo>
                    <a:pt x="360" y="2023"/>
                  </a:lnTo>
                  <a:lnTo>
                    <a:pt x="629" y="3305"/>
                  </a:lnTo>
                  <a:lnTo>
                    <a:pt x="877" y="4586"/>
                  </a:lnTo>
                  <a:lnTo>
                    <a:pt x="967" y="5215"/>
                  </a:lnTo>
                  <a:lnTo>
                    <a:pt x="1034" y="5867"/>
                  </a:lnTo>
                  <a:lnTo>
                    <a:pt x="1124" y="6497"/>
                  </a:lnTo>
                  <a:lnTo>
                    <a:pt x="1169" y="7149"/>
                  </a:lnTo>
                  <a:lnTo>
                    <a:pt x="1214" y="7778"/>
                  </a:lnTo>
                  <a:lnTo>
                    <a:pt x="1236" y="8430"/>
                  </a:lnTo>
                  <a:lnTo>
                    <a:pt x="1236" y="9082"/>
                  </a:lnTo>
                  <a:lnTo>
                    <a:pt x="1236" y="9734"/>
                  </a:lnTo>
                  <a:lnTo>
                    <a:pt x="1236" y="10386"/>
                  </a:lnTo>
                  <a:lnTo>
                    <a:pt x="1191" y="11060"/>
                  </a:lnTo>
                  <a:lnTo>
                    <a:pt x="1102" y="12341"/>
                  </a:lnTo>
                  <a:lnTo>
                    <a:pt x="1012" y="13623"/>
                  </a:lnTo>
                  <a:lnTo>
                    <a:pt x="899" y="14904"/>
                  </a:lnTo>
                  <a:lnTo>
                    <a:pt x="809" y="16185"/>
                  </a:lnTo>
                  <a:lnTo>
                    <a:pt x="764" y="17467"/>
                  </a:lnTo>
                  <a:lnTo>
                    <a:pt x="742" y="18118"/>
                  </a:lnTo>
                  <a:lnTo>
                    <a:pt x="742" y="18748"/>
                  </a:lnTo>
                  <a:lnTo>
                    <a:pt x="764" y="19400"/>
                  </a:lnTo>
                  <a:lnTo>
                    <a:pt x="809" y="20052"/>
                  </a:lnTo>
                  <a:lnTo>
                    <a:pt x="854" y="20681"/>
                  </a:lnTo>
                  <a:lnTo>
                    <a:pt x="922" y="21333"/>
                  </a:lnTo>
                  <a:lnTo>
                    <a:pt x="967" y="21468"/>
                  </a:lnTo>
                  <a:lnTo>
                    <a:pt x="1012" y="21580"/>
                  </a:lnTo>
                  <a:lnTo>
                    <a:pt x="1079" y="21693"/>
                  </a:lnTo>
                  <a:lnTo>
                    <a:pt x="1169" y="21783"/>
                  </a:lnTo>
                  <a:lnTo>
                    <a:pt x="1281" y="21828"/>
                  </a:lnTo>
                  <a:lnTo>
                    <a:pt x="1394" y="21895"/>
                  </a:lnTo>
                  <a:lnTo>
                    <a:pt x="1506" y="21917"/>
                  </a:lnTo>
                  <a:lnTo>
                    <a:pt x="1731" y="21917"/>
                  </a:lnTo>
                  <a:lnTo>
                    <a:pt x="1843" y="21895"/>
                  </a:lnTo>
                  <a:lnTo>
                    <a:pt x="1956" y="21850"/>
                  </a:lnTo>
                  <a:lnTo>
                    <a:pt x="2023" y="21783"/>
                  </a:lnTo>
                  <a:lnTo>
                    <a:pt x="2091" y="21693"/>
                  </a:lnTo>
                  <a:lnTo>
                    <a:pt x="2136" y="21603"/>
                  </a:lnTo>
                  <a:lnTo>
                    <a:pt x="2181" y="21468"/>
                  </a:lnTo>
                  <a:lnTo>
                    <a:pt x="2158" y="21333"/>
                  </a:lnTo>
                  <a:lnTo>
                    <a:pt x="2091" y="20614"/>
                  </a:lnTo>
                  <a:lnTo>
                    <a:pt x="2023" y="19894"/>
                  </a:lnTo>
                  <a:lnTo>
                    <a:pt x="2001" y="19197"/>
                  </a:lnTo>
                  <a:lnTo>
                    <a:pt x="1978" y="18478"/>
                  </a:lnTo>
                  <a:lnTo>
                    <a:pt x="2001" y="17759"/>
                  </a:lnTo>
                  <a:lnTo>
                    <a:pt x="2023" y="17062"/>
                  </a:lnTo>
                  <a:lnTo>
                    <a:pt x="2091" y="15646"/>
                  </a:lnTo>
                  <a:lnTo>
                    <a:pt x="2203" y="14230"/>
                  </a:lnTo>
                  <a:lnTo>
                    <a:pt x="2315" y="12813"/>
                  </a:lnTo>
                  <a:lnTo>
                    <a:pt x="2428" y="11375"/>
                  </a:lnTo>
                  <a:lnTo>
                    <a:pt x="2495" y="9959"/>
                  </a:lnTo>
                  <a:lnTo>
                    <a:pt x="2495" y="8745"/>
                  </a:lnTo>
                  <a:lnTo>
                    <a:pt x="2450" y="7531"/>
                  </a:lnTo>
                  <a:lnTo>
                    <a:pt x="2360" y="6339"/>
                  </a:lnTo>
                  <a:lnTo>
                    <a:pt x="2225" y="5148"/>
                  </a:lnTo>
                  <a:lnTo>
                    <a:pt x="2023" y="3957"/>
                  </a:lnTo>
                  <a:lnTo>
                    <a:pt x="1798" y="2788"/>
                  </a:lnTo>
                  <a:lnTo>
                    <a:pt x="1529" y="1596"/>
                  </a:lnTo>
                  <a:lnTo>
                    <a:pt x="1214" y="427"/>
                  </a:lnTo>
                  <a:lnTo>
                    <a:pt x="1169" y="293"/>
                  </a:lnTo>
                  <a:lnTo>
                    <a:pt x="1102" y="203"/>
                  </a:lnTo>
                  <a:lnTo>
                    <a:pt x="1012" y="113"/>
                  </a:lnTo>
                  <a:lnTo>
                    <a:pt x="899" y="45"/>
                  </a:lnTo>
                  <a:lnTo>
                    <a:pt x="809" y="23"/>
                  </a:lnTo>
                  <a:lnTo>
                    <a:pt x="674"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5"/>
            <p:cNvSpPr/>
            <p:nvPr/>
          </p:nvSpPr>
          <p:spPr>
            <a:xfrm>
              <a:off x="3354225" y="4119700"/>
              <a:ext cx="114100" cy="173675"/>
            </a:xfrm>
            <a:custGeom>
              <a:avLst/>
              <a:gdLst/>
              <a:ahLst/>
              <a:cxnLst/>
              <a:rect l="l" t="t" r="r" b="b"/>
              <a:pathLst>
                <a:path w="4564" h="6947" extrusionOk="0">
                  <a:moveTo>
                    <a:pt x="540" y="0"/>
                  </a:moveTo>
                  <a:lnTo>
                    <a:pt x="427" y="23"/>
                  </a:lnTo>
                  <a:lnTo>
                    <a:pt x="315" y="45"/>
                  </a:lnTo>
                  <a:lnTo>
                    <a:pt x="225" y="112"/>
                  </a:lnTo>
                  <a:lnTo>
                    <a:pt x="135" y="180"/>
                  </a:lnTo>
                  <a:lnTo>
                    <a:pt x="67" y="270"/>
                  </a:lnTo>
                  <a:lnTo>
                    <a:pt x="23" y="360"/>
                  </a:lnTo>
                  <a:lnTo>
                    <a:pt x="0" y="472"/>
                  </a:lnTo>
                  <a:lnTo>
                    <a:pt x="0" y="607"/>
                  </a:lnTo>
                  <a:lnTo>
                    <a:pt x="23" y="742"/>
                  </a:lnTo>
                  <a:lnTo>
                    <a:pt x="337" y="1574"/>
                  </a:lnTo>
                  <a:lnTo>
                    <a:pt x="652" y="2405"/>
                  </a:lnTo>
                  <a:lnTo>
                    <a:pt x="989" y="3215"/>
                  </a:lnTo>
                  <a:lnTo>
                    <a:pt x="1371" y="4001"/>
                  </a:lnTo>
                  <a:lnTo>
                    <a:pt x="1574" y="4383"/>
                  </a:lnTo>
                  <a:lnTo>
                    <a:pt x="1798" y="4766"/>
                  </a:lnTo>
                  <a:lnTo>
                    <a:pt x="2023" y="5125"/>
                  </a:lnTo>
                  <a:lnTo>
                    <a:pt x="2293" y="5485"/>
                  </a:lnTo>
                  <a:lnTo>
                    <a:pt x="2563" y="5822"/>
                  </a:lnTo>
                  <a:lnTo>
                    <a:pt x="2855" y="6159"/>
                  </a:lnTo>
                  <a:lnTo>
                    <a:pt x="3147" y="6474"/>
                  </a:lnTo>
                  <a:lnTo>
                    <a:pt x="3484" y="6789"/>
                  </a:lnTo>
                  <a:lnTo>
                    <a:pt x="3597" y="6879"/>
                  </a:lnTo>
                  <a:lnTo>
                    <a:pt x="3732" y="6924"/>
                  </a:lnTo>
                  <a:lnTo>
                    <a:pt x="3844" y="6946"/>
                  </a:lnTo>
                  <a:lnTo>
                    <a:pt x="3956" y="6946"/>
                  </a:lnTo>
                  <a:lnTo>
                    <a:pt x="4091" y="6924"/>
                  </a:lnTo>
                  <a:lnTo>
                    <a:pt x="4181" y="6879"/>
                  </a:lnTo>
                  <a:lnTo>
                    <a:pt x="4294" y="6834"/>
                  </a:lnTo>
                  <a:lnTo>
                    <a:pt x="4383" y="6744"/>
                  </a:lnTo>
                  <a:lnTo>
                    <a:pt x="4451" y="6654"/>
                  </a:lnTo>
                  <a:lnTo>
                    <a:pt x="4518" y="6564"/>
                  </a:lnTo>
                  <a:lnTo>
                    <a:pt x="4541" y="6452"/>
                  </a:lnTo>
                  <a:lnTo>
                    <a:pt x="4563" y="6339"/>
                  </a:lnTo>
                  <a:lnTo>
                    <a:pt x="4563" y="6249"/>
                  </a:lnTo>
                  <a:lnTo>
                    <a:pt x="4518" y="6137"/>
                  </a:lnTo>
                  <a:lnTo>
                    <a:pt x="4473" y="6024"/>
                  </a:lnTo>
                  <a:lnTo>
                    <a:pt x="4361" y="5912"/>
                  </a:lnTo>
                  <a:lnTo>
                    <a:pt x="4069" y="5642"/>
                  </a:lnTo>
                  <a:lnTo>
                    <a:pt x="3777" y="5350"/>
                  </a:lnTo>
                  <a:lnTo>
                    <a:pt x="3507" y="5035"/>
                  </a:lnTo>
                  <a:lnTo>
                    <a:pt x="3259" y="4721"/>
                  </a:lnTo>
                  <a:lnTo>
                    <a:pt x="3035" y="4406"/>
                  </a:lnTo>
                  <a:lnTo>
                    <a:pt x="2832" y="4069"/>
                  </a:lnTo>
                  <a:lnTo>
                    <a:pt x="2630" y="3732"/>
                  </a:lnTo>
                  <a:lnTo>
                    <a:pt x="2428" y="3394"/>
                  </a:lnTo>
                  <a:lnTo>
                    <a:pt x="2091" y="2675"/>
                  </a:lnTo>
                  <a:lnTo>
                    <a:pt x="1776" y="1933"/>
                  </a:lnTo>
                  <a:lnTo>
                    <a:pt x="1506" y="1169"/>
                  </a:lnTo>
                  <a:lnTo>
                    <a:pt x="1214" y="405"/>
                  </a:lnTo>
                  <a:lnTo>
                    <a:pt x="1169" y="292"/>
                  </a:lnTo>
                  <a:lnTo>
                    <a:pt x="1079" y="180"/>
                  </a:lnTo>
                  <a:lnTo>
                    <a:pt x="989" y="112"/>
                  </a:lnTo>
                  <a:lnTo>
                    <a:pt x="899" y="45"/>
                  </a:lnTo>
                  <a:lnTo>
                    <a:pt x="787"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15"/>
            <p:cNvSpPr/>
            <p:nvPr/>
          </p:nvSpPr>
          <p:spPr>
            <a:xfrm>
              <a:off x="3393550" y="3912325"/>
              <a:ext cx="87125" cy="250100"/>
            </a:xfrm>
            <a:custGeom>
              <a:avLst/>
              <a:gdLst/>
              <a:ahLst/>
              <a:cxnLst/>
              <a:rect l="l" t="t" r="r" b="b"/>
              <a:pathLst>
                <a:path w="3485" h="10004" extrusionOk="0">
                  <a:moveTo>
                    <a:pt x="630" y="0"/>
                  </a:moveTo>
                  <a:lnTo>
                    <a:pt x="518" y="23"/>
                  </a:lnTo>
                  <a:lnTo>
                    <a:pt x="405" y="68"/>
                  </a:lnTo>
                  <a:lnTo>
                    <a:pt x="315" y="135"/>
                  </a:lnTo>
                  <a:lnTo>
                    <a:pt x="203" y="203"/>
                  </a:lnTo>
                  <a:lnTo>
                    <a:pt x="135" y="292"/>
                  </a:lnTo>
                  <a:lnTo>
                    <a:pt x="68" y="405"/>
                  </a:lnTo>
                  <a:lnTo>
                    <a:pt x="23" y="517"/>
                  </a:lnTo>
                  <a:lnTo>
                    <a:pt x="1" y="652"/>
                  </a:lnTo>
                  <a:lnTo>
                    <a:pt x="1" y="787"/>
                  </a:lnTo>
                  <a:lnTo>
                    <a:pt x="158" y="1933"/>
                  </a:lnTo>
                  <a:lnTo>
                    <a:pt x="338" y="3080"/>
                  </a:lnTo>
                  <a:lnTo>
                    <a:pt x="540" y="4226"/>
                  </a:lnTo>
                  <a:lnTo>
                    <a:pt x="787" y="5350"/>
                  </a:lnTo>
                  <a:lnTo>
                    <a:pt x="922" y="5912"/>
                  </a:lnTo>
                  <a:lnTo>
                    <a:pt x="1080" y="6452"/>
                  </a:lnTo>
                  <a:lnTo>
                    <a:pt x="1237" y="7014"/>
                  </a:lnTo>
                  <a:lnTo>
                    <a:pt x="1417" y="7553"/>
                  </a:lnTo>
                  <a:lnTo>
                    <a:pt x="1619" y="8093"/>
                  </a:lnTo>
                  <a:lnTo>
                    <a:pt x="1844" y="8632"/>
                  </a:lnTo>
                  <a:lnTo>
                    <a:pt x="2069" y="9172"/>
                  </a:lnTo>
                  <a:lnTo>
                    <a:pt x="2338" y="9711"/>
                  </a:lnTo>
                  <a:lnTo>
                    <a:pt x="2406" y="9824"/>
                  </a:lnTo>
                  <a:lnTo>
                    <a:pt x="2496" y="9914"/>
                  </a:lnTo>
                  <a:lnTo>
                    <a:pt x="2608" y="9958"/>
                  </a:lnTo>
                  <a:lnTo>
                    <a:pt x="2721" y="10003"/>
                  </a:lnTo>
                  <a:lnTo>
                    <a:pt x="2923" y="10003"/>
                  </a:lnTo>
                  <a:lnTo>
                    <a:pt x="3035" y="9958"/>
                  </a:lnTo>
                  <a:lnTo>
                    <a:pt x="3148" y="9914"/>
                  </a:lnTo>
                  <a:lnTo>
                    <a:pt x="3238" y="9846"/>
                  </a:lnTo>
                  <a:lnTo>
                    <a:pt x="3327" y="9779"/>
                  </a:lnTo>
                  <a:lnTo>
                    <a:pt x="3395" y="9666"/>
                  </a:lnTo>
                  <a:lnTo>
                    <a:pt x="3440" y="9576"/>
                  </a:lnTo>
                  <a:lnTo>
                    <a:pt x="3485" y="9464"/>
                  </a:lnTo>
                  <a:lnTo>
                    <a:pt x="3485" y="9329"/>
                  </a:lnTo>
                  <a:lnTo>
                    <a:pt x="3462" y="9217"/>
                  </a:lnTo>
                  <a:lnTo>
                    <a:pt x="3417" y="9082"/>
                  </a:lnTo>
                  <a:lnTo>
                    <a:pt x="3148" y="8565"/>
                  </a:lnTo>
                  <a:lnTo>
                    <a:pt x="2923" y="8048"/>
                  </a:lnTo>
                  <a:lnTo>
                    <a:pt x="2721" y="7531"/>
                  </a:lnTo>
                  <a:lnTo>
                    <a:pt x="2518" y="7014"/>
                  </a:lnTo>
                  <a:lnTo>
                    <a:pt x="2361" y="6474"/>
                  </a:lnTo>
                  <a:lnTo>
                    <a:pt x="2204" y="5935"/>
                  </a:lnTo>
                  <a:lnTo>
                    <a:pt x="2046" y="5418"/>
                  </a:lnTo>
                  <a:lnTo>
                    <a:pt x="1934" y="4878"/>
                  </a:lnTo>
                  <a:lnTo>
                    <a:pt x="1709" y="3777"/>
                  </a:lnTo>
                  <a:lnTo>
                    <a:pt x="1507" y="2675"/>
                  </a:lnTo>
                  <a:lnTo>
                    <a:pt x="1349" y="1574"/>
                  </a:lnTo>
                  <a:lnTo>
                    <a:pt x="1192" y="450"/>
                  </a:lnTo>
                  <a:lnTo>
                    <a:pt x="1169" y="315"/>
                  </a:lnTo>
                  <a:lnTo>
                    <a:pt x="1102" y="203"/>
                  </a:lnTo>
                  <a:lnTo>
                    <a:pt x="1035" y="135"/>
                  </a:lnTo>
                  <a:lnTo>
                    <a:pt x="945" y="68"/>
                  </a:lnTo>
                  <a:lnTo>
                    <a:pt x="855" y="23"/>
                  </a:lnTo>
                  <a:lnTo>
                    <a:pt x="742"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15"/>
            <p:cNvSpPr/>
            <p:nvPr/>
          </p:nvSpPr>
          <p:spPr>
            <a:xfrm>
              <a:off x="4260125" y="4324250"/>
              <a:ext cx="310800" cy="150625"/>
            </a:xfrm>
            <a:custGeom>
              <a:avLst/>
              <a:gdLst/>
              <a:ahLst/>
              <a:cxnLst/>
              <a:rect l="l" t="t" r="r" b="b"/>
              <a:pathLst>
                <a:path w="12432" h="6025" extrusionOk="0">
                  <a:moveTo>
                    <a:pt x="11779" y="0"/>
                  </a:moveTo>
                  <a:lnTo>
                    <a:pt x="11667" y="45"/>
                  </a:lnTo>
                  <a:lnTo>
                    <a:pt x="11532" y="113"/>
                  </a:lnTo>
                  <a:lnTo>
                    <a:pt x="10453" y="900"/>
                  </a:lnTo>
                  <a:lnTo>
                    <a:pt x="9217" y="1754"/>
                  </a:lnTo>
                  <a:lnTo>
                    <a:pt x="8565" y="2181"/>
                  </a:lnTo>
                  <a:lnTo>
                    <a:pt x="7890" y="2608"/>
                  </a:lnTo>
                  <a:lnTo>
                    <a:pt x="7193" y="3035"/>
                  </a:lnTo>
                  <a:lnTo>
                    <a:pt x="6474" y="3417"/>
                  </a:lnTo>
                  <a:lnTo>
                    <a:pt x="5755" y="3777"/>
                  </a:lnTo>
                  <a:lnTo>
                    <a:pt x="5013" y="4092"/>
                  </a:lnTo>
                  <a:lnTo>
                    <a:pt x="4294" y="4361"/>
                  </a:lnTo>
                  <a:lnTo>
                    <a:pt x="3934" y="4474"/>
                  </a:lnTo>
                  <a:lnTo>
                    <a:pt x="3574" y="4564"/>
                  </a:lnTo>
                  <a:lnTo>
                    <a:pt x="3215" y="4654"/>
                  </a:lnTo>
                  <a:lnTo>
                    <a:pt x="2855" y="4721"/>
                  </a:lnTo>
                  <a:lnTo>
                    <a:pt x="2495" y="4766"/>
                  </a:lnTo>
                  <a:lnTo>
                    <a:pt x="2136" y="4788"/>
                  </a:lnTo>
                  <a:lnTo>
                    <a:pt x="1439" y="4788"/>
                  </a:lnTo>
                  <a:lnTo>
                    <a:pt x="1102" y="4743"/>
                  </a:lnTo>
                  <a:lnTo>
                    <a:pt x="764" y="4699"/>
                  </a:lnTo>
                  <a:lnTo>
                    <a:pt x="630" y="4676"/>
                  </a:lnTo>
                  <a:lnTo>
                    <a:pt x="495" y="4699"/>
                  </a:lnTo>
                  <a:lnTo>
                    <a:pt x="382" y="4743"/>
                  </a:lnTo>
                  <a:lnTo>
                    <a:pt x="292" y="4788"/>
                  </a:lnTo>
                  <a:lnTo>
                    <a:pt x="203" y="4878"/>
                  </a:lnTo>
                  <a:lnTo>
                    <a:pt x="113" y="4968"/>
                  </a:lnTo>
                  <a:lnTo>
                    <a:pt x="68" y="5058"/>
                  </a:lnTo>
                  <a:lnTo>
                    <a:pt x="23" y="5171"/>
                  </a:lnTo>
                  <a:lnTo>
                    <a:pt x="0" y="5283"/>
                  </a:lnTo>
                  <a:lnTo>
                    <a:pt x="0" y="5395"/>
                  </a:lnTo>
                  <a:lnTo>
                    <a:pt x="23" y="5508"/>
                  </a:lnTo>
                  <a:lnTo>
                    <a:pt x="45" y="5620"/>
                  </a:lnTo>
                  <a:lnTo>
                    <a:pt x="113" y="5710"/>
                  </a:lnTo>
                  <a:lnTo>
                    <a:pt x="203" y="5778"/>
                  </a:lnTo>
                  <a:lnTo>
                    <a:pt x="315" y="5845"/>
                  </a:lnTo>
                  <a:lnTo>
                    <a:pt x="450" y="5890"/>
                  </a:lnTo>
                  <a:lnTo>
                    <a:pt x="809" y="5957"/>
                  </a:lnTo>
                  <a:lnTo>
                    <a:pt x="1192" y="6002"/>
                  </a:lnTo>
                  <a:lnTo>
                    <a:pt x="1574" y="6025"/>
                  </a:lnTo>
                  <a:lnTo>
                    <a:pt x="1956" y="6002"/>
                  </a:lnTo>
                  <a:lnTo>
                    <a:pt x="2360" y="5980"/>
                  </a:lnTo>
                  <a:lnTo>
                    <a:pt x="2743" y="5957"/>
                  </a:lnTo>
                  <a:lnTo>
                    <a:pt x="3125" y="5890"/>
                  </a:lnTo>
                  <a:lnTo>
                    <a:pt x="3529" y="5800"/>
                  </a:lnTo>
                  <a:lnTo>
                    <a:pt x="3912" y="5710"/>
                  </a:lnTo>
                  <a:lnTo>
                    <a:pt x="4316" y="5598"/>
                  </a:lnTo>
                  <a:lnTo>
                    <a:pt x="5103" y="5328"/>
                  </a:lnTo>
                  <a:lnTo>
                    <a:pt x="5890" y="5013"/>
                  </a:lnTo>
                  <a:lnTo>
                    <a:pt x="6654" y="4654"/>
                  </a:lnTo>
                  <a:lnTo>
                    <a:pt x="7418" y="4271"/>
                  </a:lnTo>
                  <a:lnTo>
                    <a:pt x="8183" y="3844"/>
                  </a:lnTo>
                  <a:lnTo>
                    <a:pt x="8902" y="3417"/>
                  </a:lnTo>
                  <a:lnTo>
                    <a:pt x="9621" y="2945"/>
                  </a:lnTo>
                  <a:lnTo>
                    <a:pt x="10296" y="2496"/>
                  </a:lnTo>
                  <a:lnTo>
                    <a:pt x="10947" y="2046"/>
                  </a:lnTo>
                  <a:lnTo>
                    <a:pt x="12161" y="1192"/>
                  </a:lnTo>
                  <a:lnTo>
                    <a:pt x="12274" y="1102"/>
                  </a:lnTo>
                  <a:lnTo>
                    <a:pt x="12341" y="989"/>
                  </a:lnTo>
                  <a:lnTo>
                    <a:pt x="12409" y="877"/>
                  </a:lnTo>
                  <a:lnTo>
                    <a:pt x="12431" y="765"/>
                  </a:lnTo>
                  <a:lnTo>
                    <a:pt x="12431" y="630"/>
                  </a:lnTo>
                  <a:lnTo>
                    <a:pt x="12409" y="517"/>
                  </a:lnTo>
                  <a:lnTo>
                    <a:pt x="12386" y="405"/>
                  </a:lnTo>
                  <a:lnTo>
                    <a:pt x="12341" y="293"/>
                  </a:lnTo>
                  <a:lnTo>
                    <a:pt x="12274" y="203"/>
                  </a:lnTo>
                  <a:lnTo>
                    <a:pt x="12184" y="135"/>
                  </a:lnTo>
                  <a:lnTo>
                    <a:pt x="12094" y="68"/>
                  </a:lnTo>
                  <a:lnTo>
                    <a:pt x="12004" y="23"/>
                  </a:lnTo>
                  <a:lnTo>
                    <a:pt x="11892"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5"/>
            <p:cNvSpPr/>
            <p:nvPr/>
          </p:nvSpPr>
          <p:spPr>
            <a:xfrm>
              <a:off x="4607975" y="3992125"/>
              <a:ext cx="188300" cy="257975"/>
            </a:xfrm>
            <a:custGeom>
              <a:avLst/>
              <a:gdLst/>
              <a:ahLst/>
              <a:cxnLst/>
              <a:rect l="l" t="t" r="r" b="b"/>
              <a:pathLst>
                <a:path w="7532" h="10319" extrusionOk="0">
                  <a:moveTo>
                    <a:pt x="6744" y="0"/>
                  </a:moveTo>
                  <a:lnTo>
                    <a:pt x="6654" y="45"/>
                  </a:lnTo>
                  <a:lnTo>
                    <a:pt x="6542" y="113"/>
                  </a:lnTo>
                  <a:lnTo>
                    <a:pt x="6452" y="203"/>
                  </a:lnTo>
                  <a:lnTo>
                    <a:pt x="6385" y="315"/>
                  </a:lnTo>
                  <a:lnTo>
                    <a:pt x="5778" y="1551"/>
                  </a:lnTo>
                  <a:lnTo>
                    <a:pt x="5171" y="2788"/>
                  </a:lnTo>
                  <a:lnTo>
                    <a:pt x="4541" y="4002"/>
                  </a:lnTo>
                  <a:lnTo>
                    <a:pt x="4204" y="4608"/>
                  </a:lnTo>
                  <a:lnTo>
                    <a:pt x="3845" y="5193"/>
                  </a:lnTo>
                  <a:lnTo>
                    <a:pt x="3507" y="5755"/>
                  </a:lnTo>
                  <a:lnTo>
                    <a:pt x="3148" y="6317"/>
                  </a:lnTo>
                  <a:lnTo>
                    <a:pt x="2743" y="6879"/>
                  </a:lnTo>
                  <a:lnTo>
                    <a:pt x="2316" y="7441"/>
                  </a:lnTo>
                  <a:lnTo>
                    <a:pt x="1866" y="7958"/>
                  </a:lnTo>
                  <a:lnTo>
                    <a:pt x="1642" y="8205"/>
                  </a:lnTo>
                  <a:lnTo>
                    <a:pt x="1394" y="8430"/>
                  </a:lnTo>
                  <a:lnTo>
                    <a:pt x="1125" y="8655"/>
                  </a:lnTo>
                  <a:lnTo>
                    <a:pt x="855" y="8835"/>
                  </a:lnTo>
                  <a:lnTo>
                    <a:pt x="585" y="9014"/>
                  </a:lnTo>
                  <a:lnTo>
                    <a:pt x="315" y="9172"/>
                  </a:lnTo>
                  <a:lnTo>
                    <a:pt x="181" y="9239"/>
                  </a:lnTo>
                  <a:lnTo>
                    <a:pt x="91" y="9329"/>
                  </a:lnTo>
                  <a:lnTo>
                    <a:pt x="46" y="9419"/>
                  </a:lnTo>
                  <a:lnTo>
                    <a:pt x="1" y="9531"/>
                  </a:lnTo>
                  <a:lnTo>
                    <a:pt x="1" y="9644"/>
                  </a:lnTo>
                  <a:lnTo>
                    <a:pt x="1" y="9756"/>
                  </a:lnTo>
                  <a:lnTo>
                    <a:pt x="23" y="9869"/>
                  </a:lnTo>
                  <a:lnTo>
                    <a:pt x="91" y="9959"/>
                  </a:lnTo>
                  <a:lnTo>
                    <a:pt x="158" y="10071"/>
                  </a:lnTo>
                  <a:lnTo>
                    <a:pt x="225" y="10138"/>
                  </a:lnTo>
                  <a:lnTo>
                    <a:pt x="338" y="10206"/>
                  </a:lnTo>
                  <a:lnTo>
                    <a:pt x="428" y="10273"/>
                  </a:lnTo>
                  <a:lnTo>
                    <a:pt x="540" y="10296"/>
                  </a:lnTo>
                  <a:lnTo>
                    <a:pt x="675" y="10318"/>
                  </a:lnTo>
                  <a:lnTo>
                    <a:pt x="810" y="10296"/>
                  </a:lnTo>
                  <a:lnTo>
                    <a:pt x="922" y="10228"/>
                  </a:lnTo>
                  <a:lnTo>
                    <a:pt x="1192" y="10093"/>
                  </a:lnTo>
                  <a:lnTo>
                    <a:pt x="1439" y="9936"/>
                  </a:lnTo>
                  <a:lnTo>
                    <a:pt x="1687" y="9779"/>
                  </a:lnTo>
                  <a:lnTo>
                    <a:pt x="1934" y="9599"/>
                  </a:lnTo>
                  <a:lnTo>
                    <a:pt x="2159" y="9397"/>
                  </a:lnTo>
                  <a:lnTo>
                    <a:pt x="2361" y="9194"/>
                  </a:lnTo>
                  <a:lnTo>
                    <a:pt x="2766" y="8767"/>
                  </a:lnTo>
                  <a:lnTo>
                    <a:pt x="3170" y="8295"/>
                  </a:lnTo>
                  <a:lnTo>
                    <a:pt x="3530" y="7823"/>
                  </a:lnTo>
                  <a:lnTo>
                    <a:pt x="4227" y="6856"/>
                  </a:lnTo>
                  <a:lnTo>
                    <a:pt x="4699" y="6160"/>
                  </a:lnTo>
                  <a:lnTo>
                    <a:pt x="5148" y="5440"/>
                  </a:lnTo>
                  <a:lnTo>
                    <a:pt x="5553" y="4698"/>
                  </a:lnTo>
                  <a:lnTo>
                    <a:pt x="5958" y="3957"/>
                  </a:lnTo>
                  <a:lnTo>
                    <a:pt x="6699" y="2450"/>
                  </a:lnTo>
                  <a:lnTo>
                    <a:pt x="7441" y="944"/>
                  </a:lnTo>
                  <a:lnTo>
                    <a:pt x="7509" y="810"/>
                  </a:lnTo>
                  <a:lnTo>
                    <a:pt x="7531" y="675"/>
                  </a:lnTo>
                  <a:lnTo>
                    <a:pt x="7509" y="562"/>
                  </a:lnTo>
                  <a:lnTo>
                    <a:pt x="7486" y="450"/>
                  </a:lnTo>
                  <a:lnTo>
                    <a:pt x="7441" y="337"/>
                  </a:lnTo>
                  <a:lnTo>
                    <a:pt x="7374" y="248"/>
                  </a:lnTo>
                  <a:lnTo>
                    <a:pt x="7284" y="158"/>
                  </a:lnTo>
                  <a:lnTo>
                    <a:pt x="7194" y="90"/>
                  </a:lnTo>
                  <a:lnTo>
                    <a:pt x="7082" y="45"/>
                  </a:lnTo>
                  <a:lnTo>
                    <a:pt x="6969"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5"/>
            <p:cNvSpPr/>
            <p:nvPr/>
          </p:nvSpPr>
          <p:spPr>
            <a:xfrm>
              <a:off x="4618100" y="3745400"/>
              <a:ext cx="230425" cy="338900"/>
            </a:xfrm>
            <a:custGeom>
              <a:avLst/>
              <a:gdLst/>
              <a:ahLst/>
              <a:cxnLst/>
              <a:rect l="l" t="t" r="r" b="b"/>
              <a:pathLst>
                <a:path w="9217" h="13556" extrusionOk="0">
                  <a:moveTo>
                    <a:pt x="8452" y="1"/>
                  </a:moveTo>
                  <a:lnTo>
                    <a:pt x="8340" y="23"/>
                  </a:lnTo>
                  <a:lnTo>
                    <a:pt x="8228" y="91"/>
                  </a:lnTo>
                  <a:lnTo>
                    <a:pt x="8138" y="158"/>
                  </a:lnTo>
                  <a:lnTo>
                    <a:pt x="8048" y="271"/>
                  </a:lnTo>
                  <a:lnTo>
                    <a:pt x="7014" y="1799"/>
                  </a:lnTo>
                  <a:lnTo>
                    <a:pt x="6002" y="3350"/>
                  </a:lnTo>
                  <a:lnTo>
                    <a:pt x="4047" y="6452"/>
                  </a:lnTo>
                  <a:lnTo>
                    <a:pt x="2091" y="9555"/>
                  </a:lnTo>
                  <a:lnTo>
                    <a:pt x="1102" y="11106"/>
                  </a:lnTo>
                  <a:lnTo>
                    <a:pt x="90" y="12657"/>
                  </a:lnTo>
                  <a:lnTo>
                    <a:pt x="23" y="12792"/>
                  </a:lnTo>
                  <a:lnTo>
                    <a:pt x="0" y="12904"/>
                  </a:lnTo>
                  <a:lnTo>
                    <a:pt x="0" y="13016"/>
                  </a:lnTo>
                  <a:lnTo>
                    <a:pt x="23" y="13129"/>
                  </a:lnTo>
                  <a:lnTo>
                    <a:pt x="68" y="13241"/>
                  </a:lnTo>
                  <a:lnTo>
                    <a:pt x="135" y="13331"/>
                  </a:lnTo>
                  <a:lnTo>
                    <a:pt x="203" y="13398"/>
                  </a:lnTo>
                  <a:lnTo>
                    <a:pt x="293" y="13466"/>
                  </a:lnTo>
                  <a:lnTo>
                    <a:pt x="405" y="13511"/>
                  </a:lnTo>
                  <a:lnTo>
                    <a:pt x="517" y="13556"/>
                  </a:lnTo>
                  <a:lnTo>
                    <a:pt x="742" y="13556"/>
                  </a:lnTo>
                  <a:lnTo>
                    <a:pt x="855" y="13533"/>
                  </a:lnTo>
                  <a:lnTo>
                    <a:pt x="967" y="13466"/>
                  </a:lnTo>
                  <a:lnTo>
                    <a:pt x="1079" y="13398"/>
                  </a:lnTo>
                  <a:lnTo>
                    <a:pt x="1169" y="13286"/>
                  </a:lnTo>
                  <a:lnTo>
                    <a:pt x="2158" y="11735"/>
                  </a:lnTo>
                  <a:lnTo>
                    <a:pt x="3147" y="10184"/>
                  </a:lnTo>
                  <a:lnTo>
                    <a:pt x="5103" y="7082"/>
                  </a:lnTo>
                  <a:lnTo>
                    <a:pt x="7081" y="3980"/>
                  </a:lnTo>
                  <a:lnTo>
                    <a:pt x="8093" y="2429"/>
                  </a:lnTo>
                  <a:lnTo>
                    <a:pt x="9104" y="900"/>
                  </a:lnTo>
                  <a:lnTo>
                    <a:pt x="9172" y="788"/>
                  </a:lnTo>
                  <a:lnTo>
                    <a:pt x="9217" y="653"/>
                  </a:lnTo>
                  <a:lnTo>
                    <a:pt x="9217" y="540"/>
                  </a:lnTo>
                  <a:lnTo>
                    <a:pt x="9194" y="428"/>
                  </a:lnTo>
                  <a:lnTo>
                    <a:pt x="9149" y="338"/>
                  </a:lnTo>
                  <a:lnTo>
                    <a:pt x="9082" y="248"/>
                  </a:lnTo>
                  <a:lnTo>
                    <a:pt x="9014" y="158"/>
                  </a:lnTo>
                  <a:lnTo>
                    <a:pt x="8902" y="91"/>
                  </a:lnTo>
                  <a:lnTo>
                    <a:pt x="8812" y="46"/>
                  </a:lnTo>
                  <a:lnTo>
                    <a:pt x="8700" y="23"/>
                  </a:lnTo>
                  <a:lnTo>
                    <a:pt x="8565" y="1"/>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15"/>
            <p:cNvSpPr/>
            <p:nvPr/>
          </p:nvSpPr>
          <p:spPr>
            <a:xfrm>
              <a:off x="4914825" y="3558275"/>
              <a:ext cx="359675" cy="150075"/>
            </a:xfrm>
            <a:custGeom>
              <a:avLst/>
              <a:gdLst/>
              <a:ahLst/>
              <a:cxnLst/>
              <a:rect l="l" t="t" r="r" b="b"/>
              <a:pathLst>
                <a:path w="14387" h="6003" extrusionOk="0">
                  <a:moveTo>
                    <a:pt x="13600" y="0"/>
                  </a:moveTo>
                  <a:lnTo>
                    <a:pt x="11824" y="315"/>
                  </a:lnTo>
                  <a:lnTo>
                    <a:pt x="10948" y="495"/>
                  </a:lnTo>
                  <a:lnTo>
                    <a:pt x="10071" y="675"/>
                  </a:lnTo>
                  <a:lnTo>
                    <a:pt x="9194" y="877"/>
                  </a:lnTo>
                  <a:lnTo>
                    <a:pt x="8317" y="1102"/>
                  </a:lnTo>
                  <a:lnTo>
                    <a:pt x="7463" y="1349"/>
                  </a:lnTo>
                  <a:lnTo>
                    <a:pt x="6609" y="1596"/>
                  </a:lnTo>
                  <a:lnTo>
                    <a:pt x="5777" y="1889"/>
                  </a:lnTo>
                  <a:lnTo>
                    <a:pt x="4946" y="2203"/>
                  </a:lnTo>
                  <a:lnTo>
                    <a:pt x="4114" y="2563"/>
                  </a:lnTo>
                  <a:lnTo>
                    <a:pt x="3305" y="2923"/>
                  </a:lnTo>
                  <a:lnTo>
                    <a:pt x="2518" y="3350"/>
                  </a:lnTo>
                  <a:lnTo>
                    <a:pt x="1754" y="3799"/>
                  </a:lnTo>
                  <a:lnTo>
                    <a:pt x="989" y="4294"/>
                  </a:lnTo>
                  <a:lnTo>
                    <a:pt x="248" y="4811"/>
                  </a:lnTo>
                  <a:lnTo>
                    <a:pt x="158" y="4901"/>
                  </a:lnTo>
                  <a:lnTo>
                    <a:pt x="68" y="5013"/>
                  </a:lnTo>
                  <a:lnTo>
                    <a:pt x="23" y="5126"/>
                  </a:lnTo>
                  <a:lnTo>
                    <a:pt x="0" y="5261"/>
                  </a:lnTo>
                  <a:lnTo>
                    <a:pt x="0" y="5373"/>
                  </a:lnTo>
                  <a:lnTo>
                    <a:pt x="0" y="5485"/>
                  </a:lnTo>
                  <a:lnTo>
                    <a:pt x="45" y="5598"/>
                  </a:lnTo>
                  <a:lnTo>
                    <a:pt x="90" y="5710"/>
                  </a:lnTo>
                  <a:lnTo>
                    <a:pt x="158" y="5800"/>
                  </a:lnTo>
                  <a:lnTo>
                    <a:pt x="225" y="5890"/>
                  </a:lnTo>
                  <a:lnTo>
                    <a:pt x="315" y="5957"/>
                  </a:lnTo>
                  <a:lnTo>
                    <a:pt x="427" y="5980"/>
                  </a:lnTo>
                  <a:lnTo>
                    <a:pt x="540" y="6002"/>
                  </a:lnTo>
                  <a:lnTo>
                    <a:pt x="630" y="6002"/>
                  </a:lnTo>
                  <a:lnTo>
                    <a:pt x="765" y="5957"/>
                  </a:lnTo>
                  <a:lnTo>
                    <a:pt x="877" y="5890"/>
                  </a:lnTo>
                  <a:lnTo>
                    <a:pt x="1596" y="5373"/>
                  </a:lnTo>
                  <a:lnTo>
                    <a:pt x="2338" y="4878"/>
                  </a:lnTo>
                  <a:lnTo>
                    <a:pt x="3102" y="4451"/>
                  </a:lnTo>
                  <a:lnTo>
                    <a:pt x="3867" y="4047"/>
                  </a:lnTo>
                  <a:lnTo>
                    <a:pt x="4653" y="3665"/>
                  </a:lnTo>
                  <a:lnTo>
                    <a:pt x="5463" y="3327"/>
                  </a:lnTo>
                  <a:lnTo>
                    <a:pt x="6272" y="3035"/>
                  </a:lnTo>
                  <a:lnTo>
                    <a:pt x="7104" y="2743"/>
                  </a:lnTo>
                  <a:lnTo>
                    <a:pt x="7935" y="2496"/>
                  </a:lnTo>
                  <a:lnTo>
                    <a:pt x="8767" y="2271"/>
                  </a:lnTo>
                  <a:lnTo>
                    <a:pt x="9621" y="2046"/>
                  </a:lnTo>
                  <a:lnTo>
                    <a:pt x="10475" y="1866"/>
                  </a:lnTo>
                  <a:lnTo>
                    <a:pt x="11330" y="1686"/>
                  </a:lnTo>
                  <a:lnTo>
                    <a:pt x="12206" y="1507"/>
                  </a:lnTo>
                  <a:lnTo>
                    <a:pt x="13937" y="1192"/>
                  </a:lnTo>
                  <a:lnTo>
                    <a:pt x="14072" y="1169"/>
                  </a:lnTo>
                  <a:lnTo>
                    <a:pt x="14184" y="1102"/>
                  </a:lnTo>
                  <a:lnTo>
                    <a:pt x="14252" y="1034"/>
                  </a:lnTo>
                  <a:lnTo>
                    <a:pt x="14319" y="945"/>
                  </a:lnTo>
                  <a:lnTo>
                    <a:pt x="14364" y="832"/>
                  </a:lnTo>
                  <a:lnTo>
                    <a:pt x="14387" y="720"/>
                  </a:lnTo>
                  <a:lnTo>
                    <a:pt x="14387" y="607"/>
                  </a:lnTo>
                  <a:lnTo>
                    <a:pt x="14364" y="495"/>
                  </a:lnTo>
                  <a:lnTo>
                    <a:pt x="14319" y="405"/>
                  </a:lnTo>
                  <a:lnTo>
                    <a:pt x="14252" y="293"/>
                  </a:lnTo>
                  <a:lnTo>
                    <a:pt x="14184" y="203"/>
                  </a:lnTo>
                  <a:lnTo>
                    <a:pt x="14095" y="113"/>
                  </a:lnTo>
                  <a:lnTo>
                    <a:pt x="13982" y="45"/>
                  </a:lnTo>
                  <a:lnTo>
                    <a:pt x="13870" y="23"/>
                  </a:lnTo>
                  <a:lnTo>
                    <a:pt x="13757"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15"/>
            <p:cNvSpPr/>
            <p:nvPr/>
          </p:nvSpPr>
          <p:spPr>
            <a:xfrm>
              <a:off x="2915875" y="3032825"/>
              <a:ext cx="332700" cy="250100"/>
            </a:xfrm>
            <a:custGeom>
              <a:avLst/>
              <a:gdLst/>
              <a:ahLst/>
              <a:cxnLst/>
              <a:rect l="l" t="t" r="r" b="b"/>
              <a:pathLst>
                <a:path w="13308" h="10004" extrusionOk="0">
                  <a:moveTo>
                    <a:pt x="675" y="0"/>
                  </a:moveTo>
                  <a:lnTo>
                    <a:pt x="562" y="23"/>
                  </a:lnTo>
                  <a:lnTo>
                    <a:pt x="428" y="45"/>
                  </a:lnTo>
                  <a:lnTo>
                    <a:pt x="338" y="90"/>
                  </a:lnTo>
                  <a:lnTo>
                    <a:pt x="248" y="158"/>
                  </a:lnTo>
                  <a:lnTo>
                    <a:pt x="158" y="248"/>
                  </a:lnTo>
                  <a:lnTo>
                    <a:pt x="90" y="338"/>
                  </a:lnTo>
                  <a:lnTo>
                    <a:pt x="45" y="450"/>
                  </a:lnTo>
                  <a:lnTo>
                    <a:pt x="0" y="562"/>
                  </a:lnTo>
                  <a:lnTo>
                    <a:pt x="0" y="675"/>
                  </a:lnTo>
                  <a:lnTo>
                    <a:pt x="0" y="787"/>
                  </a:lnTo>
                  <a:lnTo>
                    <a:pt x="45" y="877"/>
                  </a:lnTo>
                  <a:lnTo>
                    <a:pt x="113" y="990"/>
                  </a:lnTo>
                  <a:lnTo>
                    <a:pt x="180" y="1079"/>
                  </a:lnTo>
                  <a:lnTo>
                    <a:pt x="315" y="1147"/>
                  </a:lnTo>
                  <a:lnTo>
                    <a:pt x="1147" y="1574"/>
                  </a:lnTo>
                  <a:lnTo>
                    <a:pt x="1956" y="2024"/>
                  </a:lnTo>
                  <a:lnTo>
                    <a:pt x="2765" y="2473"/>
                  </a:lnTo>
                  <a:lnTo>
                    <a:pt x="3575" y="2945"/>
                  </a:lnTo>
                  <a:lnTo>
                    <a:pt x="4361" y="3440"/>
                  </a:lnTo>
                  <a:lnTo>
                    <a:pt x="5126" y="3934"/>
                  </a:lnTo>
                  <a:lnTo>
                    <a:pt x="5890" y="4451"/>
                  </a:lnTo>
                  <a:lnTo>
                    <a:pt x="6654" y="4968"/>
                  </a:lnTo>
                  <a:lnTo>
                    <a:pt x="7396" y="5530"/>
                  </a:lnTo>
                  <a:lnTo>
                    <a:pt x="8138" y="6092"/>
                  </a:lnTo>
                  <a:lnTo>
                    <a:pt x="8857" y="6654"/>
                  </a:lnTo>
                  <a:lnTo>
                    <a:pt x="9554" y="7261"/>
                  </a:lnTo>
                  <a:lnTo>
                    <a:pt x="10251" y="7868"/>
                  </a:lnTo>
                  <a:lnTo>
                    <a:pt x="10925" y="8498"/>
                  </a:lnTo>
                  <a:lnTo>
                    <a:pt x="11600" y="9149"/>
                  </a:lnTo>
                  <a:lnTo>
                    <a:pt x="12251" y="9824"/>
                  </a:lnTo>
                  <a:lnTo>
                    <a:pt x="12364" y="9914"/>
                  </a:lnTo>
                  <a:lnTo>
                    <a:pt x="12476" y="9981"/>
                  </a:lnTo>
                  <a:lnTo>
                    <a:pt x="12589" y="10004"/>
                  </a:lnTo>
                  <a:lnTo>
                    <a:pt x="12813" y="10004"/>
                  </a:lnTo>
                  <a:lnTo>
                    <a:pt x="12926" y="9959"/>
                  </a:lnTo>
                  <a:lnTo>
                    <a:pt x="13016" y="9891"/>
                  </a:lnTo>
                  <a:lnTo>
                    <a:pt x="13106" y="9824"/>
                  </a:lnTo>
                  <a:lnTo>
                    <a:pt x="13173" y="9734"/>
                  </a:lnTo>
                  <a:lnTo>
                    <a:pt x="13241" y="9622"/>
                  </a:lnTo>
                  <a:lnTo>
                    <a:pt x="13285" y="9532"/>
                  </a:lnTo>
                  <a:lnTo>
                    <a:pt x="13308" y="9419"/>
                  </a:lnTo>
                  <a:lnTo>
                    <a:pt x="13308" y="9284"/>
                  </a:lnTo>
                  <a:lnTo>
                    <a:pt x="13263" y="9172"/>
                  </a:lnTo>
                  <a:lnTo>
                    <a:pt x="13218" y="9060"/>
                  </a:lnTo>
                  <a:lnTo>
                    <a:pt x="13128" y="8947"/>
                  </a:lnTo>
                  <a:lnTo>
                    <a:pt x="12454" y="8273"/>
                  </a:lnTo>
                  <a:lnTo>
                    <a:pt x="11779" y="7598"/>
                  </a:lnTo>
                  <a:lnTo>
                    <a:pt x="11083" y="6947"/>
                  </a:lnTo>
                  <a:lnTo>
                    <a:pt x="10386" y="6317"/>
                  </a:lnTo>
                  <a:lnTo>
                    <a:pt x="9644" y="5710"/>
                  </a:lnTo>
                  <a:lnTo>
                    <a:pt x="8925" y="5126"/>
                  </a:lnTo>
                  <a:lnTo>
                    <a:pt x="8183" y="4564"/>
                  </a:lnTo>
                  <a:lnTo>
                    <a:pt x="7418" y="4002"/>
                  </a:lnTo>
                  <a:lnTo>
                    <a:pt x="6632" y="3462"/>
                  </a:lnTo>
                  <a:lnTo>
                    <a:pt x="5867" y="2923"/>
                  </a:lnTo>
                  <a:lnTo>
                    <a:pt x="5058" y="2428"/>
                  </a:lnTo>
                  <a:lnTo>
                    <a:pt x="4249" y="1934"/>
                  </a:lnTo>
                  <a:lnTo>
                    <a:pt x="3440" y="1439"/>
                  </a:lnTo>
                  <a:lnTo>
                    <a:pt x="2608" y="967"/>
                  </a:lnTo>
                  <a:lnTo>
                    <a:pt x="1776" y="517"/>
                  </a:lnTo>
                  <a:lnTo>
                    <a:pt x="945" y="90"/>
                  </a:lnTo>
                  <a:lnTo>
                    <a:pt x="810" y="23"/>
                  </a:lnTo>
                  <a:lnTo>
                    <a:pt x="675"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5"/>
            <p:cNvSpPr/>
            <p:nvPr/>
          </p:nvSpPr>
          <p:spPr>
            <a:xfrm>
              <a:off x="4749600" y="3463850"/>
              <a:ext cx="51725" cy="114675"/>
            </a:xfrm>
            <a:custGeom>
              <a:avLst/>
              <a:gdLst/>
              <a:ahLst/>
              <a:cxnLst/>
              <a:rect l="l" t="t" r="r" b="b"/>
              <a:pathLst>
                <a:path w="2069" h="4587" extrusionOk="0">
                  <a:moveTo>
                    <a:pt x="1327" y="1"/>
                  </a:moveTo>
                  <a:lnTo>
                    <a:pt x="1237" y="23"/>
                  </a:lnTo>
                  <a:lnTo>
                    <a:pt x="1124" y="46"/>
                  </a:lnTo>
                  <a:lnTo>
                    <a:pt x="1034" y="113"/>
                  </a:lnTo>
                  <a:lnTo>
                    <a:pt x="967" y="203"/>
                  </a:lnTo>
                  <a:lnTo>
                    <a:pt x="900" y="316"/>
                  </a:lnTo>
                  <a:lnTo>
                    <a:pt x="855" y="451"/>
                  </a:lnTo>
                  <a:lnTo>
                    <a:pt x="697" y="1305"/>
                  </a:lnTo>
                  <a:lnTo>
                    <a:pt x="517" y="2159"/>
                  </a:lnTo>
                  <a:lnTo>
                    <a:pt x="428" y="2586"/>
                  </a:lnTo>
                  <a:lnTo>
                    <a:pt x="315" y="3013"/>
                  </a:lnTo>
                  <a:lnTo>
                    <a:pt x="180" y="3440"/>
                  </a:lnTo>
                  <a:lnTo>
                    <a:pt x="23" y="3845"/>
                  </a:lnTo>
                  <a:lnTo>
                    <a:pt x="0" y="3980"/>
                  </a:lnTo>
                  <a:lnTo>
                    <a:pt x="0" y="4115"/>
                  </a:lnTo>
                  <a:lnTo>
                    <a:pt x="23" y="4205"/>
                  </a:lnTo>
                  <a:lnTo>
                    <a:pt x="68" y="4317"/>
                  </a:lnTo>
                  <a:lnTo>
                    <a:pt x="135" y="4407"/>
                  </a:lnTo>
                  <a:lnTo>
                    <a:pt x="203" y="4474"/>
                  </a:lnTo>
                  <a:lnTo>
                    <a:pt x="315" y="4519"/>
                  </a:lnTo>
                  <a:lnTo>
                    <a:pt x="428" y="4564"/>
                  </a:lnTo>
                  <a:lnTo>
                    <a:pt x="540" y="4587"/>
                  </a:lnTo>
                  <a:lnTo>
                    <a:pt x="652" y="4587"/>
                  </a:lnTo>
                  <a:lnTo>
                    <a:pt x="765" y="4564"/>
                  </a:lnTo>
                  <a:lnTo>
                    <a:pt x="877" y="4542"/>
                  </a:lnTo>
                  <a:lnTo>
                    <a:pt x="989" y="4474"/>
                  </a:lnTo>
                  <a:lnTo>
                    <a:pt x="1079" y="4407"/>
                  </a:lnTo>
                  <a:lnTo>
                    <a:pt x="1169" y="4294"/>
                  </a:lnTo>
                  <a:lnTo>
                    <a:pt x="1237" y="4182"/>
                  </a:lnTo>
                  <a:lnTo>
                    <a:pt x="1372" y="3755"/>
                  </a:lnTo>
                  <a:lnTo>
                    <a:pt x="1507" y="3350"/>
                  </a:lnTo>
                  <a:lnTo>
                    <a:pt x="1619" y="2923"/>
                  </a:lnTo>
                  <a:lnTo>
                    <a:pt x="1709" y="2496"/>
                  </a:lnTo>
                  <a:lnTo>
                    <a:pt x="1889" y="1642"/>
                  </a:lnTo>
                  <a:lnTo>
                    <a:pt x="2046" y="765"/>
                  </a:lnTo>
                  <a:lnTo>
                    <a:pt x="2068" y="630"/>
                  </a:lnTo>
                  <a:lnTo>
                    <a:pt x="2046" y="495"/>
                  </a:lnTo>
                  <a:lnTo>
                    <a:pt x="2001" y="383"/>
                  </a:lnTo>
                  <a:lnTo>
                    <a:pt x="1956" y="271"/>
                  </a:lnTo>
                  <a:lnTo>
                    <a:pt x="1866" y="181"/>
                  </a:lnTo>
                  <a:lnTo>
                    <a:pt x="1776" y="113"/>
                  </a:lnTo>
                  <a:lnTo>
                    <a:pt x="1664" y="68"/>
                  </a:lnTo>
                  <a:lnTo>
                    <a:pt x="1551" y="23"/>
                  </a:lnTo>
                  <a:lnTo>
                    <a:pt x="1439" y="1"/>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5"/>
            <p:cNvSpPr/>
            <p:nvPr/>
          </p:nvSpPr>
          <p:spPr>
            <a:xfrm>
              <a:off x="5567825" y="3169950"/>
              <a:ext cx="136600" cy="273150"/>
            </a:xfrm>
            <a:custGeom>
              <a:avLst/>
              <a:gdLst/>
              <a:ahLst/>
              <a:cxnLst/>
              <a:rect l="l" t="t" r="r" b="b"/>
              <a:pathLst>
                <a:path w="5464" h="10926" extrusionOk="0">
                  <a:moveTo>
                    <a:pt x="4744" y="0"/>
                  </a:moveTo>
                  <a:lnTo>
                    <a:pt x="4632" y="45"/>
                  </a:lnTo>
                  <a:lnTo>
                    <a:pt x="4519" y="90"/>
                  </a:lnTo>
                  <a:lnTo>
                    <a:pt x="4429" y="158"/>
                  </a:lnTo>
                  <a:lnTo>
                    <a:pt x="4339" y="225"/>
                  </a:lnTo>
                  <a:lnTo>
                    <a:pt x="4272" y="338"/>
                  </a:lnTo>
                  <a:lnTo>
                    <a:pt x="4227" y="450"/>
                  </a:lnTo>
                  <a:lnTo>
                    <a:pt x="4227" y="607"/>
                  </a:lnTo>
                  <a:lnTo>
                    <a:pt x="4182" y="1282"/>
                  </a:lnTo>
                  <a:lnTo>
                    <a:pt x="4115" y="1956"/>
                  </a:lnTo>
                  <a:lnTo>
                    <a:pt x="4025" y="2608"/>
                  </a:lnTo>
                  <a:lnTo>
                    <a:pt x="3912" y="3237"/>
                  </a:lnTo>
                  <a:lnTo>
                    <a:pt x="3755" y="3867"/>
                  </a:lnTo>
                  <a:lnTo>
                    <a:pt x="3575" y="4474"/>
                  </a:lnTo>
                  <a:lnTo>
                    <a:pt x="3373" y="5058"/>
                  </a:lnTo>
                  <a:lnTo>
                    <a:pt x="3125" y="5643"/>
                  </a:lnTo>
                  <a:lnTo>
                    <a:pt x="2856" y="6205"/>
                  </a:lnTo>
                  <a:lnTo>
                    <a:pt x="2563" y="6767"/>
                  </a:lnTo>
                  <a:lnTo>
                    <a:pt x="2249" y="7306"/>
                  </a:lnTo>
                  <a:lnTo>
                    <a:pt x="1889" y="7846"/>
                  </a:lnTo>
                  <a:lnTo>
                    <a:pt x="1507" y="8363"/>
                  </a:lnTo>
                  <a:lnTo>
                    <a:pt x="1080" y="8857"/>
                  </a:lnTo>
                  <a:lnTo>
                    <a:pt x="653" y="9374"/>
                  </a:lnTo>
                  <a:lnTo>
                    <a:pt x="181" y="9869"/>
                  </a:lnTo>
                  <a:lnTo>
                    <a:pt x="91" y="9959"/>
                  </a:lnTo>
                  <a:lnTo>
                    <a:pt x="23" y="10071"/>
                  </a:lnTo>
                  <a:lnTo>
                    <a:pt x="1" y="10206"/>
                  </a:lnTo>
                  <a:lnTo>
                    <a:pt x="1" y="10318"/>
                  </a:lnTo>
                  <a:lnTo>
                    <a:pt x="1" y="10431"/>
                  </a:lnTo>
                  <a:lnTo>
                    <a:pt x="46" y="10543"/>
                  </a:lnTo>
                  <a:lnTo>
                    <a:pt x="113" y="10633"/>
                  </a:lnTo>
                  <a:lnTo>
                    <a:pt x="181" y="10723"/>
                  </a:lnTo>
                  <a:lnTo>
                    <a:pt x="271" y="10790"/>
                  </a:lnTo>
                  <a:lnTo>
                    <a:pt x="383" y="10858"/>
                  </a:lnTo>
                  <a:lnTo>
                    <a:pt x="473" y="10903"/>
                  </a:lnTo>
                  <a:lnTo>
                    <a:pt x="585" y="10925"/>
                  </a:lnTo>
                  <a:lnTo>
                    <a:pt x="698" y="10903"/>
                  </a:lnTo>
                  <a:lnTo>
                    <a:pt x="833" y="10880"/>
                  </a:lnTo>
                  <a:lnTo>
                    <a:pt x="945" y="10835"/>
                  </a:lnTo>
                  <a:lnTo>
                    <a:pt x="1057" y="10745"/>
                  </a:lnTo>
                  <a:lnTo>
                    <a:pt x="1552" y="10206"/>
                  </a:lnTo>
                  <a:lnTo>
                    <a:pt x="2046" y="9644"/>
                  </a:lnTo>
                  <a:lnTo>
                    <a:pt x="2496" y="9104"/>
                  </a:lnTo>
                  <a:lnTo>
                    <a:pt x="2923" y="8520"/>
                  </a:lnTo>
                  <a:lnTo>
                    <a:pt x="3305" y="7935"/>
                  </a:lnTo>
                  <a:lnTo>
                    <a:pt x="3665" y="7351"/>
                  </a:lnTo>
                  <a:lnTo>
                    <a:pt x="3980" y="6744"/>
                  </a:lnTo>
                  <a:lnTo>
                    <a:pt x="4272" y="6115"/>
                  </a:lnTo>
                  <a:lnTo>
                    <a:pt x="4542" y="5463"/>
                  </a:lnTo>
                  <a:lnTo>
                    <a:pt x="4766" y="4811"/>
                  </a:lnTo>
                  <a:lnTo>
                    <a:pt x="4946" y="4159"/>
                  </a:lnTo>
                  <a:lnTo>
                    <a:pt x="5126" y="3485"/>
                  </a:lnTo>
                  <a:lnTo>
                    <a:pt x="5261" y="2788"/>
                  </a:lnTo>
                  <a:lnTo>
                    <a:pt x="5351" y="2068"/>
                  </a:lnTo>
                  <a:lnTo>
                    <a:pt x="5418" y="1349"/>
                  </a:lnTo>
                  <a:lnTo>
                    <a:pt x="5463" y="607"/>
                  </a:lnTo>
                  <a:lnTo>
                    <a:pt x="5441" y="450"/>
                  </a:lnTo>
                  <a:lnTo>
                    <a:pt x="5418" y="338"/>
                  </a:lnTo>
                  <a:lnTo>
                    <a:pt x="5351" y="225"/>
                  </a:lnTo>
                  <a:lnTo>
                    <a:pt x="5283" y="158"/>
                  </a:lnTo>
                  <a:lnTo>
                    <a:pt x="5193" y="90"/>
                  </a:lnTo>
                  <a:lnTo>
                    <a:pt x="5081" y="45"/>
                  </a:lnTo>
                  <a:lnTo>
                    <a:pt x="4969" y="0"/>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5"/>
            <p:cNvSpPr/>
            <p:nvPr/>
          </p:nvSpPr>
          <p:spPr>
            <a:xfrm>
              <a:off x="4272475" y="3574575"/>
              <a:ext cx="64650" cy="64075"/>
            </a:xfrm>
            <a:custGeom>
              <a:avLst/>
              <a:gdLst/>
              <a:ahLst/>
              <a:cxnLst/>
              <a:rect l="l" t="t" r="r" b="b"/>
              <a:pathLst>
                <a:path w="2586" h="2563" extrusionOk="0">
                  <a:moveTo>
                    <a:pt x="1911" y="0"/>
                  </a:moveTo>
                  <a:lnTo>
                    <a:pt x="1799" y="23"/>
                  </a:lnTo>
                  <a:lnTo>
                    <a:pt x="1664" y="68"/>
                  </a:lnTo>
                  <a:lnTo>
                    <a:pt x="1417" y="225"/>
                  </a:lnTo>
                  <a:lnTo>
                    <a:pt x="1192" y="382"/>
                  </a:lnTo>
                  <a:lnTo>
                    <a:pt x="967" y="562"/>
                  </a:lnTo>
                  <a:lnTo>
                    <a:pt x="765" y="742"/>
                  </a:lnTo>
                  <a:lnTo>
                    <a:pt x="585" y="967"/>
                  </a:lnTo>
                  <a:lnTo>
                    <a:pt x="405" y="1169"/>
                  </a:lnTo>
                  <a:lnTo>
                    <a:pt x="248" y="1394"/>
                  </a:lnTo>
                  <a:lnTo>
                    <a:pt x="91" y="1641"/>
                  </a:lnTo>
                  <a:lnTo>
                    <a:pt x="23" y="1776"/>
                  </a:lnTo>
                  <a:lnTo>
                    <a:pt x="1" y="1889"/>
                  </a:lnTo>
                  <a:lnTo>
                    <a:pt x="1" y="2001"/>
                  </a:lnTo>
                  <a:lnTo>
                    <a:pt x="23" y="2113"/>
                  </a:lnTo>
                  <a:lnTo>
                    <a:pt x="68" y="2226"/>
                  </a:lnTo>
                  <a:lnTo>
                    <a:pt x="136" y="2316"/>
                  </a:lnTo>
                  <a:lnTo>
                    <a:pt x="226" y="2406"/>
                  </a:lnTo>
                  <a:lnTo>
                    <a:pt x="315" y="2473"/>
                  </a:lnTo>
                  <a:lnTo>
                    <a:pt x="428" y="2518"/>
                  </a:lnTo>
                  <a:lnTo>
                    <a:pt x="540" y="2540"/>
                  </a:lnTo>
                  <a:lnTo>
                    <a:pt x="653" y="2563"/>
                  </a:lnTo>
                  <a:lnTo>
                    <a:pt x="765" y="2563"/>
                  </a:lnTo>
                  <a:lnTo>
                    <a:pt x="877" y="2518"/>
                  </a:lnTo>
                  <a:lnTo>
                    <a:pt x="990" y="2473"/>
                  </a:lnTo>
                  <a:lnTo>
                    <a:pt x="1080" y="2383"/>
                  </a:lnTo>
                  <a:lnTo>
                    <a:pt x="1170" y="2271"/>
                  </a:lnTo>
                  <a:lnTo>
                    <a:pt x="1394" y="1934"/>
                  </a:lnTo>
                  <a:lnTo>
                    <a:pt x="1642" y="1619"/>
                  </a:lnTo>
                  <a:lnTo>
                    <a:pt x="1777" y="1484"/>
                  </a:lnTo>
                  <a:lnTo>
                    <a:pt x="1934" y="1372"/>
                  </a:lnTo>
                  <a:lnTo>
                    <a:pt x="2114" y="1259"/>
                  </a:lnTo>
                  <a:lnTo>
                    <a:pt x="2271" y="1147"/>
                  </a:lnTo>
                  <a:lnTo>
                    <a:pt x="2406" y="1079"/>
                  </a:lnTo>
                  <a:lnTo>
                    <a:pt x="2496" y="989"/>
                  </a:lnTo>
                  <a:lnTo>
                    <a:pt x="2541" y="877"/>
                  </a:lnTo>
                  <a:lnTo>
                    <a:pt x="2586" y="787"/>
                  </a:lnTo>
                  <a:lnTo>
                    <a:pt x="2586" y="675"/>
                  </a:lnTo>
                  <a:lnTo>
                    <a:pt x="2586" y="562"/>
                  </a:lnTo>
                  <a:lnTo>
                    <a:pt x="2541" y="450"/>
                  </a:lnTo>
                  <a:lnTo>
                    <a:pt x="2496" y="338"/>
                  </a:lnTo>
                  <a:lnTo>
                    <a:pt x="2428" y="248"/>
                  </a:lnTo>
                  <a:lnTo>
                    <a:pt x="2361" y="158"/>
                  </a:lnTo>
                  <a:lnTo>
                    <a:pt x="2249" y="90"/>
                  </a:lnTo>
                  <a:lnTo>
                    <a:pt x="2159" y="45"/>
                  </a:lnTo>
                  <a:lnTo>
                    <a:pt x="2046" y="0"/>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5"/>
            <p:cNvSpPr/>
            <p:nvPr/>
          </p:nvSpPr>
          <p:spPr>
            <a:xfrm>
              <a:off x="4102200" y="3789250"/>
              <a:ext cx="42175" cy="44975"/>
            </a:xfrm>
            <a:custGeom>
              <a:avLst/>
              <a:gdLst/>
              <a:ahLst/>
              <a:cxnLst/>
              <a:rect l="l" t="t" r="r" b="b"/>
              <a:pathLst>
                <a:path w="1687" h="1799" extrusionOk="0">
                  <a:moveTo>
                    <a:pt x="922" y="0"/>
                  </a:moveTo>
                  <a:lnTo>
                    <a:pt x="810" y="23"/>
                  </a:lnTo>
                  <a:lnTo>
                    <a:pt x="697" y="90"/>
                  </a:lnTo>
                  <a:lnTo>
                    <a:pt x="608" y="158"/>
                  </a:lnTo>
                  <a:lnTo>
                    <a:pt x="518" y="270"/>
                  </a:lnTo>
                  <a:lnTo>
                    <a:pt x="91" y="899"/>
                  </a:lnTo>
                  <a:lnTo>
                    <a:pt x="23" y="1012"/>
                  </a:lnTo>
                  <a:lnTo>
                    <a:pt x="1" y="1147"/>
                  </a:lnTo>
                  <a:lnTo>
                    <a:pt x="1" y="1259"/>
                  </a:lnTo>
                  <a:lnTo>
                    <a:pt x="23" y="1372"/>
                  </a:lnTo>
                  <a:lnTo>
                    <a:pt x="68" y="1461"/>
                  </a:lnTo>
                  <a:lnTo>
                    <a:pt x="113" y="1551"/>
                  </a:lnTo>
                  <a:lnTo>
                    <a:pt x="203" y="1641"/>
                  </a:lnTo>
                  <a:lnTo>
                    <a:pt x="293" y="1709"/>
                  </a:lnTo>
                  <a:lnTo>
                    <a:pt x="405" y="1754"/>
                  </a:lnTo>
                  <a:lnTo>
                    <a:pt x="518" y="1799"/>
                  </a:lnTo>
                  <a:lnTo>
                    <a:pt x="742" y="1799"/>
                  </a:lnTo>
                  <a:lnTo>
                    <a:pt x="855" y="1776"/>
                  </a:lnTo>
                  <a:lnTo>
                    <a:pt x="967" y="1709"/>
                  </a:lnTo>
                  <a:lnTo>
                    <a:pt x="1080" y="1619"/>
                  </a:lnTo>
                  <a:lnTo>
                    <a:pt x="1170" y="1529"/>
                  </a:lnTo>
                  <a:lnTo>
                    <a:pt x="1574" y="899"/>
                  </a:lnTo>
                  <a:lnTo>
                    <a:pt x="1642" y="787"/>
                  </a:lnTo>
                  <a:lnTo>
                    <a:pt x="1687" y="652"/>
                  </a:lnTo>
                  <a:lnTo>
                    <a:pt x="1687" y="540"/>
                  </a:lnTo>
                  <a:lnTo>
                    <a:pt x="1664" y="427"/>
                  </a:lnTo>
                  <a:lnTo>
                    <a:pt x="1619" y="338"/>
                  </a:lnTo>
                  <a:lnTo>
                    <a:pt x="1552" y="248"/>
                  </a:lnTo>
                  <a:lnTo>
                    <a:pt x="1462" y="158"/>
                  </a:lnTo>
                  <a:lnTo>
                    <a:pt x="1372" y="90"/>
                  </a:lnTo>
                  <a:lnTo>
                    <a:pt x="1259" y="45"/>
                  </a:lnTo>
                  <a:lnTo>
                    <a:pt x="1147" y="0"/>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5"/>
            <p:cNvSpPr/>
            <p:nvPr/>
          </p:nvSpPr>
          <p:spPr>
            <a:xfrm>
              <a:off x="3996550" y="3753275"/>
              <a:ext cx="33750" cy="37125"/>
            </a:xfrm>
            <a:custGeom>
              <a:avLst/>
              <a:gdLst/>
              <a:ahLst/>
              <a:cxnLst/>
              <a:rect l="l" t="t" r="r" b="b"/>
              <a:pathLst>
                <a:path w="1350" h="1485" extrusionOk="0">
                  <a:moveTo>
                    <a:pt x="563" y="1"/>
                  </a:moveTo>
                  <a:lnTo>
                    <a:pt x="450" y="46"/>
                  </a:lnTo>
                  <a:lnTo>
                    <a:pt x="360" y="113"/>
                  </a:lnTo>
                  <a:lnTo>
                    <a:pt x="270" y="180"/>
                  </a:lnTo>
                  <a:lnTo>
                    <a:pt x="180" y="293"/>
                  </a:lnTo>
                  <a:lnTo>
                    <a:pt x="135" y="428"/>
                  </a:lnTo>
                  <a:lnTo>
                    <a:pt x="23" y="720"/>
                  </a:lnTo>
                  <a:lnTo>
                    <a:pt x="1" y="855"/>
                  </a:lnTo>
                  <a:lnTo>
                    <a:pt x="1" y="990"/>
                  </a:lnTo>
                  <a:lnTo>
                    <a:pt x="23" y="1102"/>
                  </a:lnTo>
                  <a:lnTo>
                    <a:pt x="68" y="1215"/>
                  </a:lnTo>
                  <a:lnTo>
                    <a:pt x="135" y="1282"/>
                  </a:lnTo>
                  <a:lnTo>
                    <a:pt x="225" y="1372"/>
                  </a:lnTo>
                  <a:lnTo>
                    <a:pt x="338" y="1417"/>
                  </a:lnTo>
                  <a:lnTo>
                    <a:pt x="428" y="1462"/>
                  </a:lnTo>
                  <a:lnTo>
                    <a:pt x="540" y="1484"/>
                  </a:lnTo>
                  <a:lnTo>
                    <a:pt x="675" y="1484"/>
                  </a:lnTo>
                  <a:lnTo>
                    <a:pt x="787" y="1462"/>
                  </a:lnTo>
                  <a:lnTo>
                    <a:pt x="900" y="1439"/>
                  </a:lnTo>
                  <a:lnTo>
                    <a:pt x="990" y="1372"/>
                  </a:lnTo>
                  <a:lnTo>
                    <a:pt x="1080" y="1282"/>
                  </a:lnTo>
                  <a:lnTo>
                    <a:pt x="1169" y="1192"/>
                  </a:lnTo>
                  <a:lnTo>
                    <a:pt x="1214" y="1057"/>
                  </a:lnTo>
                  <a:lnTo>
                    <a:pt x="1327" y="742"/>
                  </a:lnTo>
                  <a:lnTo>
                    <a:pt x="1349" y="608"/>
                  </a:lnTo>
                  <a:lnTo>
                    <a:pt x="1349" y="495"/>
                  </a:lnTo>
                  <a:lnTo>
                    <a:pt x="1327" y="383"/>
                  </a:lnTo>
                  <a:lnTo>
                    <a:pt x="1282" y="270"/>
                  </a:lnTo>
                  <a:lnTo>
                    <a:pt x="1214" y="180"/>
                  </a:lnTo>
                  <a:lnTo>
                    <a:pt x="1124" y="113"/>
                  </a:lnTo>
                  <a:lnTo>
                    <a:pt x="1035" y="46"/>
                  </a:lnTo>
                  <a:lnTo>
                    <a:pt x="922" y="23"/>
                  </a:lnTo>
                  <a:lnTo>
                    <a:pt x="810"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15"/>
            <p:cNvSpPr/>
            <p:nvPr/>
          </p:nvSpPr>
          <p:spPr>
            <a:xfrm>
              <a:off x="3885850" y="3430150"/>
              <a:ext cx="41050" cy="79250"/>
            </a:xfrm>
            <a:custGeom>
              <a:avLst/>
              <a:gdLst/>
              <a:ahLst/>
              <a:cxnLst/>
              <a:rect l="l" t="t" r="r" b="b"/>
              <a:pathLst>
                <a:path w="1642" h="3170" extrusionOk="0">
                  <a:moveTo>
                    <a:pt x="607" y="0"/>
                  </a:moveTo>
                  <a:lnTo>
                    <a:pt x="495" y="23"/>
                  </a:lnTo>
                  <a:lnTo>
                    <a:pt x="382" y="68"/>
                  </a:lnTo>
                  <a:lnTo>
                    <a:pt x="270" y="135"/>
                  </a:lnTo>
                  <a:lnTo>
                    <a:pt x="180" y="203"/>
                  </a:lnTo>
                  <a:lnTo>
                    <a:pt x="113" y="292"/>
                  </a:lnTo>
                  <a:lnTo>
                    <a:pt x="45" y="382"/>
                  </a:lnTo>
                  <a:lnTo>
                    <a:pt x="23" y="517"/>
                  </a:lnTo>
                  <a:lnTo>
                    <a:pt x="0" y="630"/>
                  </a:lnTo>
                  <a:lnTo>
                    <a:pt x="23" y="787"/>
                  </a:lnTo>
                  <a:lnTo>
                    <a:pt x="225" y="1754"/>
                  </a:lnTo>
                  <a:lnTo>
                    <a:pt x="427" y="2743"/>
                  </a:lnTo>
                  <a:lnTo>
                    <a:pt x="472" y="2878"/>
                  </a:lnTo>
                  <a:lnTo>
                    <a:pt x="540" y="2967"/>
                  </a:lnTo>
                  <a:lnTo>
                    <a:pt x="630" y="3057"/>
                  </a:lnTo>
                  <a:lnTo>
                    <a:pt x="720" y="3125"/>
                  </a:lnTo>
                  <a:lnTo>
                    <a:pt x="832" y="3170"/>
                  </a:lnTo>
                  <a:lnTo>
                    <a:pt x="1057" y="3170"/>
                  </a:lnTo>
                  <a:lnTo>
                    <a:pt x="1169" y="3147"/>
                  </a:lnTo>
                  <a:lnTo>
                    <a:pt x="1281" y="3125"/>
                  </a:lnTo>
                  <a:lnTo>
                    <a:pt x="1371" y="3057"/>
                  </a:lnTo>
                  <a:lnTo>
                    <a:pt x="1461" y="2990"/>
                  </a:lnTo>
                  <a:lnTo>
                    <a:pt x="1529" y="2900"/>
                  </a:lnTo>
                  <a:lnTo>
                    <a:pt x="1596" y="2788"/>
                  </a:lnTo>
                  <a:lnTo>
                    <a:pt x="1641" y="2675"/>
                  </a:lnTo>
                  <a:lnTo>
                    <a:pt x="1641" y="2540"/>
                  </a:lnTo>
                  <a:lnTo>
                    <a:pt x="1619" y="2405"/>
                  </a:lnTo>
                  <a:lnTo>
                    <a:pt x="1416" y="1416"/>
                  </a:lnTo>
                  <a:lnTo>
                    <a:pt x="1214" y="450"/>
                  </a:lnTo>
                  <a:lnTo>
                    <a:pt x="1169" y="315"/>
                  </a:lnTo>
                  <a:lnTo>
                    <a:pt x="1102" y="203"/>
                  </a:lnTo>
                  <a:lnTo>
                    <a:pt x="1034" y="113"/>
                  </a:lnTo>
                  <a:lnTo>
                    <a:pt x="922" y="68"/>
                  </a:lnTo>
                  <a:lnTo>
                    <a:pt x="832" y="23"/>
                  </a:lnTo>
                  <a:lnTo>
                    <a:pt x="720" y="0"/>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15"/>
            <p:cNvSpPr/>
            <p:nvPr/>
          </p:nvSpPr>
          <p:spPr>
            <a:xfrm>
              <a:off x="3783000" y="4078100"/>
              <a:ext cx="36000" cy="86575"/>
            </a:xfrm>
            <a:custGeom>
              <a:avLst/>
              <a:gdLst/>
              <a:ahLst/>
              <a:cxnLst/>
              <a:rect l="l" t="t" r="r" b="b"/>
              <a:pathLst>
                <a:path w="1440" h="3463" extrusionOk="0">
                  <a:moveTo>
                    <a:pt x="697" y="1"/>
                  </a:moveTo>
                  <a:lnTo>
                    <a:pt x="585" y="23"/>
                  </a:lnTo>
                  <a:lnTo>
                    <a:pt x="495" y="68"/>
                  </a:lnTo>
                  <a:lnTo>
                    <a:pt x="405" y="135"/>
                  </a:lnTo>
                  <a:lnTo>
                    <a:pt x="315" y="225"/>
                  </a:lnTo>
                  <a:lnTo>
                    <a:pt x="248" y="338"/>
                  </a:lnTo>
                  <a:lnTo>
                    <a:pt x="203" y="450"/>
                  </a:lnTo>
                  <a:lnTo>
                    <a:pt x="180" y="585"/>
                  </a:lnTo>
                  <a:lnTo>
                    <a:pt x="180" y="1125"/>
                  </a:lnTo>
                  <a:lnTo>
                    <a:pt x="135" y="1642"/>
                  </a:lnTo>
                  <a:lnTo>
                    <a:pt x="90" y="2181"/>
                  </a:lnTo>
                  <a:lnTo>
                    <a:pt x="1" y="2698"/>
                  </a:lnTo>
                  <a:lnTo>
                    <a:pt x="1" y="2833"/>
                  </a:lnTo>
                  <a:lnTo>
                    <a:pt x="1" y="2968"/>
                  </a:lnTo>
                  <a:lnTo>
                    <a:pt x="45" y="3080"/>
                  </a:lnTo>
                  <a:lnTo>
                    <a:pt x="113" y="3193"/>
                  </a:lnTo>
                  <a:lnTo>
                    <a:pt x="180" y="3283"/>
                  </a:lnTo>
                  <a:lnTo>
                    <a:pt x="270" y="3350"/>
                  </a:lnTo>
                  <a:lnTo>
                    <a:pt x="383" y="3417"/>
                  </a:lnTo>
                  <a:lnTo>
                    <a:pt x="495" y="3440"/>
                  </a:lnTo>
                  <a:lnTo>
                    <a:pt x="607" y="3462"/>
                  </a:lnTo>
                  <a:lnTo>
                    <a:pt x="832" y="3462"/>
                  </a:lnTo>
                  <a:lnTo>
                    <a:pt x="922" y="3417"/>
                  </a:lnTo>
                  <a:lnTo>
                    <a:pt x="1012" y="3350"/>
                  </a:lnTo>
                  <a:lnTo>
                    <a:pt x="1102" y="3260"/>
                  </a:lnTo>
                  <a:lnTo>
                    <a:pt x="1169" y="3170"/>
                  </a:lnTo>
                  <a:lnTo>
                    <a:pt x="1192" y="3035"/>
                  </a:lnTo>
                  <a:lnTo>
                    <a:pt x="1304" y="2428"/>
                  </a:lnTo>
                  <a:lnTo>
                    <a:pt x="1372" y="1821"/>
                  </a:lnTo>
                  <a:lnTo>
                    <a:pt x="1417" y="1192"/>
                  </a:lnTo>
                  <a:lnTo>
                    <a:pt x="1439" y="585"/>
                  </a:lnTo>
                  <a:lnTo>
                    <a:pt x="1417" y="450"/>
                  </a:lnTo>
                  <a:lnTo>
                    <a:pt x="1372" y="338"/>
                  </a:lnTo>
                  <a:lnTo>
                    <a:pt x="1327" y="225"/>
                  </a:lnTo>
                  <a:lnTo>
                    <a:pt x="1237" y="135"/>
                  </a:lnTo>
                  <a:lnTo>
                    <a:pt x="1147" y="68"/>
                  </a:lnTo>
                  <a:lnTo>
                    <a:pt x="1057" y="23"/>
                  </a:lnTo>
                  <a:lnTo>
                    <a:pt x="945"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15"/>
            <p:cNvSpPr/>
            <p:nvPr/>
          </p:nvSpPr>
          <p:spPr>
            <a:xfrm>
              <a:off x="5433525" y="3264350"/>
              <a:ext cx="136025" cy="191675"/>
            </a:xfrm>
            <a:custGeom>
              <a:avLst/>
              <a:gdLst/>
              <a:ahLst/>
              <a:cxnLst/>
              <a:rect l="l" t="t" r="r" b="b"/>
              <a:pathLst>
                <a:path w="5441" h="7667" extrusionOk="0">
                  <a:moveTo>
                    <a:pt x="4766" y="1"/>
                  </a:moveTo>
                  <a:lnTo>
                    <a:pt x="4654" y="23"/>
                  </a:lnTo>
                  <a:lnTo>
                    <a:pt x="4564" y="46"/>
                  </a:lnTo>
                  <a:lnTo>
                    <a:pt x="4474" y="113"/>
                  </a:lnTo>
                  <a:lnTo>
                    <a:pt x="4384" y="203"/>
                  </a:lnTo>
                  <a:lnTo>
                    <a:pt x="4316" y="338"/>
                  </a:lnTo>
                  <a:lnTo>
                    <a:pt x="3912" y="1192"/>
                  </a:lnTo>
                  <a:lnTo>
                    <a:pt x="3485" y="2046"/>
                  </a:lnTo>
                  <a:lnTo>
                    <a:pt x="3035" y="2856"/>
                  </a:lnTo>
                  <a:lnTo>
                    <a:pt x="2540" y="3665"/>
                  </a:lnTo>
                  <a:lnTo>
                    <a:pt x="2001" y="4429"/>
                  </a:lnTo>
                  <a:lnTo>
                    <a:pt x="1439" y="5171"/>
                  </a:lnTo>
                  <a:lnTo>
                    <a:pt x="832" y="5890"/>
                  </a:lnTo>
                  <a:lnTo>
                    <a:pt x="180" y="6610"/>
                  </a:lnTo>
                  <a:lnTo>
                    <a:pt x="90" y="6700"/>
                  </a:lnTo>
                  <a:lnTo>
                    <a:pt x="23" y="6812"/>
                  </a:lnTo>
                  <a:lnTo>
                    <a:pt x="0" y="6947"/>
                  </a:lnTo>
                  <a:lnTo>
                    <a:pt x="0" y="7059"/>
                  </a:lnTo>
                  <a:lnTo>
                    <a:pt x="23" y="7172"/>
                  </a:lnTo>
                  <a:lnTo>
                    <a:pt x="68" y="7284"/>
                  </a:lnTo>
                  <a:lnTo>
                    <a:pt x="113" y="7374"/>
                  </a:lnTo>
                  <a:lnTo>
                    <a:pt x="203" y="7464"/>
                  </a:lnTo>
                  <a:lnTo>
                    <a:pt x="293" y="7531"/>
                  </a:lnTo>
                  <a:lnTo>
                    <a:pt x="383" y="7599"/>
                  </a:lnTo>
                  <a:lnTo>
                    <a:pt x="495" y="7644"/>
                  </a:lnTo>
                  <a:lnTo>
                    <a:pt x="607" y="7666"/>
                  </a:lnTo>
                  <a:lnTo>
                    <a:pt x="720" y="7644"/>
                  </a:lnTo>
                  <a:lnTo>
                    <a:pt x="832" y="7621"/>
                  </a:lnTo>
                  <a:lnTo>
                    <a:pt x="944" y="7554"/>
                  </a:lnTo>
                  <a:lnTo>
                    <a:pt x="1057" y="7464"/>
                  </a:lnTo>
                  <a:lnTo>
                    <a:pt x="1731" y="6745"/>
                  </a:lnTo>
                  <a:lnTo>
                    <a:pt x="2383" y="6003"/>
                  </a:lnTo>
                  <a:lnTo>
                    <a:pt x="2968" y="5216"/>
                  </a:lnTo>
                  <a:lnTo>
                    <a:pt x="3507" y="4407"/>
                  </a:lnTo>
                  <a:lnTo>
                    <a:pt x="4024" y="3598"/>
                  </a:lnTo>
                  <a:lnTo>
                    <a:pt x="4519" y="2743"/>
                  </a:lnTo>
                  <a:lnTo>
                    <a:pt x="4968" y="1867"/>
                  </a:lnTo>
                  <a:lnTo>
                    <a:pt x="5373" y="945"/>
                  </a:lnTo>
                  <a:lnTo>
                    <a:pt x="5418" y="810"/>
                  </a:lnTo>
                  <a:lnTo>
                    <a:pt x="5440" y="698"/>
                  </a:lnTo>
                  <a:lnTo>
                    <a:pt x="5418" y="563"/>
                  </a:lnTo>
                  <a:lnTo>
                    <a:pt x="5395" y="450"/>
                  </a:lnTo>
                  <a:lnTo>
                    <a:pt x="5328" y="338"/>
                  </a:lnTo>
                  <a:lnTo>
                    <a:pt x="5260" y="248"/>
                  </a:lnTo>
                  <a:lnTo>
                    <a:pt x="5193" y="158"/>
                  </a:lnTo>
                  <a:lnTo>
                    <a:pt x="5081" y="91"/>
                  </a:lnTo>
                  <a:lnTo>
                    <a:pt x="4991" y="46"/>
                  </a:lnTo>
                  <a:lnTo>
                    <a:pt x="4878" y="23"/>
                  </a:lnTo>
                  <a:lnTo>
                    <a:pt x="4766"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15"/>
            <p:cNvSpPr/>
            <p:nvPr/>
          </p:nvSpPr>
          <p:spPr>
            <a:xfrm>
              <a:off x="5765650" y="3260425"/>
              <a:ext cx="54525" cy="132100"/>
            </a:xfrm>
            <a:custGeom>
              <a:avLst/>
              <a:gdLst/>
              <a:ahLst/>
              <a:cxnLst/>
              <a:rect l="l" t="t" r="r" b="b"/>
              <a:pathLst>
                <a:path w="2181" h="5284" extrusionOk="0">
                  <a:moveTo>
                    <a:pt x="1462" y="1"/>
                  </a:moveTo>
                  <a:lnTo>
                    <a:pt x="1349" y="23"/>
                  </a:lnTo>
                  <a:lnTo>
                    <a:pt x="1237" y="68"/>
                  </a:lnTo>
                  <a:lnTo>
                    <a:pt x="1147" y="135"/>
                  </a:lnTo>
                  <a:lnTo>
                    <a:pt x="1057" y="225"/>
                  </a:lnTo>
                  <a:lnTo>
                    <a:pt x="1012" y="338"/>
                  </a:lnTo>
                  <a:lnTo>
                    <a:pt x="967" y="450"/>
                  </a:lnTo>
                  <a:lnTo>
                    <a:pt x="945" y="585"/>
                  </a:lnTo>
                  <a:lnTo>
                    <a:pt x="922" y="1102"/>
                  </a:lnTo>
                  <a:lnTo>
                    <a:pt x="877" y="1619"/>
                  </a:lnTo>
                  <a:lnTo>
                    <a:pt x="810" y="2114"/>
                  </a:lnTo>
                  <a:lnTo>
                    <a:pt x="697" y="2608"/>
                  </a:lnTo>
                  <a:lnTo>
                    <a:pt x="562" y="3103"/>
                  </a:lnTo>
                  <a:lnTo>
                    <a:pt x="405" y="3597"/>
                  </a:lnTo>
                  <a:lnTo>
                    <a:pt x="225" y="4069"/>
                  </a:lnTo>
                  <a:lnTo>
                    <a:pt x="45" y="4564"/>
                  </a:lnTo>
                  <a:lnTo>
                    <a:pt x="0" y="4676"/>
                  </a:lnTo>
                  <a:lnTo>
                    <a:pt x="0" y="4811"/>
                  </a:lnTo>
                  <a:lnTo>
                    <a:pt x="23" y="4923"/>
                  </a:lnTo>
                  <a:lnTo>
                    <a:pt x="68" y="5013"/>
                  </a:lnTo>
                  <a:lnTo>
                    <a:pt x="135" y="5103"/>
                  </a:lnTo>
                  <a:lnTo>
                    <a:pt x="203" y="5171"/>
                  </a:lnTo>
                  <a:lnTo>
                    <a:pt x="315" y="5238"/>
                  </a:lnTo>
                  <a:lnTo>
                    <a:pt x="405" y="5261"/>
                  </a:lnTo>
                  <a:lnTo>
                    <a:pt x="540" y="5283"/>
                  </a:lnTo>
                  <a:lnTo>
                    <a:pt x="765" y="5283"/>
                  </a:lnTo>
                  <a:lnTo>
                    <a:pt x="877" y="5238"/>
                  </a:lnTo>
                  <a:lnTo>
                    <a:pt x="990" y="5193"/>
                  </a:lnTo>
                  <a:lnTo>
                    <a:pt x="1079" y="5103"/>
                  </a:lnTo>
                  <a:lnTo>
                    <a:pt x="1169" y="5013"/>
                  </a:lnTo>
                  <a:lnTo>
                    <a:pt x="1237" y="4878"/>
                  </a:lnTo>
                  <a:lnTo>
                    <a:pt x="1439" y="4361"/>
                  </a:lnTo>
                  <a:lnTo>
                    <a:pt x="1619" y="3844"/>
                  </a:lnTo>
                  <a:lnTo>
                    <a:pt x="1776" y="3305"/>
                  </a:lnTo>
                  <a:lnTo>
                    <a:pt x="1934" y="2788"/>
                  </a:lnTo>
                  <a:lnTo>
                    <a:pt x="2046" y="2248"/>
                  </a:lnTo>
                  <a:lnTo>
                    <a:pt x="2113" y="1709"/>
                  </a:lnTo>
                  <a:lnTo>
                    <a:pt x="2181" y="1147"/>
                  </a:lnTo>
                  <a:lnTo>
                    <a:pt x="2181" y="585"/>
                  </a:lnTo>
                  <a:lnTo>
                    <a:pt x="2181" y="450"/>
                  </a:lnTo>
                  <a:lnTo>
                    <a:pt x="2136" y="338"/>
                  </a:lnTo>
                  <a:lnTo>
                    <a:pt x="2069" y="225"/>
                  </a:lnTo>
                  <a:lnTo>
                    <a:pt x="2001" y="135"/>
                  </a:lnTo>
                  <a:lnTo>
                    <a:pt x="1911" y="68"/>
                  </a:lnTo>
                  <a:lnTo>
                    <a:pt x="1799" y="23"/>
                  </a:lnTo>
                  <a:lnTo>
                    <a:pt x="1686"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5"/>
            <p:cNvSpPr/>
            <p:nvPr/>
          </p:nvSpPr>
          <p:spPr>
            <a:xfrm>
              <a:off x="4749600" y="3046300"/>
              <a:ext cx="31500" cy="47800"/>
            </a:xfrm>
            <a:custGeom>
              <a:avLst/>
              <a:gdLst/>
              <a:ahLst/>
              <a:cxnLst/>
              <a:rect l="l" t="t" r="r" b="b"/>
              <a:pathLst>
                <a:path w="1260" h="1912" extrusionOk="0">
                  <a:moveTo>
                    <a:pt x="517" y="1"/>
                  </a:moveTo>
                  <a:lnTo>
                    <a:pt x="405" y="23"/>
                  </a:lnTo>
                  <a:lnTo>
                    <a:pt x="293" y="68"/>
                  </a:lnTo>
                  <a:lnTo>
                    <a:pt x="203" y="136"/>
                  </a:lnTo>
                  <a:lnTo>
                    <a:pt x="135" y="226"/>
                  </a:lnTo>
                  <a:lnTo>
                    <a:pt x="68" y="338"/>
                  </a:lnTo>
                  <a:lnTo>
                    <a:pt x="23" y="451"/>
                  </a:lnTo>
                  <a:lnTo>
                    <a:pt x="0" y="585"/>
                  </a:lnTo>
                  <a:lnTo>
                    <a:pt x="0" y="1305"/>
                  </a:lnTo>
                  <a:lnTo>
                    <a:pt x="23" y="1462"/>
                  </a:lnTo>
                  <a:lnTo>
                    <a:pt x="68" y="1575"/>
                  </a:lnTo>
                  <a:lnTo>
                    <a:pt x="135" y="1687"/>
                  </a:lnTo>
                  <a:lnTo>
                    <a:pt x="203" y="1754"/>
                  </a:lnTo>
                  <a:lnTo>
                    <a:pt x="293" y="1822"/>
                  </a:lnTo>
                  <a:lnTo>
                    <a:pt x="405" y="1867"/>
                  </a:lnTo>
                  <a:lnTo>
                    <a:pt x="517" y="1912"/>
                  </a:lnTo>
                  <a:lnTo>
                    <a:pt x="742" y="1912"/>
                  </a:lnTo>
                  <a:lnTo>
                    <a:pt x="855" y="1867"/>
                  </a:lnTo>
                  <a:lnTo>
                    <a:pt x="967" y="1822"/>
                  </a:lnTo>
                  <a:lnTo>
                    <a:pt x="1057" y="1754"/>
                  </a:lnTo>
                  <a:lnTo>
                    <a:pt x="1124" y="1687"/>
                  </a:lnTo>
                  <a:lnTo>
                    <a:pt x="1192" y="1575"/>
                  </a:lnTo>
                  <a:lnTo>
                    <a:pt x="1237" y="1462"/>
                  </a:lnTo>
                  <a:lnTo>
                    <a:pt x="1259" y="1305"/>
                  </a:lnTo>
                  <a:lnTo>
                    <a:pt x="1259" y="585"/>
                  </a:lnTo>
                  <a:lnTo>
                    <a:pt x="1237" y="451"/>
                  </a:lnTo>
                  <a:lnTo>
                    <a:pt x="1192" y="338"/>
                  </a:lnTo>
                  <a:lnTo>
                    <a:pt x="1124" y="226"/>
                  </a:lnTo>
                  <a:lnTo>
                    <a:pt x="1057" y="136"/>
                  </a:lnTo>
                  <a:lnTo>
                    <a:pt x="967" y="68"/>
                  </a:lnTo>
                  <a:lnTo>
                    <a:pt x="855" y="23"/>
                  </a:lnTo>
                  <a:lnTo>
                    <a:pt x="742"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5"/>
            <p:cNvSpPr/>
            <p:nvPr/>
          </p:nvSpPr>
          <p:spPr>
            <a:xfrm>
              <a:off x="4564700" y="2963150"/>
              <a:ext cx="37675" cy="46650"/>
            </a:xfrm>
            <a:custGeom>
              <a:avLst/>
              <a:gdLst/>
              <a:ahLst/>
              <a:cxnLst/>
              <a:rect l="l" t="t" r="r" b="b"/>
              <a:pathLst>
                <a:path w="1507" h="1866" extrusionOk="0">
                  <a:moveTo>
                    <a:pt x="540" y="0"/>
                  </a:moveTo>
                  <a:lnTo>
                    <a:pt x="428" y="23"/>
                  </a:lnTo>
                  <a:lnTo>
                    <a:pt x="338" y="90"/>
                  </a:lnTo>
                  <a:lnTo>
                    <a:pt x="226" y="157"/>
                  </a:lnTo>
                  <a:lnTo>
                    <a:pt x="158" y="225"/>
                  </a:lnTo>
                  <a:lnTo>
                    <a:pt x="91" y="315"/>
                  </a:lnTo>
                  <a:lnTo>
                    <a:pt x="23" y="427"/>
                  </a:lnTo>
                  <a:lnTo>
                    <a:pt x="1" y="540"/>
                  </a:lnTo>
                  <a:lnTo>
                    <a:pt x="1" y="674"/>
                  </a:lnTo>
                  <a:lnTo>
                    <a:pt x="23" y="787"/>
                  </a:lnTo>
                  <a:lnTo>
                    <a:pt x="68" y="922"/>
                  </a:lnTo>
                  <a:lnTo>
                    <a:pt x="383" y="1551"/>
                  </a:lnTo>
                  <a:lnTo>
                    <a:pt x="450" y="1664"/>
                  </a:lnTo>
                  <a:lnTo>
                    <a:pt x="540" y="1753"/>
                  </a:lnTo>
                  <a:lnTo>
                    <a:pt x="630" y="1821"/>
                  </a:lnTo>
                  <a:lnTo>
                    <a:pt x="743" y="1843"/>
                  </a:lnTo>
                  <a:lnTo>
                    <a:pt x="855" y="1866"/>
                  </a:lnTo>
                  <a:lnTo>
                    <a:pt x="967" y="1843"/>
                  </a:lnTo>
                  <a:lnTo>
                    <a:pt x="1080" y="1821"/>
                  </a:lnTo>
                  <a:lnTo>
                    <a:pt x="1170" y="1776"/>
                  </a:lnTo>
                  <a:lnTo>
                    <a:pt x="1260" y="1708"/>
                  </a:lnTo>
                  <a:lnTo>
                    <a:pt x="1350" y="1619"/>
                  </a:lnTo>
                  <a:lnTo>
                    <a:pt x="1417" y="1529"/>
                  </a:lnTo>
                  <a:lnTo>
                    <a:pt x="1484" y="1416"/>
                  </a:lnTo>
                  <a:lnTo>
                    <a:pt x="1507" y="1304"/>
                  </a:lnTo>
                  <a:lnTo>
                    <a:pt x="1507" y="1191"/>
                  </a:lnTo>
                  <a:lnTo>
                    <a:pt x="1484" y="1057"/>
                  </a:lnTo>
                  <a:lnTo>
                    <a:pt x="1439" y="922"/>
                  </a:lnTo>
                  <a:lnTo>
                    <a:pt x="1125" y="315"/>
                  </a:lnTo>
                  <a:lnTo>
                    <a:pt x="1057" y="180"/>
                  </a:lnTo>
                  <a:lnTo>
                    <a:pt x="967" y="90"/>
                  </a:lnTo>
                  <a:lnTo>
                    <a:pt x="877" y="45"/>
                  </a:lnTo>
                  <a:lnTo>
                    <a:pt x="765" y="0"/>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5"/>
            <p:cNvSpPr/>
            <p:nvPr/>
          </p:nvSpPr>
          <p:spPr>
            <a:xfrm>
              <a:off x="5074975" y="3028325"/>
              <a:ext cx="38800" cy="55675"/>
            </a:xfrm>
            <a:custGeom>
              <a:avLst/>
              <a:gdLst/>
              <a:ahLst/>
              <a:cxnLst/>
              <a:rect l="l" t="t" r="r" b="b"/>
              <a:pathLst>
                <a:path w="1552" h="2227" extrusionOk="0">
                  <a:moveTo>
                    <a:pt x="563" y="1"/>
                  </a:moveTo>
                  <a:lnTo>
                    <a:pt x="450" y="23"/>
                  </a:lnTo>
                  <a:lnTo>
                    <a:pt x="338" y="46"/>
                  </a:lnTo>
                  <a:lnTo>
                    <a:pt x="226" y="113"/>
                  </a:lnTo>
                  <a:lnTo>
                    <a:pt x="158" y="180"/>
                  </a:lnTo>
                  <a:lnTo>
                    <a:pt x="68" y="270"/>
                  </a:lnTo>
                  <a:lnTo>
                    <a:pt x="23" y="383"/>
                  </a:lnTo>
                  <a:lnTo>
                    <a:pt x="1" y="495"/>
                  </a:lnTo>
                  <a:lnTo>
                    <a:pt x="1" y="608"/>
                  </a:lnTo>
                  <a:lnTo>
                    <a:pt x="23" y="742"/>
                  </a:lnTo>
                  <a:lnTo>
                    <a:pt x="338" y="1776"/>
                  </a:lnTo>
                  <a:lnTo>
                    <a:pt x="383" y="1911"/>
                  </a:lnTo>
                  <a:lnTo>
                    <a:pt x="450" y="2024"/>
                  </a:lnTo>
                  <a:lnTo>
                    <a:pt x="540" y="2114"/>
                  </a:lnTo>
                  <a:lnTo>
                    <a:pt x="653" y="2159"/>
                  </a:lnTo>
                  <a:lnTo>
                    <a:pt x="743" y="2204"/>
                  </a:lnTo>
                  <a:lnTo>
                    <a:pt x="877" y="2226"/>
                  </a:lnTo>
                  <a:lnTo>
                    <a:pt x="990" y="2226"/>
                  </a:lnTo>
                  <a:lnTo>
                    <a:pt x="1102" y="2204"/>
                  </a:lnTo>
                  <a:lnTo>
                    <a:pt x="1215" y="2159"/>
                  </a:lnTo>
                  <a:lnTo>
                    <a:pt x="1305" y="2091"/>
                  </a:lnTo>
                  <a:lnTo>
                    <a:pt x="1394" y="2024"/>
                  </a:lnTo>
                  <a:lnTo>
                    <a:pt x="1462" y="1934"/>
                  </a:lnTo>
                  <a:lnTo>
                    <a:pt x="1507" y="1844"/>
                  </a:lnTo>
                  <a:lnTo>
                    <a:pt x="1552" y="1732"/>
                  </a:lnTo>
                  <a:lnTo>
                    <a:pt x="1552" y="1597"/>
                  </a:lnTo>
                  <a:lnTo>
                    <a:pt x="1529" y="1462"/>
                  </a:lnTo>
                  <a:lnTo>
                    <a:pt x="1215" y="428"/>
                  </a:lnTo>
                  <a:lnTo>
                    <a:pt x="1170" y="293"/>
                  </a:lnTo>
                  <a:lnTo>
                    <a:pt x="1080" y="180"/>
                  </a:lnTo>
                  <a:lnTo>
                    <a:pt x="990" y="113"/>
                  </a:lnTo>
                  <a:lnTo>
                    <a:pt x="900" y="46"/>
                  </a:lnTo>
                  <a:lnTo>
                    <a:pt x="788"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5"/>
            <p:cNvSpPr/>
            <p:nvPr/>
          </p:nvSpPr>
          <p:spPr>
            <a:xfrm>
              <a:off x="5307075" y="3009775"/>
              <a:ext cx="33750" cy="51175"/>
            </a:xfrm>
            <a:custGeom>
              <a:avLst/>
              <a:gdLst/>
              <a:ahLst/>
              <a:cxnLst/>
              <a:rect l="l" t="t" r="r" b="b"/>
              <a:pathLst>
                <a:path w="1350" h="2047" extrusionOk="0">
                  <a:moveTo>
                    <a:pt x="495" y="1"/>
                  </a:moveTo>
                  <a:lnTo>
                    <a:pt x="383" y="46"/>
                  </a:lnTo>
                  <a:lnTo>
                    <a:pt x="270" y="91"/>
                  </a:lnTo>
                  <a:lnTo>
                    <a:pt x="180" y="181"/>
                  </a:lnTo>
                  <a:lnTo>
                    <a:pt x="91" y="271"/>
                  </a:lnTo>
                  <a:lnTo>
                    <a:pt x="46" y="361"/>
                  </a:lnTo>
                  <a:lnTo>
                    <a:pt x="1" y="495"/>
                  </a:lnTo>
                  <a:lnTo>
                    <a:pt x="1" y="608"/>
                  </a:lnTo>
                  <a:lnTo>
                    <a:pt x="113" y="1439"/>
                  </a:lnTo>
                  <a:lnTo>
                    <a:pt x="135" y="1552"/>
                  </a:lnTo>
                  <a:lnTo>
                    <a:pt x="158" y="1664"/>
                  </a:lnTo>
                  <a:lnTo>
                    <a:pt x="225" y="1777"/>
                  </a:lnTo>
                  <a:lnTo>
                    <a:pt x="293" y="1867"/>
                  </a:lnTo>
                  <a:lnTo>
                    <a:pt x="383" y="1934"/>
                  </a:lnTo>
                  <a:lnTo>
                    <a:pt x="473" y="2001"/>
                  </a:lnTo>
                  <a:lnTo>
                    <a:pt x="585" y="2046"/>
                  </a:lnTo>
                  <a:lnTo>
                    <a:pt x="832" y="2046"/>
                  </a:lnTo>
                  <a:lnTo>
                    <a:pt x="945" y="2001"/>
                  </a:lnTo>
                  <a:lnTo>
                    <a:pt x="1057" y="1957"/>
                  </a:lnTo>
                  <a:lnTo>
                    <a:pt x="1169" y="1867"/>
                  </a:lnTo>
                  <a:lnTo>
                    <a:pt x="1237" y="1777"/>
                  </a:lnTo>
                  <a:lnTo>
                    <a:pt x="1304" y="1664"/>
                  </a:lnTo>
                  <a:lnTo>
                    <a:pt x="1327" y="1552"/>
                  </a:lnTo>
                  <a:lnTo>
                    <a:pt x="1349" y="1439"/>
                  </a:lnTo>
                  <a:lnTo>
                    <a:pt x="1237" y="608"/>
                  </a:lnTo>
                  <a:lnTo>
                    <a:pt x="1214" y="495"/>
                  </a:lnTo>
                  <a:lnTo>
                    <a:pt x="1169" y="383"/>
                  </a:lnTo>
                  <a:lnTo>
                    <a:pt x="1125" y="271"/>
                  </a:lnTo>
                  <a:lnTo>
                    <a:pt x="1057" y="181"/>
                  </a:lnTo>
                  <a:lnTo>
                    <a:pt x="967" y="91"/>
                  </a:lnTo>
                  <a:lnTo>
                    <a:pt x="855" y="46"/>
                  </a:lnTo>
                  <a:lnTo>
                    <a:pt x="742"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5"/>
            <p:cNvSpPr/>
            <p:nvPr/>
          </p:nvSpPr>
          <p:spPr>
            <a:xfrm>
              <a:off x="5036200" y="3283475"/>
              <a:ext cx="46675" cy="77000"/>
            </a:xfrm>
            <a:custGeom>
              <a:avLst/>
              <a:gdLst/>
              <a:ahLst/>
              <a:cxnLst/>
              <a:rect l="l" t="t" r="r" b="b"/>
              <a:pathLst>
                <a:path w="1867" h="3080" extrusionOk="0">
                  <a:moveTo>
                    <a:pt x="608" y="0"/>
                  </a:moveTo>
                  <a:lnTo>
                    <a:pt x="495" y="23"/>
                  </a:lnTo>
                  <a:lnTo>
                    <a:pt x="383" y="45"/>
                  </a:lnTo>
                  <a:lnTo>
                    <a:pt x="270" y="113"/>
                  </a:lnTo>
                  <a:lnTo>
                    <a:pt x="181" y="180"/>
                  </a:lnTo>
                  <a:lnTo>
                    <a:pt x="113" y="270"/>
                  </a:lnTo>
                  <a:lnTo>
                    <a:pt x="46" y="382"/>
                  </a:lnTo>
                  <a:lnTo>
                    <a:pt x="23" y="495"/>
                  </a:lnTo>
                  <a:lnTo>
                    <a:pt x="1" y="630"/>
                  </a:lnTo>
                  <a:lnTo>
                    <a:pt x="23" y="764"/>
                  </a:lnTo>
                  <a:lnTo>
                    <a:pt x="136" y="1237"/>
                  </a:lnTo>
                  <a:lnTo>
                    <a:pt x="293" y="1709"/>
                  </a:lnTo>
                  <a:lnTo>
                    <a:pt x="653" y="2630"/>
                  </a:lnTo>
                  <a:lnTo>
                    <a:pt x="698" y="2720"/>
                  </a:lnTo>
                  <a:lnTo>
                    <a:pt x="765" y="2833"/>
                  </a:lnTo>
                  <a:lnTo>
                    <a:pt x="855" y="2922"/>
                  </a:lnTo>
                  <a:lnTo>
                    <a:pt x="945" y="2990"/>
                  </a:lnTo>
                  <a:lnTo>
                    <a:pt x="1035" y="3035"/>
                  </a:lnTo>
                  <a:lnTo>
                    <a:pt x="1147" y="3057"/>
                  </a:lnTo>
                  <a:lnTo>
                    <a:pt x="1282" y="3080"/>
                  </a:lnTo>
                  <a:lnTo>
                    <a:pt x="1394" y="3057"/>
                  </a:lnTo>
                  <a:lnTo>
                    <a:pt x="1507" y="3012"/>
                  </a:lnTo>
                  <a:lnTo>
                    <a:pt x="1619" y="2945"/>
                  </a:lnTo>
                  <a:lnTo>
                    <a:pt x="1709" y="2855"/>
                  </a:lnTo>
                  <a:lnTo>
                    <a:pt x="1777" y="2765"/>
                  </a:lnTo>
                  <a:lnTo>
                    <a:pt x="1822" y="2653"/>
                  </a:lnTo>
                  <a:lnTo>
                    <a:pt x="1866" y="2540"/>
                  </a:lnTo>
                  <a:lnTo>
                    <a:pt x="1866" y="2405"/>
                  </a:lnTo>
                  <a:lnTo>
                    <a:pt x="1844" y="2293"/>
                  </a:lnTo>
                  <a:lnTo>
                    <a:pt x="1484" y="1371"/>
                  </a:lnTo>
                  <a:lnTo>
                    <a:pt x="1349" y="899"/>
                  </a:lnTo>
                  <a:lnTo>
                    <a:pt x="1215" y="427"/>
                  </a:lnTo>
                  <a:lnTo>
                    <a:pt x="1170" y="292"/>
                  </a:lnTo>
                  <a:lnTo>
                    <a:pt x="1102" y="202"/>
                  </a:lnTo>
                  <a:lnTo>
                    <a:pt x="1035" y="113"/>
                  </a:lnTo>
                  <a:lnTo>
                    <a:pt x="945" y="45"/>
                  </a:lnTo>
                  <a:lnTo>
                    <a:pt x="832" y="0"/>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15"/>
            <p:cNvSpPr/>
            <p:nvPr/>
          </p:nvSpPr>
          <p:spPr>
            <a:xfrm>
              <a:off x="3611600" y="3056425"/>
              <a:ext cx="42725" cy="45550"/>
            </a:xfrm>
            <a:custGeom>
              <a:avLst/>
              <a:gdLst/>
              <a:ahLst/>
              <a:cxnLst/>
              <a:rect l="l" t="t" r="r" b="b"/>
              <a:pathLst>
                <a:path w="1709" h="1822" extrusionOk="0">
                  <a:moveTo>
                    <a:pt x="652" y="1"/>
                  </a:moveTo>
                  <a:lnTo>
                    <a:pt x="540" y="23"/>
                  </a:lnTo>
                  <a:lnTo>
                    <a:pt x="428" y="46"/>
                  </a:lnTo>
                  <a:lnTo>
                    <a:pt x="315" y="113"/>
                  </a:lnTo>
                  <a:lnTo>
                    <a:pt x="225" y="158"/>
                  </a:lnTo>
                  <a:lnTo>
                    <a:pt x="135" y="248"/>
                  </a:lnTo>
                  <a:lnTo>
                    <a:pt x="68" y="338"/>
                  </a:lnTo>
                  <a:lnTo>
                    <a:pt x="23" y="450"/>
                  </a:lnTo>
                  <a:lnTo>
                    <a:pt x="0" y="540"/>
                  </a:lnTo>
                  <a:lnTo>
                    <a:pt x="23" y="675"/>
                  </a:lnTo>
                  <a:lnTo>
                    <a:pt x="45" y="787"/>
                  </a:lnTo>
                  <a:lnTo>
                    <a:pt x="113" y="922"/>
                  </a:lnTo>
                  <a:lnTo>
                    <a:pt x="517" y="1529"/>
                  </a:lnTo>
                  <a:lnTo>
                    <a:pt x="607" y="1642"/>
                  </a:lnTo>
                  <a:lnTo>
                    <a:pt x="720" y="1731"/>
                  </a:lnTo>
                  <a:lnTo>
                    <a:pt x="832" y="1776"/>
                  </a:lnTo>
                  <a:lnTo>
                    <a:pt x="945" y="1799"/>
                  </a:lnTo>
                  <a:lnTo>
                    <a:pt x="1057" y="1821"/>
                  </a:lnTo>
                  <a:lnTo>
                    <a:pt x="1169" y="1799"/>
                  </a:lnTo>
                  <a:lnTo>
                    <a:pt x="1282" y="1776"/>
                  </a:lnTo>
                  <a:lnTo>
                    <a:pt x="1394" y="1709"/>
                  </a:lnTo>
                  <a:lnTo>
                    <a:pt x="1484" y="1642"/>
                  </a:lnTo>
                  <a:lnTo>
                    <a:pt x="1574" y="1574"/>
                  </a:lnTo>
                  <a:lnTo>
                    <a:pt x="1641" y="1484"/>
                  </a:lnTo>
                  <a:lnTo>
                    <a:pt x="1686" y="1372"/>
                  </a:lnTo>
                  <a:lnTo>
                    <a:pt x="1709" y="1259"/>
                  </a:lnTo>
                  <a:lnTo>
                    <a:pt x="1686" y="1147"/>
                  </a:lnTo>
                  <a:lnTo>
                    <a:pt x="1664" y="1035"/>
                  </a:lnTo>
                  <a:lnTo>
                    <a:pt x="1596" y="900"/>
                  </a:lnTo>
                  <a:lnTo>
                    <a:pt x="1192" y="293"/>
                  </a:lnTo>
                  <a:lnTo>
                    <a:pt x="1102" y="180"/>
                  </a:lnTo>
                  <a:lnTo>
                    <a:pt x="989" y="91"/>
                  </a:lnTo>
                  <a:lnTo>
                    <a:pt x="877" y="46"/>
                  </a:lnTo>
                  <a:lnTo>
                    <a:pt x="765" y="23"/>
                  </a:lnTo>
                  <a:lnTo>
                    <a:pt x="652" y="1"/>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15"/>
            <p:cNvSpPr/>
            <p:nvPr/>
          </p:nvSpPr>
          <p:spPr>
            <a:xfrm>
              <a:off x="3806600" y="3055875"/>
              <a:ext cx="29825" cy="30925"/>
            </a:xfrm>
            <a:custGeom>
              <a:avLst/>
              <a:gdLst/>
              <a:ahLst/>
              <a:cxnLst/>
              <a:rect l="l" t="t" r="r" b="b"/>
              <a:pathLst>
                <a:path w="1193" h="1237" extrusionOk="0">
                  <a:moveTo>
                    <a:pt x="585" y="0"/>
                  </a:moveTo>
                  <a:lnTo>
                    <a:pt x="450" y="23"/>
                  </a:lnTo>
                  <a:lnTo>
                    <a:pt x="315" y="45"/>
                  </a:lnTo>
                  <a:lnTo>
                    <a:pt x="225" y="113"/>
                  </a:lnTo>
                  <a:lnTo>
                    <a:pt x="136" y="202"/>
                  </a:lnTo>
                  <a:lnTo>
                    <a:pt x="68" y="292"/>
                  </a:lnTo>
                  <a:lnTo>
                    <a:pt x="23" y="405"/>
                  </a:lnTo>
                  <a:lnTo>
                    <a:pt x="1" y="517"/>
                  </a:lnTo>
                  <a:lnTo>
                    <a:pt x="1" y="630"/>
                  </a:lnTo>
                  <a:lnTo>
                    <a:pt x="1" y="742"/>
                  </a:lnTo>
                  <a:lnTo>
                    <a:pt x="23" y="854"/>
                  </a:lnTo>
                  <a:lnTo>
                    <a:pt x="68" y="944"/>
                  </a:lnTo>
                  <a:lnTo>
                    <a:pt x="136" y="1057"/>
                  </a:lnTo>
                  <a:lnTo>
                    <a:pt x="225" y="1124"/>
                  </a:lnTo>
                  <a:lnTo>
                    <a:pt x="315" y="1192"/>
                  </a:lnTo>
                  <a:lnTo>
                    <a:pt x="450" y="1236"/>
                  </a:lnTo>
                  <a:lnTo>
                    <a:pt x="720" y="1236"/>
                  </a:lnTo>
                  <a:lnTo>
                    <a:pt x="855" y="1192"/>
                  </a:lnTo>
                  <a:lnTo>
                    <a:pt x="945" y="1124"/>
                  </a:lnTo>
                  <a:lnTo>
                    <a:pt x="1035" y="1057"/>
                  </a:lnTo>
                  <a:lnTo>
                    <a:pt x="1102" y="944"/>
                  </a:lnTo>
                  <a:lnTo>
                    <a:pt x="1147" y="854"/>
                  </a:lnTo>
                  <a:lnTo>
                    <a:pt x="1170" y="742"/>
                  </a:lnTo>
                  <a:lnTo>
                    <a:pt x="1192" y="630"/>
                  </a:lnTo>
                  <a:lnTo>
                    <a:pt x="1170" y="517"/>
                  </a:lnTo>
                  <a:lnTo>
                    <a:pt x="1147" y="405"/>
                  </a:lnTo>
                  <a:lnTo>
                    <a:pt x="1102" y="292"/>
                  </a:lnTo>
                  <a:lnTo>
                    <a:pt x="1035" y="202"/>
                  </a:lnTo>
                  <a:lnTo>
                    <a:pt x="945" y="113"/>
                  </a:lnTo>
                  <a:lnTo>
                    <a:pt x="855" y="45"/>
                  </a:lnTo>
                  <a:lnTo>
                    <a:pt x="720" y="23"/>
                  </a:lnTo>
                  <a:lnTo>
                    <a:pt x="585" y="0"/>
                  </a:lnTo>
                  <a:close/>
                </a:path>
              </a:pathLst>
            </a:custGeom>
            <a:solidFill>
              <a:srgbClr val="9DC6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15"/>
            <p:cNvSpPr/>
            <p:nvPr/>
          </p:nvSpPr>
          <p:spPr>
            <a:xfrm>
              <a:off x="2299375" y="3337425"/>
              <a:ext cx="36000" cy="105100"/>
            </a:xfrm>
            <a:custGeom>
              <a:avLst/>
              <a:gdLst/>
              <a:ahLst/>
              <a:cxnLst/>
              <a:rect l="l" t="t" r="r" b="b"/>
              <a:pathLst>
                <a:path w="1440" h="4204" extrusionOk="0">
                  <a:moveTo>
                    <a:pt x="630" y="0"/>
                  </a:moveTo>
                  <a:lnTo>
                    <a:pt x="495" y="23"/>
                  </a:lnTo>
                  <a:lnTo>
                    <a:pt x="383" y="45"/>
                  </a:lnTo>
                  <a:lnTo>
                    <a:pt x="293" y="90"/>
                  </a:lnTo>
                  <a:lnTo>
                    <a:pt x="203" y="157"/>
                  </a:lnTo>
                  <a:lnTo>
                    <a:pt x="113" y="247"/>
                  </a:lnTo>
                  <a:lnTo>
                    <a:pt x="46" y="337"/>
                  </a:lnTo>
                  <a:lnTo>
                    <a:pt x="23" y="472"/>
                  </a:lnTo>
                  <a:lnTo>
                    <a:pt x="1" y="607"/>
                  </a:lnTo>
                  <a:lnTo>
                    <a:pt x="1" y="1394"/>
                  </a:lnTo>
                  <a:lnTo>
                    <a:pt x="23" y="2203"/>
                  </a:lnTo>
                  <a:lnTo>
                    <a:pt x="46" y="2585"/>
                  </a:lnTo>
                  <a:lnTo>
                    <a:pt x="91" y="2990"/>
                  </a:lnTo>
                  <a:lnTo>
                    <a:pt x="158" y="3372"/>
                  </a:lnTo>
                  <a:lnTo>
                    <a:pt x="226" y="3754"/>
                  </a:lnTo>
                  <a:lnTo>
                    <a:pt x="271" y="3889"/>
                  </a:lnTo>
                  <a:lnTo>
                    <a:pt x="338" y="4001"/>
                  </a:lnTo>
                  <a:lnTo>
                    <a:pt x="428" y="4091"/>
                  </a:lnTo>
                  <a:lnTo>
                    <a:pt x="518" y="4136"/>
                  </a:lnTo>
                  <a:lnTo>
                    <a:pt x="630" y="4181"/>
                  </a:lnTo>
                  <a:lnTo>
                    <a:pt x="743" y="4204"/>
                  </a:lnTo>
                  <a:lnTo>
                    <a:pt x="855" y="4204"/>
                  </a:lnTo>
                  <a:lnTo>
                    <a:pt x="968" y="4181"/>
                  </a:lnTo>
                  <a:lnTo>
                    <a:pt x="1080" y="4136"/>
                  </a:lnTo>
                  <a:lnTo>
                    <a:pt x="1170" y="4091"/>
                  </a:lnTo>
                  <a:lnTo>
                    <a:pt x="1260" y="4001"/>
                  </a:lnTo>
                  <a:lnTo>
                    <a:pt x="1350" y="3912"/>
                  </a:lnTo>
                  <a:lnTo>
                    <a:pt x="1395" y="3822"/>
                  </a:lnTo>
                  <a:lnTo>
                    <a:pt x="1440" y="3709"/>
                  </a:lnTo>
                  <a:lnTo>
                    <a:pt x="1440" y="3574"/>
                  </a:lnTo>
                  <a:lnTo>
                    <a:pt x="1417" y="3439"/>
                  </a:lnTo>
                  <a:lnTo>
                    <a:pt x="1350" y="3080"/>
                  </a:lnTo>
                  <a:lnTo>
                    <a:pt x="1305" y="2743"/>
                  </a:lnTo>
                  <a:lnTo>
                    <a:pt x="1260" y="2383"/>
                  </a:lnTo>
                  <a:lnTo>
                    <a:pt x="1260" y="2023"/>
                  </a:lnTo>
                  <a:lnTo>
                    <a:pt x="1237" y="1326"/>
                  </a:lnTo>
                  <a:lnTo>
                    <a:pt x="1237" y="607"/>
                  </a:lnTo>
                  <a:lnTo>
                    <a:pt x="1237" y="472"/>
                  </a:lnTo>
                  <a:lnTo>
                    <a:pt x="1192" y="337"/>
                  </a:lnTo>
                  <a:lnTo>
                    <a:pt x="1125" y="247"/>
                  </a:lnTo>
                  <a:lnTo>
                    <a:pt x="1057" y="157"/>
                  </a:lnTo>
                  <a:lnTo>
                    <a:pt x="945" y="90"/>
                  </a:lnTo>
                  <a:lnTo>
                    <a:pt x="855" y="45"/>
                  </a:lnTo>
                  <a:lnTo>
                    <a:pt x="743" y="23"/>
                  </a:lnTo>
                  <a:lnTo>
                    <a:pt x="630" y="0"/>
                  </a:lnTo>
                  <a:close/>
                </a:path>
              </a:pathLst>
            </a:custGeom>
            <a:solidFill>
              <a:srgbClr val="779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15"/>
            <p:cNvSpPr/>
            <p:nvPr/>
          </p:nvSpPr>
          <p:spPr>
            <a:xfrm>
              <a:off x="2235325" y="3677975"/>
              <a:ext cx="43300" cy="120850"/>
            </a:xfrm>
            <a:custGeom>
              <a:avLst/>
              <a:gdLst/>
              <a:ahLst/>
              <a:cxnLst/>
              <a:rect l="l" t="t" r="r" b="b"/>
              <a:pathLst>
                <a:path w="1732" h="4834" extrusionOk="0">
                  <a:moveTo>
                    <a:pt x="877" y="0"/>
                  </a:moveTo>
                  <a:lnTo>
                    <a:pt x="765" y="45"/>
                  </a:lnTo>
                  <a:lnTo>
                    <a:pt x="675" y="113"/>
                  </a:lnTo>
                  <a:lnTo>
                    <a:pt x="607" y="203"/>
                  </a:lnTo>
                  <a:lnTo>
                    <a:pt x="562" y="315"/>
                  </a:lnTo>
                  <a:lnTo>
                    <a:pt x="517" y="450"/>
                  </a:lnTo>
                  <a:lnTo>
                    <a:pt x="293" y="2248"/>
                  </a:lnTo>
                  <a:lnTo>
                    <a:pt x="158" y="3148"/>
                  </a:lnTo>
                  <a:lnTo>
                    <a:pt x="0" y="4047"/>
                  </a:lnTo>
                  <a:lnTo>
                    <a:pt x="0" y="4182"/>
                  </a:lnTo>
                  <a:lnTo>
                    <a:pt x="0" y="4316"/>
                  </a:lnTo>
                  <a:lnTo>
                    <a:pt x="45" y="4429"/>
                  </a:lnTo>
                  <a:lnTo>
                    <a:pt x="113" y="4541"/>
                  </a:lnTo>
                  <a:lnTo>
                    <a:pt x="180" y="4631"/>
                  </a:lnTo>
                  <a:lnTo>
                    <a:pt x="270" y="4699"/>
                  </a:lnTo>
                  <a:lnTo>
                    <a:pt x="382" y="4766"/>
                  </a:lnTo>
                  <a:lnTo>
                    <a:pt x="495" y="4811"/>
                  </a:lnTo>
                  <a:lnTo>
                    <a:pt x="607" y="4811"/>
                  </a:lnTo>
                  <a:lnTo>
                    <a:pt x="720" y="4833"/>
                  </a:lnTo>
                  <a:lnTo>
                    <a:pt x="832" y="4811"/>
                  </a:lnTo>
                  <a:lnTo>
                    <a:pt x="922" y="4766"/>
                  </a:lnTo>
                  <a:lnTo>
                    <a:pt x="1012" y="4699"/>
                  </a:lnTo>
                  <a:lnTo>
                    <a:pt x="1102" y="4631"/>
                  </a:lnTo>
                  <a:lnTo>
                    <a:pt x="1169" y="4519"/>
                  </a:lnTo>
                  <a:lnTo>
                    <a:pt x="1192" y="4384"/>
                  </a:lnTo>
                  <a:lnTo>
                    <a:pt x="1349" y="3485"/>
                  </a:lnTo>
                  <a:lnTo>
                    <a:pt x="1484" y="2586"/>
                  </a:lnTo>
                  <a:lnTo>
                    <a:pt x="1709" y="765"/>
                  </a:lnTo>
                  <a:lnTo>
                    <a:pt x="1731" y="630"/>
                  </a:lnTo>
                  <a:lnTo>
                    <a:pt x="1709" y="495"/>
                  </a:lnTo>
                  <a:lnTo>
                    <a:pt x="1664" y="383"/>
                  </a:lnTo>
                  <a:lnTo>
                    <a:pt x="1596" y="270"/>
                  </a:lnTo>
                  <a:lnTo>
                    <a:pt x="1506" y="180"/>
                  </a:lnTo>
                  <a:lnTo>
                    <a:pt x="1417" y="113"/>
                  </a:lnTo>
                  <a:lnTo>
                    <a:pt x="1304" y="45"/>
                  </a:lnTo>
                  <a:lnTo>
                    <a:pt x="1192" y="23"/>
                  </a:lnTo>
                  <a:lnTo>
                    <a:pt x="1079" y="0"/>
                  </a:lnTo>
                  <a:close/>
                </a:path>
              </a:pathLst>
            </a:custGeom>
            <a:solidFill>
              <a:srgbClr val="779B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15"/>
            <p:cNvSpPr/>
            <p:nvPr/>
          </p:nvSpPr>
          <p:spPr>
            <a:xfrm>
              <a:off x="1644125" y="859650"/>
              <a:ext cx="102875" cy="157400"/>
            </a:xfrm>
            <a:custGeom>
              <a:avLst/>
              <a:gdLst/>
              <a:ahLst/>
              <a:cxnLst/>
              <a:rect l="l" t="t" r="r" b="b"/>
              <a:pathLst>
                <a:path w="4115" h="6296" extrusionOk="0">
                  <a:moveTo>
                    <a:pt x="2900" y="1"/>
                  </a:moveTo>
                  <a:lnTo>
                    <a:pt x="2698" y="23"/>
                  </a:lnTo>
                  <a:lnTo>
                    <a:pt x="2496" y="46"/>
                  </a:lnTo>
                  <a:lnTo>
                    <a:pt x="2293" y="91"/>
                  </a:lnTo>
                  <a:lnTo>
                    <a:pt x="2068" y="136"/>
                  </a:lnTo>
                  <a:lnTo>
                    <a:pt x="1866" y="203"/>
                  </a:lnTo>
                  <a:lnTo>
                    <a:pt x="1664" y="293"/>
                  </a:lnTo>
                  <a:lnTo>
                    <a:pt x="1484" y="383"/>
                  </a:lnTo>
                  <a:lnTo>
                    <a:pt x="1282" y="495"/>
                  </a:lnTo>
                  <a:lnTo>
                    <a:pt x="1102" y="608"/>
                  </a:lnTo>
                  <a:lnTo>
                    <a:pt x="922" y="743"/>
                  </a:lnTo>
                  <a:lnTo>
                    <a:pt x="765" y="900"/>
                  </a:lnTo>
                  <a:lnTo>
                    <a:pt x="630" y="1057"/>
                  </a:lnTo>
                  <a:lnTo>
                    <a:pt x="495" y="1237"/>
                  </a:lnTo>
                  <a:lnTo>
                    <a:pt x="360" y="1417"/>
                  </a:lnTo>
                  <a:lnTo>
                    <a:pt x="248" y="1619"/>
                  </a:lnTo>
                  <a:lnTo>
                    <a:pt x="158" y="1822"/>
                  </a:lnTo>
                  <a:lnTo>
                    <a:pt x="90" y="2046"/>
                  </a:lnTo>
                  <a:lnTo>
                    <a:pt x="45" y="2271"/>
                  </a:lnTo>
                  <a:lnTo>
                    <a:pt x="23" y="2519"/>
                  </a:lnTo>
                  <a:lnTo>
                    <a:pt x="0" y="2766"/>
                  </a:lnTo>
                  <a:lnTo>
                    <a:pt x="23" y="3036"/>
                  </a:lnTo>
                  <a:lnTo>
                    <a:pt x="68" y="3305"/>
                  </a:lnTo>
                  <a:lnTo>
                    <a:pt x="135" y="3598"/>
                  </a:lnTo>
                  <a:lnTo>
                    <a:pt x="225" y="3912"/>
                  </a:lnTo>
                  <a:lnTo>
                    <a:pt x="338" y="4204"/>
                  </a:lnTo>
                  <a:lnTo>
                    <a:pt x="495" y="4542"/>
                  </a:lnTo>
                  <a:lnTo>
                    <a:pt x="697" y="4879"/>
                  </a:lnTo>
                  <a:lnTo>
                    <a:pt x="900" y="5216"/>
                  </a:lnTo>
                  <a:lnTo>
                    <a:pt x="1169" y="5553"/>
                  </a:lnTo>
                  <a:lnTo>
                    <a:pt x="1439" y="5935"/>
                  </a:lnTo>
                  <a:lnTo>
                    <a:pt x="1776" y="6295"/>
                  </a:lnTo>
                  <a:lnTo>
                    <a:pt x="3597" y="4272"/>
                  </a:lnTo>
                  <a:lnTo>
                    <a:pt x="3642" y="4092"/>
                  </a:lnTo>
                  <a:lnTo>
                    <a:pt x="3799" y="3620"/>
                  </a:lnTo>
                  <a:lnTo>
                    <a:pt x="3957" y="2946"/>
                  </a:lnTo>
                  <a:lnTo>
                    <a:pt x="4024" y="2563"/>
                  </a:lnTo>
                  <a:lnTo>
                    <a:pt x="4069" y="2159"/>
                  </a:lnTo>
                  <a:lnTo>
                    <a:pt x="4114" y="1754"/>
                  </a:lnTo>
                  <a:lnTo>
                    <a:pt x="4114" y="1372"/>
                  </a:lnTo>
                  <a:lnTo>
                    <a:pt x="4069" y="1012"/>
                  </a:lnTo>
                  <a:lnTo>
                    <a:pt x="4047" y="855"/>
                  </a:lnTo>
                  <a:lnTo>
                    <a:pt x="4002" y="698"/>
                  </a:lnTo>
                  <a:lnTo>
                    <a:pt x="3934" y="563"/>
                  </a:lnTo>
                  <a:lnTo>
                    <a:pt x="3867" y="428"/>
                  </a:lnTo>
                  <a:lnTo>
                    <a:pt x="3777" y="293"/>
                  </a:lnTo>
                  <a:lnTo>
                    <a:pt x="3687" y="203"/>
                  </a:lnTo>
                  <a:lnTo>
                    <a:pt x="3575" y="113"/>
                  </a:lnTo>
                  <a:lnTo>
                    <a:pt x="3440" y="68"/>
                  </a:lnTo>
                  <a:lnTo>
                    <a:pt x="3282" y="23"/>
                  </a:lnTo>
                  <a:lnTo>
                    <a:pt x="3103" y="1"/>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5"/>
            <p:cNvSpPr/>
            <p:nvPr/>
          </p:nvSpPr>
          <p:spPr>
            <a:xfrm>
              <a:off x="1601425" y="989475"/>
              <a:ext cx="90500" cy="68575"/>
            </a:xfrm>
            <a:custGeom>
              <a:avLst/>
              <a:gdLst/>
              <a:ahLst/>
              <a:cxnLst/>
              <a:rect l="l" t="t" r="r" b="b"/>
              <a:pathLst>
                <a:path w="3620" h="2743" extrusionOk="0">
                  <a:moveTo>
                    <a:pt x="922" y="1"/>
                  </a:moveTo>
                  <a:lnTo>
                    <a:pt x="764" y="23"/>
                  </a:lnTo>
                  <a:lnTo>
                    <a:pt x="629" y="68"/>
                  </a:lnTo>
                  <a:lnTo>
                    <a:pt x="495" y="113"/>
                  </a:lnTo>
                  <a:lnTo>
                    <a:pt x="382" y="180"/>
                  </a:lnTo>
                  <a:lnTo>
                    <a:pt x="270" y="270"/>
                  </a:lnTo>
                  <a:lnTo>
                    <a:pt x="180" y="383"/>
                  </a:lnTo>
                  <a:lnTo>
                    <a:pt x="112" y="518"/>
                  </a:lnTo>
                  <a:lnTo>
                    <a:pt x="45" y="675"/>
                  </a:lnTo>
                  <a:lnTo>
                    <a:pt x="22" y="877"/>
                  </a:lnTo>
                  <a:lnTo>
                    <a:pt x="0" y="1080"/>
                  </a:lnTo>
                  <a:lnTo>
                    <a:pt x="0" y="1327"/>
                  </a:lnTo>
                  <a:lnTo>
                    <a:pt x="22" y="1574"/>
                  </a:lnTo>
                  <a:lnTo>
                    <a:pt x="45" y="1776"/>
                  </a:lnTo>
                  <a:lnTo>
                    <a:pt x="90" y="1979"/>
                  </a:lnTo>
                  <a:lnTo>
                    <a:pt x="157" y="2136"/>
                  </a:lnTo>
                  <a:lnTo>
                    <a:pt x="225" y="2271"/>
                  </a:lnTo>
                  <a:lnTo>
                    <a:pt x="292" y="2406"/>
                  </a:lnTo>
                  <a:lnTo>
                    <a:pt x="382" y="2496"/>
                  </a:lnTo>
                  <a:lnTo>
                    <a:pt x="472" y="2586"/>
                  </a:lnTo>
                  <a:lnTo>
                    <a:pt x="584" y="2631"/>
                  </a:lnTo>
                  <a:lnTo>
                    <a:pt x="697" y="2698"/>
                  </a:lnTo>
                  <a:lnTo>
                    <a:pt x="809" y="2721"/>
                  </a:lnTo>
                  <a:lnTo>
                    <a:pt x="922" y="2743"/>
                  </a:lnTo>
                  <a:lnTo>
                    <a:pt x="1146" y="2721"/>
                  </a:lnTo>
                  <a:lnTo>
                    <a:pt x="1394" y="2676"/>
                  </a:lnTo>
                  <a:lnTo>
                    <a:pt x="1641" y="2608"/>
                  </a:lnTo>
                  <a:lnTo>
                    <a:pt x="1866" y="2496"/>
                  </a:lnTo>
                  <a:lnTo>
                    <a:pt x="2091" y="2383"/>
                  </a:lnTo>
                  <a:lnTo>
                    <a:pt x="2293" y="2271"/>
                  </a:lnTo>
                  <a:lnTo>
                    <a:pt x="2585" y="2069"/>
                  </a:lnTo>
                  <a:lnTo>
                    <a:pt x="2697" y="2001"/>
                  </a:lnTo>
                  <a:lnTo>
                    <a:pt x="3619" y="945"/>
                  </a:lnTo>
                  <a:lnTo>
                    <a:pt x="3462" y="855"/>
                  </a:lnTo>
                  <a:lnTo>
                    <a:pt x="3035" y="630"/>
                  </a:lnTo>
                  <a:lnTo>
                    <a:pt x="2742" y="495"/>
                  </a:lnTo>
                  <a:lnTo>
                    <a:pt x="2428" y="360"/>
                  </a:lnTo>
                  <a:lnTo>
                    <a:pt x="2091" y="225"/>
                  </a:lnTo>
                  <a:lnTo>
                    <a:pt x="1753" y="113"/>
                  </a:lnTo>
                  <a:lnTo>
                    <a:pt x="1416" y="45"/>
                  </a:lnTo>
                  <a:lnTo>
                    <a:pt x="1079" y="1"/>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5"/>
            <p:cNvSpPr/>
            <p:nvPr/>
          </p:nvSpPr>
          <p:spPr>
            <a:xfrm>
              <a:off x="1691900" y="873150"/>
              <a:ext cx="44400" cy="44975"/>
            </a:xfrm>
            <a:custGeom>
              <a:avLst/>
              <a:gdLst/>
              <a:ahLst/>
              <a:cxnLst/>
              <a:rect l="l" t="t" r="r" b="b"/>
              <a:pathLst>
                <a:path w="1776" h="1799" extrusionOk="0">
                  <a:moveTo>
                    <a:pt x="832" y="0"/>
                  </a:moveTo>
                  <a:lnTo>
                    <a:pt x="674" y="45"/>
                  </a:lnTo>
                  <a:lnTo>
                    <a:pt x="495" y="90"/>
                  </a:lnTo>
                  <a:lnTo>
                    <a:pt x="360" y="180"/>
                  </a:lnTo>
                  <a:lnTo>
                    <a:pt x="225" y="315"/>
                  </a:lnTo>
                  <a:lnTo>
                    <a:pt x="113" y="450"/>
                  </a:lnTo>
                  <a:lnTo>
                    <a:pt x="45" y="607"/>
                  </a:lnTo>
                  <a:lnTo>
                    <a:pt x="0" y="787"/>
                  </a:lnTo>
                  <a:lnTo>
                    <a:pt x="0" y="944"/>
                  </a:lnTo>
                  <a:lnTo>
                    <a:pt x="23" y="1124"/>
                  </a:lnTo>
                  <a:lnTo>
                    <a:pt x="68" y="1282"/>
                  </a:lnTo>
                  <a:lnTo>
                    <a:pt x="157" y="1439"/>
                  </a:lnTo>
                  <a:lnTo>
                    <a:pt x="292" y="1574"/>
                  </a:lnTo>
                  <a:lnTo>
                    <a:pt x="427" y="1664"/>
                  </a:lnTo>
                  <a:lnTo>
                    <a:pt x="585" y="1754"/>
                  </a:lnTo>
                  <a:lnTo>
                    <a:pt x="764" y="1776"/>
                  </a:lnTo>
                  <a:lnTo>
                    <a:pt x="922" y="1799"/>
                  </a:lnTo>
                  <a:lnTo>
                    <a:pt x="1102" y="1754"/>
                  </a:lnTo>
                  <a:lnTo>
                    <a:pt x="1259" y="1709"/>
                  </a:lnTo>
                  <a:lnTo>
                    <a:pt x="1416" y="1619"/>
                  </a:lnTo>
                  <a:lnTo>
                    <a:pt x="1551" y="1484"/>
                  </a:lnTo>
                  <a:lnTo>
                    <a:pt x="1641" y="1349"/>
                  </a:lnTo>
                  <a:lnTo>
                    <a:pt x="1731" y="1192"/>
                  </a:lnTo>
                  <a:lnTo>
                    <a:pt x="1776" y="1012"/>
                  </a:lnTo>
                  <a:lnTo>
                    <a:pt x="1776" y="855"/>
                  </a:lnTo>
                  <a:lnTo>
                    <a:pt x="1753" y="675"/>
                  </a:lnTo>
                  <a:lnTo>
                    <a:pt x="1686" y="517"/>
                  </a:lnTo>
                  <a:lnTo>
                    <a:pt x="1596" y="360"/>
                  </a:lnTo>
                  <a:lnTo>
                    <a:pt x="1484" y="248"/>
                  </a:lnTo>
                  <a:lnTo>
                    <a:pt x="1326" y="135"/>
                  </a:lnTo>
                  <a:lnTo>
                    <a:pt x="1169" y="68"/>
                  </a:lnTo>
                  <a:lnTo>
                    <a:pt x="1012" y="23"/>
                  </a:lnTo>
                  <a:lnTo>
                    <a:pt x="8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5"/>
            <p:cNvSpPr/>
            <p:nvPr/>
          </p:nvSpPr>
          <p:spPr>
            <a:xfrm>
              <a:off x="1617150" y="1008575"/>
              <a:ext cx="22500" cy="22500"/>
            </a:xfrm>
            <a:custGeom>
              <a:avLst/>
              <a:gdLst/>
              <a:ahLst/>
              <a:cxnLst/>
              <a:rect l="l" t="t" r="r" b="b"/>
              <a:pathLst>
                <a:path w="900" h="900" extrusionOk="0">
                  <a:moveTo>
                    <a:pt x="338" y="1"/>
                  </a:moveTo>
                  <a:lnTo>
                    <a:pt x="248" y="46"/>
                  </a:lnTo>
                  <a:lnTo>
                    <a:pt x="180" y="91"/>
                  </a:lnTo>
                  <a:lnTo>
                    <a:pt x="113" y="158"/>
                  </a:lnTo>
                  <a:lnTo>
                    <a:pt x="68" y="226"/>
                  </a:lnTo>
                  <a:lnTo>
                    <a:pt x="23" y="293"/>
                  </a:lnTo>
                  <a:lnTo>
                    <a:pt x="0" y="383"/>
                  </a:lnTo>
                  <a:lnTo>
                    <a:pt x="0" y="473"/>
                  </a:lnTo>
                  <a:lnTo>
                    <a:pt x="0" y="563"/>
                  </a:lnTo>
                  <a:lnTo>
                    <a:pt x="45" y="653"/>
                  </a:lnTo>
                  <a:lnTo>
                    <a:pt x="90" y="720"/>
                  </a:lnTo>
                  <a:lnTo>
                    <a:pt x="158" y="788"/>
                  </a:lnTo>
                  <a:lnTo>
                    <a:pt x="225" y="833"/>
                  </a:lnTo>
                  <a:lnTo>
                    <a:pt x="293" y="878"/>
                  </a:lnTo>
                  <a:lnTo>
                    <a:pt x="383" y="900"/>
                  </a:lnTo>
                  <a:lnTo>
                    <a:pt x="562" y="900"/>
                  </a:lnTo>
                  <a:lnTo>
                    <a:pt x="652" y="855"/>
                  </a:lnTo>
                  <a:lnTo>
                    <a:pt x="720" y="810"/>
                  </a:lnTo>
                  <a:lnTo>
                    <a:pt x="787" y="743"/>
                  </a:lnTo>
                  <a:lnTo>
                    <a:pt x="832" y="675"/>
                  </a:lnTo>
                  <a:lnTo>
                    <a:pt x="877" y="608"/>
                  </a:lnTo>
                  <a:lnTo>
                    <a:pt x="900" y="518"/>
                  </a:lnTo>
                  <a:lnTo>
                    <a:pt x="900" y="428"/>
                  </a:lnTo>
                  <a:lnTo>
                    <a:pt x="900" y="338"/>
                  </a:lnTo>
                  <a:lnTo>
                    <a:pt x="855" y="248"/>
                  </a:lnTo>
                  <a:lnTo>
                    <a:pt x="810" y="181"/>
                  </a:lnTo>
                  <a:lnTo>
                    <a:pt x="742" y="113"/>
                  </a:lnTo>
                  <a:lnTo>
                    <a:pt x="675" y="68"/>
                  </a:lnTo>
                  <a:lnTo>
                    <a:pt x="607" y="23"/>
                  </a:lnTo>
                  <a:lnTo>
                    <a:pt x="5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5"/>
            <p:cNvSpPr/>
            <p:nvPr/>
          </p:nvSpPr>
          <p:spPr>
            <a:xfrm>
              <a:off x="1699200" y="954625"/>
              <a:ext cx="153450" cy="106250"/>
            </a:xfrm>
            <a:custGeom>
              <a:avLst/>
              <a:gdLst/>
              <a:ahLst/>
              <a:cxnLst/>
              <a:rect l="l" t="t" r="r" b="b"/>
              <a:pathLst>
                <a:path w="6138" h="4250" extrusionOk="0">
                  <a:moveTo>
                    <a:pt x="4609" y="1"/>
                  </a:moveTo>
                  <a:lnTo>
                    <a:pt x="4249" y="46"/>
                  </a:lnTo>
                  <a:lnTo>
                    <a:pt x="3844" y="136"/>
                  </a:lnTo>
                  <a:lnTo>
                    <a:pt x="3462" y="226"/>
                  </a:lnTo>
                  <a:lnTo>
                    <a:pt x="3102" y="338"/>
                  </a:lnTo>
                  <a:lnTo>
                    <a:pt x="2451" y="585"/>
                  </a:lnTo>
                  <a:lnTo>
                    <a:pt x="1979" y="765"/>
                  </a:lnTo>
                  <a:lnTo>
                    <a:pt x="1799" y="833"/>
                  </a:lnTo>
                  <a:lnTo>
                    <a:pt x="0" y="2878"/>
                  </a:lnTo>
                  <a:lnTo>
                    <a:pt x="405" y="3148"/>
                  </a:lnTo>
                  <a:lnTo>
                    <a:pt x="787" y="3395"/>
                  </a:lnTo>
                  <a:lnTo>
                    <a:pt x="1169" y="3620"/>
                  </a:lnTo>
                  <a:lnTo>
                    <a:pt x="1529" y="3800"/>
                  </a:lnTo>
                  <a:lnTo>
                    <a:pt x="1889" y="3935"/>
                  </a:lnTo>
                  <a:lnTo>
                    <a:pt x="2226" y="4070"/>
                  </a:lnTo>
                  <a:lnTo>
                    <a:pt x="2540" y="4159"/>
                  </a:lnTo>
                  <a:lnTo>
                    <a:pt x="2855" y="4204"/>
                  </a:lnTo>
                  <a:lnTo>
                    <a:pt x="3147" y="4249"/>
                  </a:lnTo>
                  <a:lnTo>
                    <a:pt x="3687" y="4249"/>
                  </a:lnTo>
                  <a:lnTo>
                    <a:pt x="3957" y="4204"/>
                  </a:lnTo>
                  <a:lnTo>
                    <a:pt x="4181" y="4159"/>
                  </a:lnTo>
                  <a:lnTo>
                    <a:pt x="4406" y="4070"/>
                  </a:lnTo>
                  <a:lnTo>
                    <a:pt x="4631" y="3980"/>
                  </a:lnTo>
                  <a:lnTo>
                    <a:pt x="4811" y="3867"/>
                  </a:lnTo>
                  <a:lnTo>
                    <a:pt x="5013" y="3732"/>
                  </a:lnTo>
                  <a:lnTo>
                    <a:pt x="5171" y="3597"/>
                  </a:lnTo>
                  <a:lnTo>
                    <a:pt x="5328" y="3440"/>
                  </a:lnTo>
                  <a:lnTo>
                    <a:pt x="5463" y="3283"/>
                  </a:lnTo>
                  <a:lnTo>
                    <a:pt x="5598" y="3103"/>
                  </a:lnTo>
                  <a:lnTo>
                    <a:pt x="5710" y="2901"/>
                  </a:lnTo>
                  <a:lnTo>
                    <a:pt x="5822" y="2721"/>
                  </a:lnTo>
                  <a:lnTo>
                    <a:pt x="5912" y="2518"/>
                  </a:lnTo>
                  <a:lnTo>
                    <a:pt x="5980" y="2316"/>
                  </a:lnTo>
                  <a:lnTo>
                    <a:pt x="6025" y="2114"/>
                  </a:lnTo>
                  <a:lnTo>
                    <a:pt x="6070" y="1889"/>
                  </a:lnTo>
                  <a:lnTo>
                    <a:pt x="6115" y="1687"/>
                  </a:lnTo>
                  <a:lnTo>
                    <a:pt x="6137" y="1462"/>
                  </a:lnTo>
                  <a:lnTo>
                    <a:pt x="6137" y="1260"/>
                  </a:lnTo>
                  <a:lnTo>
                    <a:pt x="6115" y="1057"/>
                  </a:lnTo>
                  <a:lnTo>
                    <a:pt x="6092" y="855"/>
                  </a:lnTo>
                  <a:lnTo>
                    <a:pt x="6070" y="675"/>
                  </a:lnTo>
                  <a:lnTo>
                    <a:pt x="6002" y="540"/>
                  </a:lnTo>
                  <a:lnTo>
                    <a:pt x="5935" y="405"/>
                  </a:lnTo>
                  <a:lnTo>
                    <a:pt x="5845" y="293"/>
                  </a:lnTo>
                  <a:lnTo>
                    <a:pt x="5732" y="203"/>
                  </a:lnTo>
                  <a:lnTo>
                    <a:pt x="5598" y="136"/>
                  </a:lnTo>
                  <a:lnTo>
                    <a:pt x="5463" y="91"/>
                  </a:lnTo>
                  <a:lnTo>
                    <a:pt x="5305" y="46"/>
                  </a:lnTo>
                  <a:lnTo>
                    <a:pt x="5148" y="23"/>
                  </a:lnTo>
                  <a:lnTo>
                    <a:pt x="4991" y="1"/>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5"/>
            <p:cNvSpPr/>
            <p:nvPr/>
          </p:nvSpPr>
          <p:spPr>
            <a:xfrm>
              <a:off x="1664925" y="1022625"/>
              <a:ext cx="68575" cy="91075"/>
            </a:xfrm>
            <a:custGeom>
              <a:avLst/>
              <a:gdLst/>
              <a:ahLst/>
              <a:cxnLst/>
              <a:rect l="l" t="t" r="r" b="b"/>
              <a:pathLst>
                <a:path w="2743" h="3643" extrusionOk="0">
                  <a:moveTo>
                    <a:pt x="1506" y="1"/>
                  </a:moveTo>
                  <a:lnTo>
                    <a:pt x="562" y="1035"/>
                  </a:lnTo>
                  <a:lnTo>
                    <a:pt x="495" y="1170"/>
                  </a:lnTo>
                  <a:lnTo>
                    <a:pt x="337" y="1462"/>
                  </a:lnTo>
                  <a:lnTo>
                    <a:pt x="247" y="1687"/>
                  </a:lnTo>
                  <a:lnTo>
                    <a:pt x="157" y="1912"/>
                  </a:lnTo>
                  <a:lnTo>
                    <a:pt x="68" y="2159"/>
                  </a:lnTo>
                  <a:lnTo>
                    <a:pt x="23" y="2406"/>
                  </a:lnTo>
                  <a:lnTo>
                    <a:pt x="0" y="2653"/>
                  </a:lnTo>
                  <a:lnTo>
                    <a:pt x="23" y="2878"/>
                  </a:lnTo>
                  <a:lnTo>
                    <a:pt x="68" y="2991"/>
                  </a:lnTo>
                  <a:lnTo>
                    <a:pt x="90" y="3103"/>
                  </a:lnTo>
                  <a:lnTo>
                    <a:pt x="157" y="3215"/>
                  </a:lnTo>
                  <a:lnTo>
                    <a:pt x="225" y="3305"/>
                  </a:lnTo>
                  <a:lnTo>
                    <a:pt x="315" y="3395"/>
                  </a:lnTo>
                  <a:lnTo>
                    <a:pt x="427" y="3463"/>
                  </a:lnTo>
                  <a:lnTo>
                    <a:pt x="562" y="3530"/>
                  </a:lnTo>
                  <a:lnTo>
                    <a:pt x="697" y="3575"/>
                  </a:lnTo>
                  <a:lnTo>
                    <a:pt x="877" y="3620"/>
                  </a:lnTo>
                  <a:lnTo>
                    <a:pt x="1079" y="3642"/>
                  </a:lnTo>
                  <a:lnTo>
                    <a:pt x="1529" y="3642"/>
                  </a:lnTo>
                  <a:lnTo>
                    <a:pt x="1776" y="3620"/>
                  </a:lnTo>
                  <a:lnTo>
                    <a:pt x="1978" y="3575"/>
                  </a:lnTo>
                  <a:lnTo>
                    <a:pt x="2158" y="3508"/>
                  </a:lnTo>
                  <a:lnTo>
                    <a:pt x="2315" y="3440"/>
                  </a:lnTo>
                  <a:lnTo>
                    <a:pt x="2450" y="3350"/>
                  </a:lnTo>
                  <a:lnTo>
                    <a:pt x="2540" y="3260"/>
                  </a:lnTo>
                  <a:lnTo>
                    <a:pt x="2630" y="3125"/>
                  </a:lnTo>
                  <a:lnTo>
                    <a:pt x="2675" y="3013"/>
                  </a:lnTo>
                  <a:lnTo>
                    <a:pt x="2720" y="2878"/>
                  </a:lnTo>
                  <a:lnTo>
                    <a:pt x="2743" y="2721"/>
                  </a:lnTo>
                  <a:lnTo>
                    <a:pt x="2743" y="2586"/>
                  </a:lnTo>
                  <a:lnTo>
                    <a:pt x="2720" y="2429"/>
                  </a:lnTo>
                  <a:lnTo>
                    <a:pt x="2653" y="2091"/>
                  </a:lnTo>
                  <a:lnTo>
                    <a:pt x="2540" y="1777"/>
                  </a:lnTo>
                  <a:lnTo>
                    <a:pt x="2383" y="1439"/>
                  </a:lnTo>
                  <a:lnTo>
                    <a:pt x="2226" y="1125"/>
                  </a:lnTo>
                  <a:lnTo>
                    <a:pt x="2046" y="810"/>
                  </a:lnTo>
                  <a:lnTo>
                    <a:pt x="1888" y="540"/>
                  </a:lnTo>
                  <a:lnTo>
                    <a:pt x="1619" y="158"/>
                  </a:lnTo>
                  <a:lnTo>
                    <a:pt x="1506" y="1"/>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5"/>
            <p:cNvSpPr/>
            <p:nvPr/>
          </p:nvSpPr>
          <p:spPr>
            <a:xfrm>
              <a:off x="1794725" y="965300"/>
              <a:ext cx="44425" cy="44425"/>
            </a:xfrm>
            <a:custGeom>
              <a:avLst/>
              <a:gdLst/>
              <a:ahLst/>
              <a:cxnLst/>
              <a:rect l="l" t="t" r="r" b="b"/>
              <a:pathLst>
                <a:path w="1777" h="1777" extrusionOk="0">
                  <a:moveTo>
                    <a:pt x="833" y="1"/>
                  </a:moveTo>
                  <a:lnTo>
                    <a:pt x="675" y="23"/>
                  </a:lnTo>
                  <a:lnTo>
                    <a:pt x="495" y="91"/>
                  </a:lnTo>
                  <a:lnTo>
                    <a:pt x="360" y="181"/>
                  </a:lnTo>
                  <a:lnTo>
                    <a:pt x="226" y="293"/>
                  </a:lnTo>
                  <a:lnTo>
                    <a:pt x="113" y="451"/>
                  </a:lnTo>
                  <a:lnTo>
                    <a:pt x="46" y="608"/>
                  </a:lnTo>
                  <a:lnTo>
                    <a:pt x="1" y="765"/>
                  </a:lnTo>
                  <a:lnTo>
                    <a:pt x="1" y="945"/>
                  </a:lnTo>
                  <a:lnTo>
                    <a:pt x="23" y="1125"/>
                  </a:lnTo>
                  <a:lnTo>
                    <a:pt x="91" y="1282"/>
                  </a:lnTo>
                  <a:lnTo>
                    <a:pt x="181" y="1417"/>
                  </a:lnTo>
                  <a:lnTo>
                    <a:pt x="293" y="1552"/>
                  </a:lnTo>
                  <a:lnTo>
                    <a:pt x="428" y="1664"/>
                  </a:lnTo>
                  <a:lnTo>
                    <a:pt x="585" y="1732"/>
                  </a:lnTo>
                  <a:lnTo>
                    <a:pt x="765" y="1777"/>
                  </a:lnTo>
                  <a:lnTo>
                    <a:pt x="945" y="1777"/>
                  </a:lnTo>
                  <a:lnTo>
                    <a:pt x="1102" y="1754"/>
                  </a:lnTo>
                  <a:lnTo>
                    <a:pt x="1260" y="1709"/>
                  </a:lnTo>
                  <a:lnTo>
                    <a:pt x="1417" y="1619"/>
                  </a:lnTo>
                  <a:lnTo>
                    <a:pt x="1552" y="1485"/>
                  </a:lnTo>
                  <a:lnTo>
                    <a:pt x="1664" y="1350"/>
                  </a:lnTo>
                  <a:lnTo>
                    <a:pt x="1732" y="1192"/>
                  </a:lnTo>
                  <a:lnTo>
                    <a:pt x="1777" y="1012"/>
                  </a:lnTo>
                  <a:lnTo>
                    <a:pt x="1777" y="855"/>
                  </a:lnTo>
                  <a:lnTo>
                    <a:pt x="1754" y="675"/>
                  </a:lnTo>
                  <a:lnTo>
                    <a:pt x="1687" y="518"/>
                  </a:lnTo>
                  <a:lnTo>
                    <a:pt x="1597" y="361"/>
                  </a:lnTo>
                  <a:lnTo>
                    <a:pt x="1484" y="226"/>
                  </a:lnTo>
                  <a:lnTo>
                    <a:pt x="1327" y="136"/>
                  </a:lnTo>
                  <a:lnTo>
                    <a:pt x="1170" y="46"/>
                  </a:lnTo>
                  <a:lnTo>
                    <a:pt x="1012" y="23"/>
                  </a:lnTo>
                  <a:lnTo>
                    <a:pt x="8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5"/>
            <p:cNvSpPr/>
            <p:nvPr/>
          </p:nvSpPr>
          <p:spPr>
            <a:xfrm>
              <a:off x="1691325" y="1074900"/>
              <a:ext cx="23075" cy="23050"/>
            </a:xfrm>
            <a:custGeom>
              <a:avLst/>
              <a:gdLst/>
              <a:ahLst/>
              <a:cxnLst/>
              <a:rect l="l" t="t" r="r" b="b"/>
              <a:pathLst>
                <a:path w="923" h="922" extrusionOk="0">
                  <a:moveTo>
                    <a:pt x="428" y="0"/>
                  </a:moveTo>
                  <a:lnTo>
                    <a:pt x="360" y="23"/>
                  </a:lnTo>
                  <a:lnTo>
                    <a:pt x="270" y="45"/>
                  </a:lnTo>
                  <a:lnTo>
                    <a:pt x="203" y="90"/>
                  </a:lnTo>
                  <a:lnTo>
                    <a:pt x="136" y="158"/>
                  </a:lnTo>
                  <a:lnTo>
                    <a:pt x="68" y="225"/>
                  </a:lnTo>
                  <a:lnTo>
                    <a:pt x="46" y="315"/>
                  </a:lnTo>
                  <a:lnTo>
                    <a:pt x="23" y="405"/>
                  </a:lnTo>
                  <a:lnTo>
                    <a:pt x="1" y="495"/>
                  </a:lnTo>
                  <a:lnTo>
                    <a:pt x="23" y="585"/>
                  </a:lnTo>
                  <a:lnTo>
                    <a:pt x="46" y="652"/>
                  </a:lnTo>
                  <a:lnTo>
                    <a:pt x="91" y="742"/>
                  </a:lnTo>
                  <a:lnTo>
                    <a:pt x="158" y="810"/>
                  </a:lnTo>
                  <a:lnTo>
                    <a:pt x="225" y="855"/>
                  </a:lnTo>
                  <a:lnTo>
                    <a:pt x="315" y="900"/>
                  </a:lnTo>
                  <a:lnTo>
                    <a:pt x="405" y="922"/>
                  </a:lnTo>
                  <a:lnTo>
                    <a:pt x="495" y="922"/>
                  </a:lnTo>
                  <a:lnTo>
                    <a:pt x="585" y="900"/>
                  </a:lnTo>
                  <a:lnTo>
                    <a:pt x="653" y="877"/>
                  </a:lnTo>
                  <a:lnTo>
                    <a:pt x="742" y="832"/>
                  </a:lnTo>
                  <a:lnTo>
                    <a:pt x="810" y="765"/>
                  </a:lnTo>
                  <a:lnTo>
                    <a:pt x="855" y="697"/>
                  </a:lnTo>
                  <a:lnTo>
                    <a:pt x="900" y="607"/>
                  </a:lnTo>
                  <a:lnTo>
                    <a:pt x="922" y="517"/>
                  </a:lnTo>
                  <a:lnTo>
                    <a:pt x="922" y="427"/>
                  </a:lnTo>
                  <a:lnTo>
                    <a:pt x="900" y="360"/>
                  </a:lnTo>
                  <a:lnTo>
                    <a:pt x="877" y="270"/>
                  </a:lnTo>
                  <a:lnTo>
                    <a:pt x="832" y="203"/>
                  </a:lnTo>
                  <a:lnTo>
                    <a:pt x="765" y="135"/>
                  </a:lnTo>
                  <a:lnTo>
                    <a:pt x="697" y="68"/>
                  </a:lnTo>
                  <a:lnTo>
                    <a:pt x="608" y="45"/>
                  </a:lnTo>
                  <a:lnTo>
                    <a:pt x="518" y="23"/>
                  </a:lnTo>
                  <a:lnTo>
                    <a:pt x="42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5"/>
            <p:cNvSpPr/>
            <p:nvPr/>
          </p:nvSpPr>
          <p:spPr>
            <a:xfrm>
              <a:off x="1655925" y="904625"/>
              <a:ext cx="148375" cy="160750"/>
            </a:xfrm>
            <a:custGeom>
              <a:avLst/>
              <a:gdLst/>
              <a:ahLst/>
              <a:cxnLst/>
              <a:rect l="l" t="t" r="r" b="b"/>
              <a:pathLst>
                <a:path w="5935" h="6430" extrusionOk="0">
                  <a:moveTo>
                    <a:pt x="4384" y="0"/>
                  </a:moveTo>
                  <a:lnTo>
                    <a:pt x="4361" y="23"/>
                  </a:lnTo>
                  <a:lnTo>
                    <a:pt x="4316" y="45"/>
                  </a:lnTo>
                  <a:lnTo>
                    <a:pt x="4294" y="68"/>
                  </a:lnTo>
                  <a:lnTo>
                    <a:pt x="4294" y="113"/>
                  </a:lnTo>
                  <a:lnTo>
                    <a:pt x="4316" y="158"/>
                  </a:lnTo>
                  <a:lnTo>
                    <a:pt x="4384" y="270"/>
                  </a:lnTo>
                  <a:lnTo>
                    <a:pt x="4406" y="405"/>
                  </a:lnTo>
                  <a:lnTo>
                    <a:pt x="4406" y="517"/>
                  </a:lnTo>
                  <a:lnTo>
                    <a:pt x="4406" y="652"/>
                  </a:lnTo>
                  <a:lnTo>
                    <a:pt x="4339" y="922"/>
                  </a:lnTo>
                  <a:lnTo>
                    <a:pt x="4271" y="1169"/>
                  </a:lnTo>
                  <a:lnTo>
                    <a:pt x="4182" y="1506"/>
                  </a:lnTo>
                  <a:lnTo>
                    <a:pt x="3979" y="1596"/>
                  </a:lnTo>
                  <a:lnTo>
                    <a:pt x="3754" y="1754"/>
                  </a:lnTo>
                  <a:lnTo>
                    <a:pt x="3485" y="1933"/>
                  </a:lnTo>
                  <a:lnTo>
                    <a:pt x="3192" y="2181"/>
                  </a:lnTo>
                  <a:lnTo>
                    <a:pt x="2855" y="2473"/>
                  </a:lnTo>
                  <a:lnTo>
                    <a:pt x="2518" y="2810"/>
                  </a:lnTo>
                  <a:lnTo>
                    <a:pt x="2158" y="3170"/>
                  </a:lnTo>
                  <a:lnTo>
                    <a:pt x="1799" y="3574"/>
                  </a:lnTo>
                  <a:lnTo>
                    <a:pt x="1349" y="4069"/>
                  </a:lnTo>
                  <a:lnTo>
                    <a:pt x="967" y="4541"/>
                  </a:lnTo>
                  <a:lnTo>
                    <a:pt x="652" y="4991"/>
                  </a:lnTo>
                  <a:lnTo>
                    <a:pt x="383" y="5418"/>
                  </a:lnTo>
                  <a:lnTo>
                    <a:pt x="180" y="5777"/>
                  </a:lnTo>
                  <a:lnTo>
                    <a:pt x="45" y="6070"/>
                  </a:lnTo>
                  <a:lnTo>
                    <a:pt x="0" y="6182"/>
                  </a:lnTo>
                  <a:lnTo>
                    <a:pt x="0" y="6272"/>
                  </a:lnTo>
                  <a:lnTo>
                    <a:pt x="0" y="6362"/>
                  </a:lnTo>
                  <a:lnTo>
                    <a:pt x="45" y="6407"/>
                  </a:lnTo>
                  <a:lnTo>
                    <a:pt x="90" y="6429"/>
                  </a:lnTo>
                  <a:lnTo>
                    <a:pt x="180" y="6429"/>
                  </a:lnTo>
                  <a:lnTo>
                    <a:pt x="270" y="6407"/>
                  </a:lnTo>
                  <a:lnTo>
                    <a:pt x="383" y="6362"/>
                  </a:lnTo>
                  <a:lnTo>
                    <a:pt x="675" y="6204"/>
                  </a:lnTo>
                  <a:lnTo>
                    <a:pt x="990" y="5980"/>
                  </a:lnTo>
                  <a:lnTo>
                    <a:pt x="1372" y="5665"/>
                  </a:lnTo>
                  <a:lnTo>
                    <a:pt x="1776" y="5283"/>
                  </a:lnTo>
                  <a:lnTo>
                    <a:pt x="2226" y="4833"/>
                  </a:lnTo>
                  <a:lnTo>
                    <a:pt x="2675" y="4361"/>
                  </a:lnTo>
                  <a:lnTo>
                    <a:pt x="3035" y="3934"/>
                  </a:lnTo>
                  <a:lnTo>
                    <a:pt x="3372" y="3507"/>
                  </a:lnTo>
                  <a:lnTo>
                    <a:pt x="3687" y="3125"/>
                  </a:lnTo>
                  <a:lnTo>
                    <a:pt x="3934" y="2743"/>
                  </a:lnTo>
                  <a:lnTo>
                    <a:pt x="4137" y="2428"/>
                  </a:lnTo>
                  <a:lnTo>
                    <a:pt x="4316" y="2113"/>
                  </a:lnTo>
                  <a:lnTo>
                    <a:pt x="4406" y="1888"/>
                  </a:lnTo>
                  <a:lnTo>
                    <a:pt x="4451" y="1686"/>
                  </a:lnTo>
                  <a:lnTo>
                    <a:pt x="4788" y="1529"/>
                  </a:lnTo>
                  <a:lnTo>
                    <a:pt x="5126" y="1416"/>
                  </a:lnTo>
                  <a:lnTo>
                    <a:pt x="5485" y="1349"/>
                  </a:lnTo>
                  <a:lnTo>
                    <a:pt x="5890" y="1349"/>
                  </a:lnTo>
                  <a:lnTo>
                    <a:pt x="5912" y="1326"/>
                  </a:lnTo>
                  <a:lnTo>
                    <a:pt x="5935" y="1282"/>
                  </a:lnTo>
                  <a:lnTo>
                    <a:pt x="5935" y="1259"/>
                  </a:lnTo>
                  <a:lnTo>
                    <a:pt x="5912" y="1169"/>
                  </a:lnTo>
                  <a:lnTo>
                    <a:pt x="5867" y="1147"/>
                  </a:lnTo>
                  <a:lnTo>
                    <a:pt x="5463" y="1147"/>
                  </a:lnTo>
                  <a:lnTo>
                    <a:pt x="5103" y="1214"/>
                  </a:lnTo>
                  <a:lnTo>
                    <a:pt x="4744" y="1326"/>
                  </a:lnTo>
                  <a:lnTo>
                    <a:pt x="4406" y="1484"/>
                  </a:lnTo>
                  <a:lnTo>
                    <a:pt x="4519" y="1079"/>
                  </a:lnTo>
                  <a:lnTo>
                    <a:pt x="4586" y="809"/>
                  </a:lnTo>
                  <a:lnTo>
                    <a:pt x="4609" y="540"/>
                  </a:lnTo>
                  <a:lnTo>
                    <a:pt x="4609" y="427"/>
                  </a:lnTo>
                  <a:lnTo>
                    <a:pt x="4586" y="292"/>
                  </a:lnTo>
                  <a:lnTo>
                    <a:pt x="4564" y="158"/>
                  </a:lnTo>
                  <a:lnTo>
                    <a:pt x="4496" y="45"/>
                  </a:lnTo>
                  <a:lnTo>
                    <a:pt x="4451" y="23"/>
                  </a:lnTo>
                  <a:lnTo>
                    <a:pt x="4429" y="0"/>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5"/>
            <p:cNvSpPr/>
            <p:nvPr/>
          </p:nvSpPr>
          <p:spPr>
            <a:xfrm>
              <a:off x="5685850" y="1699825"/>
              <a:ext cx="149500" cy="110150"/>
            </a:xfrm>
            <a:custGeom>
              <a:avLst/>
              <a:gdLst/>
              <a:ahLst/>
              <a:cxnLst/>
              <a:rect l="l" t="t" r="r" b="b"/>
              <a:pathLst>
                <a:path w="5980" h="4406" extrusionOk="0">
                  <a:moveTo>
                    <a:pt x="967" y="0"/>
                  </a:moveTo>
                  <a:lnTo>
                    <a:pt x="810" y="23"/>
                  </a:lnTo>
                  <a:lnTo>
                    <a:pt x="675" y="68"/>
                  </a:lnTo>
                  <a:lnTo>
                    <a:pt x="540" y="135"/>
                  </a:lnTo>
                  <a:lnTo>
                    <a:pt x="428" y="202"/>
                  </a:lnTo>
                  <a:lnTo>
                    <a:pt x="315" y="292"/>
                  </a:lnTo>
                  <a:lnTo>
                    <a:pt x="225" y="427"/>
                  </a:lnTo>
                  <a:lnTo>
                    <a:pt x="158" y="562"/>
                  </a:lnTo>
                  <a:lnTo>
                    <a:pt x="90" y="719"/>
                  </a:lnTo>
                  <a:lnTo>
                    <a:pt x="68" y="922"/>
                  </a:lnTo>
                  <a:lnTo>
                    <a:pt x="23" y="1124"/>
                  </a:lnTo>
                  <a:lnTo>
                    <a:pt x="0" y="1326"/>
                  </a:lnTo>
                  <a:lnTo>
                    <a:pt x="0" y="1551"/>
                  </a:lnTo>
                  <a:lnTo>
                    <a:pt x="23" y="1776"/>
                  </a:lnTo>
                  <a:lnTo>
                    <a:pt x="45" y="1978"/>
                  </a:lnTo>
                  <a:lnTo>
                    <a:pt x="68" y="2203"/>
                  </a:lnTo>
                  <a:lnTo>
                    <a:pt x="135" y="2405"/>
                  </a:lnTo>
                  <a:lnTo>
                    <a:pt x="203" y="2608"/>
                  </a:lnTo>
                  <a:lnTo>
                    <a:pt x="270" y="2810"/>
                  </a:lnTo>
                  <a:lnTo>
                    <a:pt x="360" y="3012"/>
                  </a:lnTo>
                  <a:lnTo>
                    <a:pt x="472" y="3192"/>
                  </a:lnTo>
                  <a:lnTo>
                    <a:pt x="607" y="3372"/>
                  </a:lnTo>
                  <a:lnTo>
                    <a:pt x="742" y="3552"/>
                  </a:lnTo>
                  <a:lnTo>
                    <a:pt x="900" y="3709"/>
                  </a:lnTo>
                  <a:lnTo>
                    <a:pt x="1057" y="3866"/>
                  </a:lnTo>
                  <a:lnTo>
                    <a:pt x="1259" y="3979"/>
                  </a:lnTo>
                  <a:lnTo>
                    <a:pt x="1462" y="4114"/>
                  </a:lnTo>
                  <a:lnTo>
                    <a:pt x="1664" y="4204"/>
                  </a:lnTo>
                  <a:lnTo>
                    <a:pt x="1889" y="4294"/>
                  </a:lnTo>
                  <a:lnTo>
                    <a:pt x="2158" y="4339"/>
                  </a:lnTo>
                  <a:lnTo>
                    <a:pt x="2406" y="4384"/>
                  </a:lnTo>
                  <a:lnTo>
                    <a:pt x="2698" y="4406"/>
                  </a:lnTo>
                  <a:lnTo>
                    <a:pt x="2990" y="4406"/>
                  </a:lnTo>
                  <a:lnTo>
                    <a:pt x="3305" y="4384"/>
                  </a:lnTo>
                  <a:lnTo>
                    <a:pt x="3642" y="4316"/>
                  </a:lnTo>
                  <a:lnTo>
                    <a:pt x="3979" y="4249"/>
                  </a:lnTo>
                  <a:lnTo>
                    <a:pt x="4339" y="4136"/>
                  </a:lnTo>
                  <a:lnTo>
                    <a:pt x="4721" y="3979"/>
                  </a:lnTo>
                  <a:lnTo>
                    <a:pt x="5126" y="3822"/>
                  </a:lnTo>
                  <a:lnTo>
                    <a:pt x="5530" y="3619"/>
                  </a:lnTo>
                  <a:lnTo>
                    <a:pt x="5980" y="3372"/>
                  </a:lnTo>
                  <a:lnTo>
                    <a:pt x="4361" y="1169"/>
                  </a:lnTo>
                  <a:lnTo>
                    <a:pt x="4204" y="1057"/>
                  </a:lnTo>
                  <a:lnTo>
                    <a:pt x="3777" y="832"/>
                  </a:lnTo>
                  <a:lnTo>
                    <a:pt x="3147" y="540"/>
                  </a:lnTo>
                  <a:lnTo>
                    <a:pt x="2788" y="382"/>
                  </a:lnTo>
                  <a:lnTo>
                    <a:pt x="2406" y="247"/>
                  </a:lnTo>
                  <a:lnTo>
                    <a:pt x="2046" y="135"/>
                  </a:lnTo>
                  <a:lnTo>
                    <a:pt x="1664" y="45"/>
                  </a:lnTo>
                  <a:lnTo>
                    <a:pt x="1304"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5"/>
            <p:cNvSpPr/>
            <p:nvPr/>
          </p:nvSpPr>
          <p:spPr>
            <a:xfrm>
              <a:off x="5794300" y="1780175"/>
              <a:ext cx="68025" cy="91075"/>
            </a:xfrm>
            <a:custGeom>
              <a:avLst/>
              <a:gdLst/>
              <a:ahLst/>
              <a:cxnLst/>
              <a:rect l="l" t="t" r="r" b="b"/>
              <a:pathLst>
                <a:path w="2721" h="3643" extrusionOk="0">
                  <a:moveTo>
                    <a:pt x="1507" y="1"/>
                  </a:moveTo>
                  <a:lnTo>
                    <a:pt x="1395" y="135"/>
                  </a:lnTo>
                  <a:lnTo>
                    <a:pt x="1080" y="495"/>
                  </a:lnTo>
                  <a:lnTo>
                    <a:pt x="878" y="742"/>
                  </a:lnTo>
                  <a:lnTo>
                    <a:pt x="675" y="1012"/>
                  </a:lnTo>
                  <a:lnTo>
                    <a:pt x="473" y="1327"/>
                  </a:lnTo>
                  <a:lnTo>
                    <a:pt x="293" y="1642"/>
                  </a:lnTo>
                  <a:lnTo>
                    <a:pt x="158" y="1956"/>
                  </a:lnTo>
                  <a:lnTo>
                    <a:pt x="46" y="2271"/>
                  </a:lnTo>
                  <a:lnTo>
                    <a:pt x="23" y="2428"/>
                  </a:lnTo>
                  <a:lnTo>
                    <a:pt x="1" y="2586"/>
                  </a:lnTo>
                  <a:lnTo>
                    <a:pt x="1" y="2721"/>
                  </a:lnTo>
                  <a:lnTo>
                    <a:pt x="23" y="2855"/>
                  </a:lnTo>
                  <a:lnTo>
                    <a:pt x="68" y="2990"/>
                  </a:lnTo>
                  <a:lnTo>
                    <a:pt x="136" y="3125"/>
                  </a:lnTo>
                  <a:lnTo>
                    <a:pt x="226" y="3238"/>
                  </a:lnTo>
                  <a:lnTo>
                    <a:pt x="338" y="3328"/>
                  </a:lnTo>
                  <a:lnTo>
                    <a:pt x="495" y="3417"/>
                  </a:lnTo>
                  <a:lnTo>
                    <a:pt x="653" y="3507"/>
                  </a:lnTo>
                  <a:lnTo>
                    <a:pt x="878" y="3552"/>
                  </a:lnTo>
                  <a:lnTo>
                    <a:pt x="1102" y="3597"/>
                  </a:lnTo>
                  <a:lnTo>
                    <a:pt x="1350" y="3642"/>
                  </a:lnTo>
                  <a:lnTo>
                    <a:pt x="1754" y="3642"/>
                  </a:lnTo>
                  <a:lnTo>
                    <a:pt x="1934" y="3620"/>
                  </a:lnTo>
                  <a:lnTo>
                    <a:pt x="2091" y="3597"/>
                  </a:lnTo>
                  <a:lnTo>
                    <a:pt x="2226" y="3530"/>
                  </a:lnTo>
                  <a:lnTo>
                    <a:pt x="2339" y="3485"/>
                  </a:lnTo>
                  <a:lnTo>
                    <a:pt x="2429" y="3395"/>
                  </a:lnTo>
                  <a:lnTo>
                    <a:pt x="2519" y="3328"/>
                  </a:lnTo>
                  <a:lnTo>
                    <a:pt x="2586" y="3215"/>
                  </a:lnTo>
                  <a:lnTo>
                    <a:pt x="2631" y="3125"/>
                  </a:lnTo>
                  <a:lnTo>
                    <a:pt x="2676" y="3013"/>
                  </a:lnTo>
                  <a:lnTo>
                    <a:pt x="2721" y="2766"/>
                  </a:lnTo>
                  <a:lnTo>
                    <a:pt x="2721" y="2518"/>
                  </a:lnTo>
                  <a:lnTo>
                    <a:pt x="2698" y="2271"/>
                  </a:lnTo>
                  <a:lnTo>
                    <a:pt x="2653" y="2024"/>
                  </a:lnTo>
                  <a:lnTo>
                    <a:pt x="2586" y="1776"/>
                  </a:lnTo>
                  <a:lnTo>
                    <a:pt x="2519" y="1574"/>
                  </a:lnTo>
                  <a:lnTo>
                    <a:pt x="2384" y="1237"/>
                  </a:lnTo>
                  <a:lnTo>
                    <a:pt x="2339" y="1125"/>
                  </a:lnTo>
                  <a:lnTo>
                    <a:pt x="1507" y="1"/>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5"/>
            <p:cNvSpPr/>
            <p:nvPr/>
          </p:nvSpPr>
          <p:spPr>
            <a:xfrm>
              <a:off x="5699325" y="1711050"/>
              <a:ext cx="45000" cy="44425"/>
            </a:xfrm>
            <a:custGeom>
              <a:avLst/>
              <a:gdLst/>
              <a:ahLst/>
              <a:cxnLst/>
              <a:rect l="l" t="t" r="r" b="b"/>
              <a:pathLst>
                <a:path w="1800" h="1777" extrusionOk="0">
                  <a:moveTo>
                    <a:pt x="878" y="1"/>
                  </a:moveTo>
                  <a:lnTo>
                    <a:pt x="698" y="23"/>
                  </a:lnTo>
                  <a:lnTo>
                    <a:pt x="540" y="91"/>
                  </a:lnTo>
                  <a:lnTo>
                    <a:pt x="383" y="181"/>
                  </a:lnTo>
                  <a:lnTo>
                    <a:pt x="248" y="293"/>
                  </a:lnTo>
                  <a:lnTo>
                    <a:pt x="136" y="428"/>
                  </a:lnTo>
                  <a:lnTo>
                    <a:pt x="68" y="585"/>
                  </a:lnTo>
                  <a:lnTo>
                    <a:pt x="23" y="742"/>
                  </a:lnTo>
                  <a:lnTo>
                    <a:pt x="1" y="922"/>
                  </a:lnTo>
                  <a:lnTo>
                    <a:pt x="23" y="1102"/>
                  </a:lnTo>
                  <a:lnTo>
                    <a:pt x="91" y="1260"/>
                  </a:lnTo>
                  <a:lnTo>
                    <a:pt x="181" y="1417"/>
                  </a:lnTo>
                  <a:lnTo>
                    <a:pt x="293" y="1552"/>
                  </a:lnTo>
                  <a:lnTo>
                    <a:pt x="451" y="1664"/>
                  </a:lnTo>
                  <a:lnTo>
                    <a:pt x="585" y="1732"/>
                  </a:lnTo>
                  <a:lnTo>
                    <a:pt x="765" y="1777"/>
                  </a:lnTo>
                  <a:lnTo>
                    <a:pt x="923" y="1777"/>
                  </a:lnTo>
                  <a:lnTo>
                    <a:pt x="1102" y="1754"/>
                  </a:lnTo>
                  <a:lnTo>
                    <a:pt x="1260" y="1709"/>
                  </a:lnTo>
                  <a:lnTo>
                    <a:pt x="1417" y="1619"/>
                  </a:lnTo>
                  <a:lnTo>
                    <a:pt x="1552" y="1484"/>
                  </a:lnTo>
                  <a:lnTo>
                    <a:pt x="1664" y="1349"/>
                  </a:lnTo>
                  <a:lnTo>
                    <a:pt x="1732" y="1192"/>
                  </a:lnTo>
                  <a:lnTo>
                    <a:pt x="1777" y="1035"/>
                  </a:lnTo>
                  <a:lnTo>
                    <a:pt x="1799" y="855"/>
                  </a:lnTo>
                  <a:lnTo>
                    <a:pt x="1777" y="698"/>
                  </a:lnTo>
                  <a:lnTo>
                    <a:pt x="1709" y="518"/>
                  </a:lnTo>
                  <a:lnTo>
                    <a:pt x="1619" y="360"/>
                  </a:lnTo>
                  <a:lnTo>
                    <a:pt x="1507" y="225"/>
                  </a:lnTo>
                  <a:lnTo>
                    <a:pt x="1372" y="136"/>
                  </a:lnTo>
                  <a:lnTo>
                    <a:pt x="1215" y="46"/>
                  </a:lnTo>
                  <a:lnTo>
                    <a:pt x="1035" y="23"/>
                  </a:lnTo>
                  <a:lnTo>
                    <a:pt x="8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5"/>
            <p:cNvSpPr/>
            <p:nvPr/>
          </p:nvSpPr>
          <p:spPr>
            <a:xfrm>
              <a:off x="5813425" y="1831875"/>
              <a:ext cx="23050" cy="23075"/>
            </a:xfrm>
            <a:custGeom>
              <a:avLst/>
              <a:gdLst/>
              <a:ahLst/>
              <a:cxnLst/>
              <a:rect l="l" t="t" r="r" b="b"/>
              <a:pathLst>
                <a:path w="922" h="923" extrusionOk="0">
                  <a:moveTo>
                    <a:pt x="450" y="1"/>
                  </a:moveTo>
                  <a:lnTo>
                    <a:pt x="360" y="23"/>
                  </a:lnTo>
                  <a:lnTo>
                    <a:pt x="270" y="46"/>
                  </a:lnTo>
                  <a:lnTo>
                    <a:pt x="202" y="91"/>
                  </a:lnTo>
                  <a:lnTo>
                    <a:pt x="135" y="158"/>
                  </a:lnTo>
                  <a:lnTo>
                    <a:pt x="68" y="225"/>
                  </a:lnTo>
                  <a:lnTo>
                    <a:pt x="45" y="293"/>
                  </a:lnTo>
                  <a:lnTo>
                    <a:pt x="23" y="383"/>
                  </a:lnTo>
                  <a:lnTo>
                    <a:pt x="0" y="473"/>
                  </a:lnTo>
                  <a:lnTo>
                    <a:pt x="23" y="563"/>
                  </a:lnTo>
                  <a:lnTo>
                    <a:pt x="45" y="653"/>
                  </a:lnTo>
                  <a:lnTo>
                    <a:pt x="90" y="720"/>
                  </a:lnTo>
                  <a:lnTo>
                    <a:pt x="158" y="787"/>
                  </a:lnTo>
                  <a:lnTo>
                    <a:pt x="225" y="855"/>
                  </a:lnTo>
                  <a:lnTo>
                    <a:pt x="315" y="877"/>
                  </a:lnTo>
                  <a:lnTo>
                    <a:pt x="382" y="900"/>
                  </a:lnTo>
                  <a:lnTo>
                    <a:pt x="472" y="922"/>
                  </a:lnTo>
                  <a:lnTo>
                    <a:pt x="562" y="900"/>
                  </a:lnTo>
                  <a:lnTo>
                    <a:pt x="652" y="877"/>
                  </a:lnTo>
                  <a:lnTo>
                    <a:pt x="719" y="832"/>
                  </a:lnTo>
                  <a:lnTo>
                    <a:pt x="787" y="765"/>
                  </a:lnTo>
                  <a:lnTo>
                    <a:pt x="854" y="698"/>
                  </a:lnTo>
                  <a:lnTo>
                    <a:pt x="899" y="608"/>
                  </a:lnTo>
                  <a:lnTo>
                    <a:pt x="899" y="540"/>
                  </a:lnTo>
                  <a:lnTo>
                    <a:pt x="922" y="450"/>
                  </a:lnTo>
                  <a:lnTo>
                    <a:pt x="899" y="360"/>
                  </a:lnTo>
                  <a:lnTo>
                    <a:pt x="877" y="270"/>
                  </a:lnTo>
                  <a:lnTo>
                    <a:pt x="832" y="203"/>
                  </a:lnTo>
                  <a:lnTo>
                    <a:pt x="764" y="136"/>
                  </a:lnTo>
                  <a:lnTo>
                    <a:pt x="697" y="68"/>
                  </a:lnTo>
                  <a:lnTo>
                    <a:pt x="630" y="46"/>
                  </a:lnTo>
                  <a:lnTo>
                    <a:pt x="540" y="23"/>
                  </a:lnTo>
                  <a:lnTo>
                    <a:pt x="4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5"/>
            <p:cNvSpPr/>
            <p:nvPr/>
          </p:nvSpPr>
          <p:spPr>
            <a:xfrm>
              <a:off x="5799925" y="1615525"/>
              <a:ext cx="100050" cy="160175"/>
            </a:xfrm>
            <a:custGeom>
              <a:avLst/>
              <a:gdLst/>
              <a:ahLst/>
              <a:cxnLst/>
              <a:rect l="l" t="t" r="r" b="b"/>
              <a:pathLst>
                <a:path w="4002" h="6407" extrusionOk="0">
                  <a:moveTo>
                    <a:pt x="1012" y="0"/>
                  </a:moveTo>
                  <a:lnTo>
                    <a:pt x="855" y="45"/>
                  </a:lnTo>
                  <a:lnTo>
                    <a:pt x="720" y="90"/>
                  </a:lnTo>
                  <a:lnTo>
                    <a:pt x="585" y="158"/>
                  </a:lnTo>
                  <a:lnTo>
                    <a:pt x="473" y="248"/>
                  </a:lnTo>
                  <a:lnTo>
                    <a:pt x="383" y="360"/>
                  </a:lnTo>
                  <a:lnTo>
                    <a:pt x="293" y="472"/>
                  </a:lnTo>
                  <a:lnTo>
                    <a:pt x="225" y="607"/>
                  </a:lnTo>
                  <a:lnTo>
                    <a:pt x="158" y="765"/>
                  </a:lnTo>
                  <a:lnTo>
                    <a:pt x="113" y="922"/>
                  </a:lnTo>
                  <a:lnTo>
                    <a:pt x="46" y="1282"/>
                  </a:lnTo>
                  <a:lnTo>
                    <a:pt x="1" y="1664"/>
                  </a:lnTo>
                  <a:lnTo>
                    <a:pt x="1" y="2068"/>
                  </a:lnTo>
                  <a:lnTo>
                    <a:pt x="23" y="2450"/>
                  </a:lnTo>
                  <a:lnTo>
                    <a:pt x="46" y="2833"/>
                  </a:lnTo>
                  <a:lnTo>
                    <a:pt x="136" y="3529"/>
                  </a:lnTo>
                  <a:lnTo>
                    <a:pt x="225" y="4024"/>
                  </a:lnTo>
                  <a:lnTo>
                    <a:pt x="270" y="4204"/>
                  </a:lnTo>
                  <a:lnTo>
                    <a:pt x="1866" y="6407"/>
                  </a:lnTo>
                  <a:lnTo>
                    <a:pt x="2226" y="6070"/>
                  </a:lnTo>
                  <a:lnTo>
                    <a:pt x="2541" y="5755"/>
                  </a:lnTo>
                  <a:lnTo>
                    <a:pt x="2833" y="5418"/>
                  </a:lnTo>
                  <a:lnTo>
                    <a:pt x="3103" y="5103"/>
                  </a:lnTo>
                  <a:lnTo>
                    <a:pt x="3305" y="4788"/>
                  </a:lnTo>
                  <a:lnTo>
                    <a:pt x="3507" y="4496"/>
                  </a:lnTo>
                  <a:lnTo>
                    <a:pt x="3642" y="4181"/>
                  </a:lnTo>
                  <a:lnTo>
                    <a:pt x="3777" y="3912"/>
                  </a:lnTo>
                  <a:lnTo>
                    <a:pt x="3867" y="3619"/>
                  </a:lnTo>
                  <a:lnTo>
                    <a:pt x="3935" y="3350"/>
                  </a:lnTo>
                  <a:lnTo>
                    <a:pt x="3979" y="3080"/>
                  </a:lnTo>
                  <a:lnTo>
                    <a:pt x="4002" y="2833"/>
                  </a:lnTo>
                  <a:lnTo>
                    <a:pt x="4002" y="2585"/>
                  </a:lnTo>
                  <a:lnTo>
                    <a:pt x="3979" y="2361"/>
                  </a:lnTo>
                  <a:lnTo>
                    <a:pt x="3935" y="2113"/>
                  </a:lnTo>
                  <a:lnTo>
                    <a:pt x="3867" y="1911"/>
                  </a:lnTo>
                  <a:lnTo>
                    <a:pt x="3777" y="1709"/>
                  </a:lnTo>
                  <a:lnTo>
                    <a:pt x="3665" y="1506"/>
                  </a:lnTo>
                  <a:lnTo>
                    <a:pt x="3552" y="1326"/>
                  </a:lnTo>
                  <a:lnTo>
                    <a:pt x="3417" y="1147"/>
                  </a:lnTo>
                  <a:lnTo>
                    <a:pt x="3283" y="989"/>
                  </a:lnTo>
                  <a:lnTo>
                    <a:pt x="3125" y="832"/>
                  </a:lnTo>
                  <a:lnTo>
                    <a:pt x="2945" y="697"/>
                  </a:lnTo>
                  <a:lnTo>
                    <a:pt x="2766" y="562"/>
                  </a:lnTo>
                  <a:lnTo>
                    <a:pt x="2586" y="450"/>
                  </a:lnTo>
                  <a:lnTo>
                    <a:pt x="2406" y="337"/>
                  </a:lnTo>
                  <a:lnTo>
                    <a:pt x="2204" y="248"/>
                  </a:lnTo>
                  <a:lnTo>
                    <a:pt x="2001" y="180"/>
                  </a:lnTo>
                  <a:lnTo>
                    <a:pt x="1799" y="113"/>
                  </a:lnTo>
                  <a:lnTo>
                    <a:pt x="1597" y="68"/>
                  </a:lnTo>
                  <a:lnTo>
                    <a:pt x="1394" y="23"/>
                  </a:lnTo>
                  <a:lnTo>
                    <a:pt x="1192"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5"/>
            <p:cNvSpPr/>
            <p:nvPr/>
          </p:nvSpPr>
          <p:spPr>
            <a:xfrm>
              <a:off x="5843775" y="1754900"/>
              <a:ext cx="89375" cy="68025"/>
            </a:xfrm>
            <a:custGeom>
              <a:avLst/>
              <a:gdLst/>
              <a:ahLst/>
              <a:cxnLst/>
              <a:rect l="l" t="t" r="r" b="b"/>
              <a:pathLst>
                <a:path w="3575" h="2721" extrusionOk="0">
                  <a:moveTo>
                    <a:pt x="2293" y="0"/>
                  </a:moveTo>
                  <a:lnTo>
                    <a:pt x="1933" y="23"/>
                  </a:lnTo>
                  <a:lnTo>
                    <a:pt x="1574" y="112"/>
                  </a:lnTo>
                  <a:lnTo>
                    <a:pt x="1236" y="202"/>
                  </a:lnTo>
                  <a:lnTo>
                    <a:pt x="899" y="292"/>
                  </a:lnTo>
                  <a:lnTo>
                    <a:pt x="607" y="405"/>
                  </a:lnTo>
                  <a:lnTo>
                    <a:pt x="157" y="585"/>
                  </a:lnTo>
                  <a:lnTo>
                    <a:pt x="0" y="674"/>
                  </a:lnTo>
                  <a:lnTo>
                    <a:pt x="809" y="1798"/>
                  </a:lnTo>
                  <a:lnTo>
                    <a:pt x="899" y="1888"/>
                  </a:lnTo>
                  <a:lnTo>
                    <a:pt x="1169" y="2113"/>
                  </a:lnTo>
                  <a:lnTo>
                    <a:pt x="1349" y="2248"/>
                  </a:lnTo>
                  <a:lnTo>
                    <a:pt x="1574" y="2383"/>
                  </a:lnTo>
                  <a:lnTo>
                    <a:pt x="1776" y="2518"/>
                  </a:lnTo>
                  <a:lnTo>
                    <a:pt x="2023" y="2630"/>
                  </a:lnTo>
                  <a:lnTo>
                    <a:pt x="2248" y="2698"/>
                  </a:lnTo>
                  <a:lnTo>
                    <a:pt x="2495" y="2720"/>
                  </a:lnTo>
                  <a:lnTo>
                    <a:pt x="2608" y="2720"/>
                  </a:lnTo>
                  <a:lnTo>
                    <a:pt x="2720" y="2698"/>
                  </a:lnTo>
                  <a:lnTo>
                    <a:pt x="2832" y="2675"/>
                  </a:lnTo>
                  <a:lnTo>
                    <a:pt x="2945" y="2608"/>
                  </a:lnTo>
                  <a:lnTo>
                    <a:pt x="3035" y="2540"/>
                  </a:lnTo>
                  <a:lnTo>
                    <a:pt x="3147" y="2450"/>
                  </a:lnTo>
                  <a:lnTo>
                    <a:pt x="3237" y="2338"/>
                  </a:lnTo>
                  <a:lnTo>
                    <a:pt x="3304" y="2203"/>
                  </a:lnTo>
                  <a:lnTo>
                    <a:pt x="3394" y="2046"/>
                  </a:lnTo>
                  <a:lnTo>
                    <a:pt x="3462" y="1866"/>
                  </a:lnTo>
                  <a:lnTo>
                    <a:pt x="3507" y="1641"/>
                  </a:lnTo>
                  <a:lnTo>
                    <a:pt x="3552" y="1416"/>
                  </a:lnTo>
                  <a:lnTo>
                    <a:pt x="3574" y="1169"/>
                  </a:lnTo>
                  <a:lnTo>
                    <a:pt x="3574" y="967"/>
                  </a:lnTo>
                  <a:lnTo>
                    <a:pt x="3574" y="764"/>
                  </a:lnTo>
                  <a:lnTo>
                    <a:pt x="3529" y="607"/>
                  </a:lnTo>
                  <a:lnTo>
                    <a:pt x="3462" y="472"/>
                  </a:lnTo>
                  <a:lnTo>
                    <a:pt x="3394" y="337"/>
                  </a:lnTo>
                  <a:lnTo>
                    <a:pt x="3282" y="247"/>
                  </a:lnTo>
                  <a:lnTo>
                    <a:pt x="3170" y="157"/>
                  </a:lnTo>
                  <a:lnTo>
                    <a:pt x="3057" y="90"/>
                  </a:lnTo>
                  <a:lnTo>
                    <a:pt x="2922" y="45"/>
                  </a:lnTo>
                  <a:lnTo>
                    <a:pt x="2765" y="23"/>
                  </a:lnTo>
                  <a:lnTo>
                    <a:pt x="2608" y="0"/>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5"/>
            <p:cNvSpPr/>
            <p:nvPr/>
          </p:nvSpPr>
          <p:spPr>
            <a:xfrm>
              <a:off x="5811725" y="1630125"/>
              <a:ext cx="44425" cy="44425"/>
            </a:xfrm>
            <a:custGeom>
              <a:avLst/>
              <a:gdLst/>
              <a:ahLst/>
              <a:cxnLst/>
              <a:rect l="l" t="t" r="r" b="b"/>
              <a:pathLst>
                <a:path w="1777" h="1777" extrusionOk="0">
                  <a:moveTo>
                    <a:pt x="855" y="1"/>
                  </a:moveTo>
                  <a:lnTo>
                    <a:pt x="675" y="23"/>
                  </a:lnTo>
                  <a:lnTo>
                    <a:pt x="518" y="91"/>
                  </a:lnTo>
                  <a:lnTo>
                    <a:pt x="360" y="181"/>
                  </a:lnTo>
                  <a:lnTo>
                    <a:pt x="226" y="293"/>
                  </a:lnTo>
                  <a:lnTo>
                    <a:pt x="113" y="428"/>
                  </a:lnTo>
                  <a:lnTo>
                    <a:pt x="46" y="585"/>
                  </a:lnTo>
                  <a:lnTo>
                    <a:pt x="1" y="742"/>
                  </a:lnTo>
                  <a:lnTo>
                    <a:pt x="1" y="922"/>
                  </a:lnTo>
                  <a:lnTo>
                    <a:pt x="1" y="1102"/>
                  </a:lnTo>
                  <a:lnTo>
                    <a:pt x="68" y="1260"/>
                  </a:lnTo>
                  <a:lnTo>
                    <a:pt x="158" y="1417"/>
                  </a:lnTo>
                  <a:lnTo>
                    <a:pt x="270" y="1552"/>
                  </a:lnTo>
                  <a:lnTo>
                    <a:pt x="428" y="1664"/>
                  </a:lnTo>
                  <a:lnTo>
                    <a:pt x="563" y="1732"/>
                  </a:lnTo>
                  <a:lnTo>
                    <a:pt x="743" y="1777"/>
                  </a:lnTo>
                  <a:lnTo>
                    <a:pt x="900" y="1777"/>
                  </a:lnTo>
                  <a:lnTo>
                    <a:pt x="1080" y="1754"/>
                  </a:lnTo>
                  <a:lnTo>
                    <a:pt x="1237" y="1709"/>
                  </a:lnTo>
                  <a:lnTo>
                    <a:pt x="1394" y="1619"/>
                  </a:lnTo>
                  <a:lnTo>
                    <a:pt x="1529" y="1484"/>
                  </a:lnTo>
                  <a:lnTo>
                    <a:pt x="1642" y="1349"/>
                  </a:lnTo>
                  <a:lnTo>
                    <a:pt x="1709" y="1192"/>
                  </a:lnTo>
                  <a:lnTo>
                    <a:pt x="1754" y="1035"/>
                  </a:lnTo>
                  <a:lnTo>
                    <a:pt x="1777" y="855"/>
                  </a:lnTo>
                  <a:lnTo>
                    <a:pt x="1754" y="698"/>
                  </a:lnTo>
                  <a:lnTo>
                    <a:pt x="1687" y="518"/>
                  </a:lnTo>
                  <a:lnTo>
                    <a:pt x="1597" y="360"/>
                  </a:lnTo>
                  <a:lnTo>
                    <a:pt x="1484" y="225"/>
                  </a:lnTo>
                  <a:lnTo>
                    <a:pt x="1349" y="136"/>
                  </a:lnTo>
                  <a:lnTo>
                    <a:pt x="1192" y="46"/>
                  </a:lnTo>
                  <a:lnTo>
                    <a:pt x="1012" y="23"/>
                  </a:lnTo>
                  <a:lnTo>
                    <a:pt x="8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5"/>
            <p:cNvSpPr/>
            <p:nvPr/>
          </p:nvSpPr>
          <p:spPr>
            <a:xfrm>
              <a:off x="5894900" y="1773425"/>
              <a:ext cx="22500" cy="22525"/>
            </a:xfrm>
            <a:custGeom>
              <a:avLst/>
              <a:gdLst/>
              <a:ahLst/>
              <a:cxnLst/>
              <a:rect l="l" t="t" r="r" b="b"/>
              <a:pathLst>
                <a:path w="900" h="901" extrusionOk="0">
                  <a:moveTo>
                    <a:pt x="338" y="1"/>
                  </a:moveTo>
                  <a:lnTo>
                    <a:pt x="248" y="46"/>
                  </a:lnTo>
                  <a:lnTo>
                    <a:pt x="180" y="91"/>
                  </a:lnTo>
                  <a:lnTo>
                    <a:pt x="113" y="158"/>
                  </a:lnTo>
                  <a:lnTo>
                    <a:pt x="46" y="226"/>
                  </a:lnTo>
                  <a:lnTo>
                    <a:pt x="23" y="293"/>
                  </a:lnTo>
                  <a:lnTo>
                    <a:pt x="1" y="383"/>
                  </a:lnTo>
                  <a:lnTo>
                    <a:pt x="1" y="473"/>
                  </a:lnTo>
                  <a:lnTo>
                    <a:pt x="1" y="563"/>
                  </a:lnTo>
                  <a:lnTo>
                    <a:pt x="23" y="630"/>
                  </a:lnTo>
                  <a:lnTo>
                    <a:pt x="68" y="720"/>
                  </a:lnTo>
                  <a:lnTo>
                    <a:pt x="136" y="788"/>
                  </a:lnTo>
                  <a:lnTo>
                    <a:pt x="203" y="833"/>
                  </a:lnTo>
                  <a:lnTo>
                    <a:pt x="293" y="878"/>
                  </a:lnTo>
                  <a:lnTo>
                    <a:pt x="383" y="900"/>
                  </a:lnTo>
                  <a:lnTo>
                    <a:pt x="540" y="900"/>
                  </a:lnTo>
                  <a:lnTo>
                    <a:pt x="630" y="878"/>
                  </a:lnTo>
                  <a:lnTo>
                    <a:pt x="720" y="810"/>
                  </a:lnTo>
                  <a:lnTo>
                    <a:pt x="787" y="765"/>
                  </a:lnTo>
                  <a:lnTo>
                    <a:pt x="832" y="698"/>
                  </a:lnTo>
                  <a:lnTo>
                    <a:pt x="877" y="608"/>
                  </a:lnTo>
                  <a:lnTo>
                    <a:pt x="900" y="518"/>
                  </a:lnTo>
                  <a:lnTo>
                    <a:pt x="900" y="428"/>
                  </a:lnTo>
                  <a:lnTo>
                    <a:pt x="877" y="361"/>
                  </a:lnTo>
                  <a:lnTo>
                    <a:pt x="855" y="271"/>
                  </a:lnTo>
                  <a:lnTo>
                    <a:pt x="810" y="181"/>
                  </a:lnTo>
                  <a:lnTo>
                    <a:pt x="742" y="113"/>
                  </a:lnTo>
                  <a:lnTo>
                    <a:pt x="675" y="68"/>
                  </a:lnTo>
                  <a:lnTo>
                    <a:pt x="608" y="23"/>
                  </a:lnTo>
                  <a:lnTo>
                    <a:pt x="51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15"/>
            <p:cNvSpPr/>
            <p:nvPr/>
          </p:nvSpPr>
          <p:spPr>
            <a:xfrm>
              <a:off x="5741475" y="1653725"/>
              <a:ext cx="134900" cy="172000"/>
            </a:xfrm>
            <a:custGeom>
              <a:avLst/>
              <a:gdLst/>
              <a:ahLst/>
              <a:cxnLst/>
              <a:rect l="l" t="t" r="r" b="b"/>
              <a:pathLst>
                <a:path w="5396" h="6880" extrusionOk="0">
                  <a:moveTo>
                    <a:pt x="1484" y="1"/>
                  </a:moveTo>
                  <a:lnTo>
                    <a:pt x="1440" y="23"/>
                  </a:lnTo>
                  <a:lnTo>
                    <a:pt x="1440" y="68"/>
                  </a:lnTo>
                  <a:lnTo>
                    <a:pt x="1350" y="450"/>
                  </a:lnTo>
                  <a:lnTo>
                    <a:pt x="1350" y="810"/>
                  </a:lnTo>
                  <a:lnTo>
                    <a:pt x="1372" y="1170"/>
                  </a:lnTo>
                  <a:lnTo>
                    <a:pt x="1462" y="1529"/>
                  </a:lnTo>
                  <a:lnTo>
                    <a:pt x="1080" y="1350"/>
                  </a:lnTo>
                  <a:lnTo>
                    <a:pt x="833" y="1237"/>
                  </a:lnTo>
                  <a:lnTo>
                    <a:pt x="585" y="1147"/>
                  </a:lnTo>
                  <a:lnTo>
                    <a:pt x="473" y="1125"/>
                  </a:lnTo>
                  <a:lnTo>
                    <a:pt x="338" y="1102"/>
                  </a:lnTo>
                  <a:lnTo>
                    <a:pt x="203" y="1125"/>
                  </a:lnTo>
                  <a:lnTo>
                    <a:pt x="68" y="1147"/>
                  </a:lnTo>
                  <a:lnTo>
                    <a:pt x="23" y="1170"/>
                  </a:lnTo>
                  <a:lnTo>
                    <a:pt x="23" y="1215"/>
                  </a:lnTo>
                  <a:lnTo>
                    <a:pt x="1" y="1237"/>
                  </a:lnTo>
                  <a:lnTo>
                    <a:pt x="23" y="1282"/>
                  </a:lnTo>
                  <a:lnTo>
                    <a:pt x="23" y="1327"/>
                  </a:lnTo>
                  <a:lnTo>
                    <a:pt x="68" y="1350"/>
                  </a:lnTo>
                  <a:lnTo>
                    <a:pt x="136" y="1350"/>
                  </a:lnTo>
                  <a:lnTo>
                    <a:pt x="271" y="1305"/>
                  </a:lnTo>
                  <a:lnTo>
                    <a:pt x="405" y="1305"/>
                  </a:lnTo>
                  <a:lnTo>
                    <a:pt x="518" y="1327"/>
                  </a:lnTo>
                  <a:lnTo>
                    <a:pt x="653" y="1372"/>
                  </a:lnTo>
                  <a:lnTo>
                    <a:pt x="900" y="1484"/>
                  </a:lnTo>
                  <a:lnTo>
                    <a:pt x="1125" y="1597"/>
                  </a:lnTo>
                  <a:lnTo>
                    <a:pt x="1440" y="1754"/>
                  </a:lnTo>
                  <a:lnTo>
                    <a:pt x="1484" y="1979"/>
                  </a:lnTo>
                  <a:lnTo>
                    <a:pt x="1574" y="2226"/>
                  </a:lnTo>
                  <a:lnTo>
                    <a:pt x="1709" y="2541"/>
                  </a:lnTo>
                  <a:lnTo>
                    <a:pt x="1889" y="2878"/>
                  </a:lnTo>
                  <a:lnTo>
                    <a:pt x="2091" y="3260"/>
                  </a:lnTo>
                  <a:lnTo>
                    <a:pt x="2339" y="3665"/>
                  </a:lnTo>
                  <a:lnTo>
                    <a:pt x="2631" y="4092"/>
                  </a:lnTo>
                  <a:lnTo>
                    <a:pt x="2946" y="4542"/>
                  </a:lnTo>
                  <a:lnTo>
                    <a:pt x="3328" y="5081"/>
                  </a:lnTo>
                  <a:lnTo>
                    <a:pt x="3732" y="5553"/>
                  </a:lnTo>
                  <a:lnTo>
                    <a:pt x="4092" y="5958"/>
                  </a:lnTo>
                  <a:lnTo>
                    <a:pt x="4429" y="6317"/>
                  </a:lnTo>
                  <a:lnTo>
                    <a:pt x="4744" y="6587"/>
                  </a:lnTo>
                  <a:lnTo>
                    <a:pt x="5014" y="6767"/>
                  </a:lnTo>
                  <a:lnTo>
                    <a:pt x="5104" y="6834"/>
                  </a:lnTo>
                  <a:lnTo>
                    <a:pt x="5216" y="6857"/>
                  </a:lnTo>
                  <a:lnTo>
                    <a:pt x="5283" y="6879"/>
                  </a:lnTo>
                  <a:lnTo>
                    <a:pt x="5351" y="6857"/>
                  </a:lnTo>
                  <a:lnTo>
                    <a:pt x="5373" y="6812"/>
                  </a:lnTo>
                  <a:lnTo>
                    <a:pt x="5396" y="6722"/>
                  </a:lnTo>
                  <a:lnTo>
                    <a:pt x="5396" y="6632"/>
                  </a:lnTo>
                  <a:lnTo>
                    <a:pt x="5373" y="6497"/>
                  </a:lnTo>
                  <a:lnTo>
                    <a:pt x="5283" y="6205"/>
                  </a:lnTo>
                  <a:lnTo>
                    <a:pt x="5126" y="5823"/>
                  </a:lnTo>
                  <a:lnTo>
                    <a:pt x="4901" y="5396"/>
                  </a:lnTo>
                  <a:lnTo>
                    <a:pt x="4609" y="4901"/>
                  </a:lnTo>
                  <a:lnTo>
                    <a:pt x="4272" y="4384"/>
                  </a:lnTo>
                  <a:lnTo>
                    <a:pt x="3890" y="3845"/>
                  </a:lnTo>
                  <a:lnTo>
                    <a:pt x="3553" y="3395"/>
                  </a:lnTo>
                  <a:lnTo>
                    <a:pt x="3238" y="2968"/>
                  </a:lnTo>
                  <a:lnTo>
                    <a:pt x="2901" y="2608"/>
                  </a:lnTo>
                  <a:lnTo>
                    <a:pt x="2608" y="2271"/>
                  </a:lnTo>
                  <a:lnTo>
                    <a:pt x="2316" y="2001"/>
                  </a:lnTo>
                  <a:lnTo>
                    <a:pt x="2069" y="1777"/>
                  </a:lnTo>
                  <a:lnTo>
                    <a:pt x="1844" y="1619"/>
                  </a:lnTo>
                  <a:lnTo>
                    <a:pt x="1664" y="1529"/>
                  </a:lnTo>
                  <a:lnTo>
                    <a:pt x="1574" y="1192"/>
                  </a:lnTo>
                  <a:lnTo>
                    <a:pt x="1552" y="833"/>
                  </a:lnTo>
                  <a:lnTo>
                    <a:pt x="1574" y="473"/>
                  </a:lnTo>
                  <a:lnTo>
                    <a:pt x="1642" y="113"/>
                  </a:lnTo>
                  <a:lnTo>
                    <a:pt x="1642" y="68"/>
                  </a:lnTo>
                  <a:lnTo>
                    <a:pt x="1619" y="23"/>
                  </a:lnTo>
                  <a:lnTo>
                    <a:pt x="1597" y="1"/>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15"/>
            <p:cNvSpPr/>
            <p:nvPr/>
          </p:nvSpPr>
          <p:spPr>
            <a:xfrm>
              <a:off x="4498400" y="1242375"/>
              <a:ext cx="100050" cy="73625"/>
            </a:xfrm>
            <a:custGeom>
              <a:avLst/>
              <a:gdLst/>
              <a:ahLst/>
              <a:cxnLst/>
              <a:rect l="l" t="t" r="r" b="b"/>
              <a:pathLst>
                <a:path w="4002" h="2945" extrusionOk="0">
                  <a:moveTo>
                    <a:pt x="652" y="0"/>
                  </a:moveTo>
                  <a:lnTo>
                    <a:pt x="450" y="45"/>
                  </a:lnTo>
                  <a:lnTo>
                    <a:pt x="360" y="90"/>
                  </a:lnTo>
                  <a:lnTo>
                    <a:pt x="270" y="135"/>
                  </a:lnTo>
                  <a:lnTo>
                    <a:pt x="203" y="202"/>
                  </a:lnTo>
                  <a:lnTo>
                    <a:pt x="158" y="270"/>
                  </a:lnTo>
                  <a:lnTo>
                    <a:pt x="113" y="382"/>
                  </a:lnTo>
                  <a:lnTo>
                    <a:pt x="68" y="472"/>
                  </a:lnTo>
                  <a:lnTo>
                    <a:pt x="23" y="742"/>
                  </a:lnTo>
                  <a:lnTo>
                    <a:pt x="0" y="1034"/>
                  </a:lnTo>
                  <a:lnTo>
                    <a:pt x="23" y="1326"/>
                  </a:lnTo>
                  <a:lnTo>
                    <a:pt x="90" y="1619"/>
                  </a:lnTo>
                  <a:lnTo>
                    <a:pt x="180" y="1888"/>
                  </a:lnTo>
                  <a:lnTo>
                    <a:pt x="315" y="2136"/>
                  </a:lnTo>
                  <a:lnTo>
                    <a:pt x="495" y="2383"/>
                  </a:lnTo>
                  <a:lnTo>
                    <a:pt x="607" y="2473"/>
                  </a:lnTo>
                  <a:lnTo>
                    <a:pt x="720" y="2585"/>
                  </a:lnTo>
                  <a:lnTo>
                    <a:pt x="832" y="2675"/>
                  </a:lnTo>
                  <a:lnTo>
                    <a:pt x="967" y="2743"/>
                  </a:lnTo>
                  <a:lnTo>
                    <a:pt x="1124" y="2810"/>
                  </a:lnTo>
                  <a:lnTo>
                    <a:pt x="1259" y="2877"/>
                  </a:lnTo>
                  <a:lnTo>
                    <a:pt x="1439" y="2900"/>
                  </a:lnTo>
                  <a:lnTo>
                    <a:pt x="1619" y="2945"/>
                  </a:lnTo>
                  <a:lnTo>
                    <a:pt x="2001" y="2945"/>
                  </a:lnTo>
                  <a:lnTo>
                    <a:pt x="2203" y="2922"/>
                  </a:lnTo>
                  <a:lnTo>
                    <a:pt x="2428" y="2900"/>
                  </a:lnTo>
                  <a:lnTo>
                    <a:pt x="2653" y="2832"/>
                  </a:lnTo>
                  <a:lnTo>
                    <a:pt x="2900" y="2765"/>
                  </a:lnTo>
                  <a:lnTo>
                    <a:pt x="3170" y="2675"/>
                  </a:lnTo>
                  <a:lnTo>
                    <a:pt x="3417" y="2563"/>
                  </a:lnTo>
                  <a:lnTo>
                    <a:pt x="3709" y="2405"/>
                  </a:lnTo>
                  <a:lnTo>
                    <a:pt x="4002" y="2248"/>
                  </a:lnTo>
                  <a:lnTo>
                    <a:pt x="2923" y="764"/>
                  </a:lnTo>
                  <a:lnTo>
                    <a:pt x="2518" y="562"/>
                  </a:lnTo>
                  <a:lnTo>
                    <a:pt x="2113" y="360"/>
                  </a:lnTo>
                  <a:lnTo>
                    <a:pt x="1619" y="157"/>
                  </a:lnTo>
                  <a:lnTo>
                    <a:pt x="1372" y="90"/>
                  </a:lnTo>
                  <a:lnTo>
                    <a:pt x="1102" y="23"/>
                  </a:lnTo>
                  <a:lnTo>
                    <a:pt x="877"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5"/>
            <p:cNvSpPr/>
            <p:nvPr/>
          </p:nvSpPr>
          <p:spPr>
            <a:xfrm>
              <a:off x="4570900" y="1295750"/>
              <a:ext cx="45525" cy="61275"/>
            </a:xfrm>
            <a:custGeom>
              <a:avLst/>
              <a:gdLst/>
              <a:ahLst/>
              <a:cxnLst/>
              <a:rect l="l" t="t" r="r" b="b"/>
              <a:pathLst>
                <a:path w="1821" h="2451" extrusionOk="0">
                  <a:moveTo>
                    <a:pt x="1012" y="1"/>
                  </a:moveTo>
                  <a:lnTo>
                    <a:pt x="922" y="113"/>
                  </a:lnTo>
                  <a:lnTo>
                    <a:pt x="719" y="338"/>
                  </a:lnTo>
                  <a:lnTo>
                    <a:pt x="450" y="697"/>
                  </a:lnTo>
                  <a:lnTo>
                    <a:pt x="315" y="900"/>
                  </a:lnTo>
                  <a:lnTo>
                    <a:pt x="202" y="1102"/>
                  </a:lnTo>
                  <a:lnTo>
                    <a:pt x="112" y="1327"/>
                  </a:lnTo>
                  <a:lnTo>
                    <a:pt x="45" y="1529"/>
                  </a:lnTo>
                  <a:lnTo>
                    <a:pt x="0" y="1732"/>
                  </a:lnTo>
                  <a:lnTo>
                    <a:pt x="0" y="1844"/>
                  </a:lnTo>
                  <a:lnTo>
                    <a:pt x="23" y="1934"/>
                  </a:lnTo>
                  <a:lnTo>
                    <a:pt x="45" y="2024"/>
                  </a:lnTo>
                  <a:lnTo>
                    <a:pt x="90" y="2091"/>
                  </a:lnTo>
                  <a:lnTo>
                    <a:pt x="157" y="2181"/>
                  </a:lnTo>
                  <a:lnTo>
                    <a:pt x="225" y="2249"/>
                  </a:lnTo>
                  <a:lnTo>
                    <a:pt x="337" y="2316"/>
                  </a:lnTo>
                  <a:lnTo>
                    <a:pt x="450" y="2361"/>
                  </a:lnTo>
                  <a:lnTo>
                    <a:pt x="585" y="2406"/>
                  </a:lnTo>
                  <a:lnTo>
                    <a:pt x="742" y="2428"/>
                  </a:lnTo>
                  <a:lnTo>
                    <a:pt x="1057" y="2451"/>
                  </a:lnTo>
                  <a:lnTo>
                    <a:pt x="1304" y="2451"/>
                  </a:lnTo>
                  <a:lnTo>
                    <a:pt x="1484" y="2383"/>
                  </a:lnTo>
                  <a:lnTo>
                    <a:pt x="1641" y="2294"/>
                  </a:lnTo>
                  <a:lnTo>
                    <a:pt x="1731" y="2181"/>
                  </a:lnTo>
                  <a:lnTo>
                    <a:pt x="1798" y="2024"/>
                  </a:lnTo>
                  <a:lnTo>
                    <a:pt x="1821" y="1866"/>
                  </a:lnTo>
                  <a:lnTo>
                    <a:pt x="1821" y="1709"/>
                  </a:lnTo>
                  <a:lnTo>
                    <a:pt x="1821" y="1529"/>
                  </a:lnTo>
                  <a:lnTo>
                    <a:pt x="1776" y="1372"/>
                  </a:lnTo>
                  <a:lnTo>
                    <a:pt x="1686" y="1057"/>
                  </a:lnTo>
                  <a:lnTo>
                    <a:pt x="1596" y="855"/>
                  </a:lnTo>
                  <a:lnTo>
                    <a:pt x="1574" y="765"/>
                  </a:lnTo>
                  <a:lnTo>
                    <a:pt x="1012" y="1"/>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5"/>
            <p:cNvSpPr/>
            <p:nvPr/>
          </p:nvSpPr>
          <p:spPr>
            <a:xfrm>
              <a:off x="4507375" y="1249675"/>
              <a:ext cx="29825" cy="29800"/>
            </a:xfrm>
            <a:custGeom>
              <a:avLst/>
              <a:gdLst/>
              <a:ahLst/>
              <a:cxnLst/>
              <a:rect l="l" t="t" r="r" b="b"/>
              <a:pathLst>
                <a:path w="1193" h="1192" extrusionOk="0">
                  <a:moveTo>
                    <a:pt x="585" y="0"/>
                  </a:moveTo>
                  <a:lnTo>
                    <a:pt x="473" y="23"/>
                  </a:lnTo>
                  <a:lnTo>
                    <a:pt x="361" y="68"/>
                  </a:lnTo>
                  <a:lnTo>
                    <a:pt x="248" y="113"/>
                  </a:lnTo>
                  <a:lnTo>
                    <a:pt x="158" y="203"/>
                  </a:lnTo>
                  <a:lnTo>
                    <a:pt x="91" y="293"/>
                  </a:lnTo>
                  <a:lnTo>
                    <a:pt x="46" y="405"/>
                  </a:lnTo>
                  <a:lnTo>
                    <a:pt x="23" y="517"/>
                  </a:lnTo>
                  <a:lnTo>
                    <a:pt x="1" y="630"/>
                  </a:lnTo>
                  <a:lnTo>
                    <a:pt x="23" y="742"/>
                  </a:lnTo>
                  <a:lnTo>
                    <a:pt x="68" y="855"/>
                  </a:lnTo>
                  <a:lnTo>
                    <a:pt x="113" y="944"/>
                  </a:lnTo>
                  <a:lnTo>
                    <a:pt x="203" y="1034"/>
                  </a:lnTo>
                  <a:lnTo>
                    <a:pt x="293" y="1124"/>
                  </a:lnTo>
                  <a:lnTo>
                    <a:pt x="406" y="1169"/>
                  </a:lnTo>
                  <a:lnTo>
                    <a:pt x="518" y="1192"/>
                  </a:lnTo>
                  <a:lnTo>
                    <a:pt x="743" y="1192"/>
                  </a:lnTo>
                  <a:lnTo>
                    <a:pt x="855" y="1147"/>
                  </a:lnTo>
                  <a:lnTo>
                    <a:pt x="945" y="1079"/>
                  </a:lnTo>
                  <a:lnTo>
                    <a:pt x="1035" y="1012"/>
                  </a:lnTo>
                  <a:lnTo>
                    <a:pt x="1125" y="922"/>
                  </a:lnTo>
                  <a:lnTo>
                    <a:pt x="1170" y="810"/>
                  </a:lnTo>
                  <a:lnTo>
                    <a:pt x="1192" y="697"/>
                  </a:lnTo>
                  <a:lnTo>
                    <a:pt x="1192" y="585"/>
                  </a:lnTo>
                  <a:lnTo>
                    <a:pt x="1192" y="472"/>
                  </a:lnTo>
                  <a:lnTo>
                    <a:pt x="1147" y="360"/>
                  </a:lnTo>
                  <a:lnTo>
                    <a:pt x="1080" y="248"/>
                  </a:lnTo>
                  <a:lnTo>
                    <a:pt x="1013" y="158"/>
                  </a:lnTo>
                  <a:lnTo>
                    <a:pt x="923" y="90"/>
                  </a:lnTo>
                  <a:lnTo>
                    <a:pt x="810" y="45"/>
                  </a:lnTo>
                  <a:lnTo>
                    <a:pt x="698" y="23"/>
                  </a:lnTo>
                  <a:lnTo>
                    <a:pt x="58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5"/>
            <p:cNvSpPr/>
            <p:nvPr/>
          </p:nvSpPr>
          <p:spPr>
            <a:xfrm>
              <a:off x="4583825" y="1331150"/>
              <a:ext cx="15200" cy="14650"/>
            </a:xfrm>
            <a:custGeom>
              <a:avLst/>
              <a:gdLst/>
              <a:ahLst/>
              <a:cxnLst/>
              <a:rect l="l" t="t" r="r" b="b"/>
              <a:pathLst>
                <a:path w="608" h="586" extrusionOk="0">
                  <a:moveTo>
                    <a:pt x="247" y="1"/>
                  </a:moveTo>
                  <a:lnTo>
                    <a:pt x="135" y="46"/>
                  </a:lnTo>
                  <a:lnTo>
                    <a:pt x="45" y="136"/>
                  </a:lnTo>
                  <a:lnTo>
                    <a:pt x="0" y="248"/>
                  </a:lnTo>
                  <a:lnTo>
                    <a:pt x="23" y="360"/>
                  </a:lnTo>
                  <a:lnTo>
                    <a:pt x="68" y="473"/>
                  </a:lnTo>
                  <a:lnTo>
                    <a:pt x="157" y="540"/>
                  </a:lnTo>
                  <a:lnTo>
                    <a:pt x="270" y="585"/>
                  </a:lnTo>
                  <a:lnTo>
                    <a:pt x="382" y="585"/>
                  </a:lnTo>
                  <a:lnTo>
                    <a:pt x="495" y="540"/>
                  </a:lnTo>
                  <a:lnTo>
                    <a:pt x="562" y="450"/>
                  </a:lnTo>
                  <a:lnTo>
                    <a:pt x="607" y="338"/>
                  </a:lnTo>
                  <a:lnTo>
                    <a:pt x="607" y="226"/>
                  </a:lnTo>
                  <a:lnTo>
                    <a:pt x="562" y="113"/>
                  </a:lnTo>
                  <a:lnTo>
                    <a:pt x="472" y="23"/>
                  </a:lnTo>
                  <a:lnTo>
                    <a:pt x="36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5"/>
            <p:cNvSpPr/>
            <p:nvPr/>
          </p:nvSpPr>
          <p:spPr>
            <a:xfrm>
              <a:off x="4574825" y="1186175"/>
              <a:ext cx="66900" cy="106800"/>
            </a:xfrm>
            <a:custGeom>
              <a:avLst/>
              <a:gdLst/>
              <a:ahLst/>
              <a:cxnLst/>
              <a:rect l="l" t="t" r="r" b="b"/>
              <a:pathLst>
                <a:path w="2676" h="4272" extrusionOk="0">
                  <a:moveTo>
                    <a:pt x="562" y="0"/>
                  </a:moveTo>
                  <a:lnTo>
                    <a:pt x="472" y="45"/>
                  </a:lnTo>
                  <a:lnTo>
                    <a:pt x="383" y="90"/>
                  </a:lnTo>
                  <a:lnTo>
                    <a:pt x="315" y="158"/>
                  </a:lnTo>
                  <a:lnTo>
                    <a:pt x="248" y="225"/>
                  </a:lnTo>
                  <a:lnTo>
                    <a:pt x="158" y="405"/>
                  </a:lnTo>
                  <a:lnTo>
                    <a:pt x="68" y="607"/>
                  </a:lnTo>
                  <a:lnTo>
                    <a:pt x="23" y="854"/>
                  </a:lnTo>
                  <a:lnTo>
                    <a:pt x="0" y="1102"/>
                  </a:lnTo>
                  <a:lnTo>
                    <a:pt x="0" y="1371"/>
                  </a:lnTo>
                  <a:lnTo>
                    <a:pt x="23" y="1888"/>
                  </a:lnTo>
                  <a:lnTo>
                    <a:pt x="90" y="2361"/>
                  </a:lnTo>
                  <a:lnTo>
                    <a:pt x="180" y="2810"/>
                  </a:lnTo>
                  <a:lnTo>
                    <a:pt x="1237" y="4271"/>
                  </a:lnTo>
                  <a:lnTo>
                    <a:pt x="1484" y="4046"/>
                  </a:lnTo>
                  <a:lnTo>
                    <a:pt x="1709" y="3844"/>
                  </a:lnTo>
                  <a:lnTo>
                    <a:pt x="1889" y="3619"/>
                  </a:lnTo>
                  <a:lnTo>
                    <a:pt x="2069" y="3395"/>
                  </a:lnTo>
                  <a:lnTo>
                    <a:pt x="2226" y="3192"/>
                  </a:lnTo>
                  <a:lnTo>
                    <a:pt x="2338" y="2990"/>
                  </a:lnTo>
                  <a:lnTo>
                    <a:pt x="2451" y="2788"/>
                  </a:lnTo>
                  <a:lnTo>
                    <a:pt x="2518" y="2608"/>
                  </a:lnTo>
                  <a:lnTo>
                    <a:pt x="2586" y="2405"/>
                  </a:lnTo>
                  <a:lnTo>
                    <a:pt x="2630" y="2226"/>
                  </a:lnTo>
                  <a:lnTo>
                    <a:pt x="2675" y="2046"/>
                  </a:lnTo>
                  <a:lnTo>
                    <a:pt x="2675" y="1888"/>
                  </a:lnTo>
                  <a:lnTo>
                    <a:pt x="2675" y="1709"/>
                  </a:lnTo>
                  <a:lnTo>
                    <a:pt x="2653" y="1551"/>
                  </a:lnTo>
                  <a:lnTo>
                    <a:pt x="2630" y="1416"/>
                  </a:lnTo>
                  <a:lnTo>
                    <a:pt x="2586" y="1259"/>
                  </a:lnTo>
                  <a:lnTo>
                    <a:pt x="2451" y="989"/>
                  </a:lnTo>
                  <a:lnTo>
                    <a:pt x="2293" y="742"/>
                  </a:lnTo>
                  <a:lnTo>
                    <a:pt x="2091" y="540"/>
                  </a:lnTo>
                  <a:lnTo>
                    <a:pt x="1844" y="360"/>
                  </a:lnTo>
                  <a:lnTo>
                    <a:pt x="1596" y="225"/>
                  </a:lnTo>
                  <a:lnTo>
                    <a:pt x="1327" y="113"/>
                  </a:lnTo>
                  <a:lnTo>
                    <a:pt x="1057" y="23"/>
                  </a:lnTo>
                  <a:lnTo>
                    <a:pt x="787"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5"/>
            <p:cNvSpPr/>
            <p:nvPr/>
          </p:nvSpPr>
          <p:spPr>
            <a:xfrm>
              <a:off x="4604050" y="1278900"/>
              <a:ext cx="60150" cy="46100"/>
            </a:xfrm>
            <a:custGeom>
              <a:avLst/>
              <a:gdLst/>
              <a:ahLst/>
              <a:cxnLst/>
              <a:rect l="l" t="t" r="r" b="b"/>
              <a:pathLst>
                <a:path w="2406" h="1844" extrusionOk="0">
                  <a:moveTo>
                    <a:pt x="1529" y="0"/>
                  </a:moveTo>
                  <a:lnTo>
                    <a:pt x="1304" y="23"/>
                  </a:lnTo>
                  <a:lnTo>
                    <a:pt x="1057" y="90"/>
                  </a:lnTo>
                  <a:lnTo>
                    <a:pt x="832" y="135"/>
                  </a:lnTo>
                  <a:lnTo>
                    <a:pt x="405" y="292"/>
                  </a:lnTo>
                  <a:lnTo>
                    <a:pt x="113" y="405"/>
                  </a:lnTo>
                  <a:lnTo>
                    <a:pt x="0" y="472"/>
                  </a:lnTo>
                  <a:lnTo>
                    <a:pt x="540" y="1214"/>
                  </a:lnTo>
                  <a:lnTo>
                    <a:pt x="607" y="1282"/>
                  </a:lnTo>
                  <a:lnTo>
                    <a:pt x="787" y="1439"/>
                  </a:lnTo>
                  <a:lnTo>
                    <a:pt x="1057" y="1619"/>
                  </a:lnTo>
                  <a:lnTo>
                    <a:pt x="1192" y="1686"/>
                  </a:lnTo>
                  <a:lnTo>
                    <a:pt x="1349" y="1776"/>
                  </a:lnTo>
                  <a:lnTo>
                    <a:pt x="1506" y="1821"/>
                  </a:lnTo>
                  <a:lnTo>
                    <a:pt x="1664" y="1844"/>
                  </a:lnTo>
                  <a:lnTo>
                    <a:pt x="1821" y="1821"/>
                  </a:lnTo>
                  <a:lnTo>
                    <a:pt x="1978" y="1754"/>
                  </a:lnTo>
                  <a:lnTo>
                    <a:pt x="2113" y="1664"/>
                  </a:lnTo>
                  <a:lnTo>
                    <a:pt x="2226" y="1484"/>
                  </a:lnTo>
                  <a:lnTo>
                    <a:pt x="2316" y="1259"/>
                  </a:lnTo>
                  <a:lnTo>
                    <a:pt x="2383" y="967"/>
                  </a:lnTo>
                  <a:lnTo>
                    <a:pt x="2406" y="787"/>
                  </a:lnTo>
                  <a:lnTo>
                    <a:pt x="2406" y="652"/>
                  </a:lnTo>
                  <a:lnTo>
                    <a:pt x="2383" y="517"/>
                  </a:lnTo>
                  <a:lnTo>
                    <a:pt x="2361" y="427"/>
                  </a:lnTo>
                  <a:lnTo>
                    <a:pt x="2316" y="315"/>
                  </a:lnTo>
                  <a:lnTo>
                    <a:pt x="2271" y="248"/>
                  </a:lnTo>
                  <a:lnTo>
                    <a:pt x="2203" y="180"/>
                  </a:lnTo>
                  <a:lnTo>
                    <a:pt x="2136" y="113"/>
                  </a:lnTo>
                  <a:lnTo>
                    <a:pt x="2046" y="68"/>
                  </a:lnTo>
                  <a:lnTo>
                    <a:pt x="1956" y="45"/>
                  </a:lnTo>
                  <a:lnTo>
                    <a:pt x="1754" y="0"/>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5"/>
            <p:cNvSpPr/>
            <p:nvPr/>
          </p:nvSpPr>
          <p:spPr>
            <a:xfrm>
              <a:off x="4582700" y="1195725"/>
              <a:ext cx="29800" cy="29800"/>
            </a:xfrm>
            <a:custGeom>
              <a:avLst/>
              <a:gdLst/>
              <a:ahLst/>
              <a:cxnLst/>
              <a:rect l="l" t="t" r="r" b="b"/>
              <a:pathLst>
                <a:path w="1192" h="1192" extrusionOk="0">
                  <a:moveTo>
                    <a:pt x="450" y="0"/>
                  </a:moveTo>
                  <a:lnTo>
                    <a:pt x="337" y="45"/>
                  </a:lnTo>
                  <a:lnTo>
                    <a:pt x="247" y="113"/>
                  </a:lnTo>
                  <a:lnTo>
                    <a:pt x="157" y="180"/>
                  </a:lnTo>
                  <a:lnTo>
                    <a:pt x="68" y="293"/>
                  </a:lnTo>
                  <a:lnTo>
                    <a:pt x="23" y="383"/>
                  </a:lnTo>
                  <a:lnTo>
                    <a:pt x="0" y="495"/>
                  </a:lnTo>
                  <a:lnTo>
                    <a:pt x="0" y="607"/>
                  </a:lnTo>
                  <a:lnTo>
                    <a:pt x="0" y="720"/>
                  </a:lnTo>
                  <a:lnTo>
                    <a:pt x="45" y="832"/>
                  </a:lnTo>
                  <a:lnTo>
                    <a:pt x="113" y="944"/>
                  </a:lnTo>
                  <a:lnTo>
                    <a:pt x="180" y="1034"/>
                  </a:lnTo>
                  <a:lnTo>
                    <a:pt x="270" y="1102"/>
                  </a:lnTo>
                  <a:lnTo>
                    <a:pt x="382" y="1147"/>
                  </a:lnTo>
                  <a:lnTo>
                    <a:pt x="495" y="1192"/>
                  </a:lnTo>
                  <a:lnTo>
                    <a:pt x="607" y="1192"/>
                  </a:lnTo>
                  <a:lnTo>
                    <a:pt x="719" y="1169"/>
                  </a:lnTo>
                  <a:lnTo>
                    <a:pt x="832" y="1147"/>
                  </a:lnTo>
                  <a:lnTo>
                    <a:pt x="944" y="1079"/>
                  </a:lnTo>
                  <a:lnTo>
                    <a:pt x="1034" y="989"/>
                  </a:lnTo>
                  <a:lnTo>
                    <a:pt x="1102" y="900"/>
                  </a:lnTo>
                  <a:lnTo>
                    <a:pt x="1147" y="787"/>
                  </a:lnTo>
                  <a:lnTo>
                    <a:pt x="1169" y="697"/>
                  </a:lnTo>
                  <a:lnTo>
                    <a:pt x="1192" y="562"/>
                  </a:lnTo>
                  <a:lnTo>
                    <a:pt x="1169" y="450"/>
                  </a:lnTo>
                  <a:lnTo>
                    <a:pt x="1124" y="338"/>
                  </a:lnTo>
                  <a:lnTo>
                    <a:pt x="1079" y="248"/>
                  </a:lnTo>
                  <a:lnTo>
                    <a:pt x="989" y="158"/>
                  </a:lnTo>
                  <a:lnTo>
                    <a:pt x="899" y="90"/>
                  </a:lnTo>
                  <a:lnTo>
                    <a:pt x="787" y="23"/>
                  </a:lnTo>
                  <a:lnTo>
                    <a:pt x="67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5"/>
            <p:cNvSpPr/>
            <p:nvPr/>
          </p:nvSpPr>
          <p:spPr>
            <a:xfrm>
              <a:off x="4638325" y="1291825"/>
              <a:ext cx="15200" cy="14625"/>
            </a:xfrm>
            <a:custGeom>
              <a:avLst/>
              <a:gdLst/>
              <a:ahLst/>
              <a:cxnLst/>
              <a:rect l="l" t="t" r="r" b="b"/>
              <a:pathLst>
                <a:path w="608" h="585" extrusionOk="0">
                  <a:moveTo>
                    <a:pt x="225" y="0"/>
                  </a:moveTo>
                  <a:lnTo>
                    <a:pt x="113" y="45"/>
                  </a:lnTo>
                  <a:lnTo>
                    <a:pt x="46" y="135"/>
                  </a:lnTo>
                  <a:lnTo>
                    <a:pt x="1" y="248"/>
                  </a:lnTo>
                  <a:lnTo>
                    <a:pt x="1" y="360"/>
                  </a:lnTo>
                  <a:lnTo>
                    <a:pt x="46" y="472"/>
                  </a:lnTo>
                  <a:lnTo>
                    <a:pt x="135" y="562"/>
                  </a:lnTo>
                  <a:lnTo>
                    <a:pt x="248" y="585"/>
                  </a:lnTo>
                  <a:lnTo>
                    <a:pt x="360" y="585"/>
                  </a:lnTo>
                  <a:lnTo>
                    <a:pt x="473" y="540"/>
                  </a:lnTo>
                  <a:lnTo>
                    <a:pt x="563" y="450"/>
                  </a:lnTo>
                  <a:lnTo>
                    <a:pt x="607" y="337"/>
                  </a:lnTo>
                  <a:lnTo>
                    <a:pt x="585" y="225"/>
                  </a:lnTo>
                  <a:lnTo>
                    <a:pt x="540" y="113"/>
                  </a:lnTo>
                  <a:lnTo>
                    <a:pt x="450" y="45"/>
                  </a:lnTo>
                  <a:lnTo>
                    <a:pt x="3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5"/>
            <p:cNvSpPr/>
            <p:nvPr/>
          </p:nvSpPr>
          <p:spPr>
            <a:xfrm>
              <a:off x="4536050" y="1211450"/>
              <a:ext cx="89950" cy="115225"/>
            </a:xfrm>
            <a:custGeom>
              <a:avLst/>
              <a:gdLst/>
              <a:ahLst/>
              <a:cxnLst/>
              <a:rect l="l" t="t" r="r" b="b"/>
              <a:pathLst>
                <a:path w="3598" h="4609" extrusionOk="0">
                  <a:moveTo>
                    <a:pt x="967" y="1"/>
                  </a:moveTo>
                  <a:lnTo>
                    <a:pt x="945" y="46"/>
                  </a:lnTo>
                  <a:lnTo>
                    <a:pt x="900" y="293"/>
                  </a:lnTo>
                  <a:lnTo>
                    <a:pt x="877" y="540"/>
                  </a:lnTo>
                  <a:lnTo>
                    <a:pt x="900" y="788"/>
                  </a:lnTo>
                  <a:lnTo>
                    <a:pt x="945" y="1035"/>
                  </a:lnTo>
                  <a:lnTo>
                    <a:pt x="697" y="900"/>
                  </a:lnTo>
                  <a:lnTo>
                    <a:pt x="540" y="832"/>
                  </a:lnTo>
                  <a:lnTo>
                    <a:pt x="383" y="765"/>
                  </a:lnTo>
                  <a:lnTo>
                    <a:pt x="203" y="743"/>
                  </a:lnTo>
                  <a:lnTo>
                    <a:pt x="113" y="743"/>
                  </a:lnTo>
                  <a:lnTo>
                    <a:pt x="23" y="765"/>
                  </a:lnTo>
                  <a:lnTo>
                    <a:pt x="0" y="810"/>
                  </a:lnTo>
                  <a:lnTo>
                    <a:pt x="0" y="855"/>
                  </a:lnTo>
                  <a:lnTo>
                    <a:pt x="23" y="900"/>
                  </a:lnTo>
                  <a:lnTo>
                    <a:pt x="68" y="900"/>
                  </a:lnTo>
                  <a:lnTo>
                    <a:pt x="158" y="877"/>
                  </a:lnTo>
                  <a:lnTo>
                    <a:pt x="248" y="877"/>
                  </a:lnTo>
                  <a:lnTo>
                    <a:pt x="427" y="922"/>
                  </a:lnTo>
                  <a:lnTo>
                    <a:pt x="585" y="990"/>
                  </a:lnTo>
                  <a:lnTo>
                    <a:pt x="742" y="1057"/>
                  </a:lnTo>
                  <a:lnTo>
                    <a:pt x="945" y="1170"/>
                  </a:lnTo>
                  <a:lnTo>
                    <a:pt x="967" y="1327"/>
                  </a:lnTo>
                  <a:lnTo>
                    <a:pt x="1034" y="1484"/>
                  </a:lnTo>
                  <a:lnTo>
                    <a:pt x="1237" y="1934"/>
                  </a:lnTo>
                  <a:lnTo>
                    <a:pt x="1551" y="2451"/>
                  </a:lnTo>
                  <a:lnTo>
                    <a:pt x="1956" y="3035"/>
                  </a:lnTo>
                  <a:lnTo>
                    <a:pt x="2226" y="3395"/>
                  </a:lnTo>
                  <a:lnTo>
                    <a:pt x="2473" y="3710"/>
                  </a:lnTo>
                  <a:lnTo>
                    <a:pt x="2720" y="4002"/>
                  </a:lnTo>
                  <a:lnTo>
                    <a:pt x="2945" y="4227"/>
                  </a:lnTo>
                  <a:lnTo>
                    <a:pt x="3170" y="4407"/>
                  </a:lnTo>
                  <a:lnTo>
                    <a:pt x="3327" y="4542"/>
                  </a:lnTo>
                  <a:lnTo>
                    <a:pt x="3462" y="4609"/>
                  </a:lnTo>
                  <a:lnTo>
                    <a:pt x="3530" y="4609"/>
                  </a:lnTo>
                  <a:lnTo>
                    <a:pt x="3552" y="4587"/>
                  </a:lnTo>
                  <a:lnTo>
                    <a:pt x="3597" y="4564"/>
                  </a:lnTo>
                  <a:lnTo>
                    <a:pt x="3597" y="4497"/>
                  </a:lnTo>
                  <a:lnTo>
                    <a:pt x="3575" y="4362"/>
                  </a:lnTo>
                  <a:lnTo>
                    <a:pt x="3530" y="4159"/>
                  </a:lnTo>
                  <a:lnTo>
                    <a:pt x="3417" y="3912"/>
                  </a:lnTo>
                  <a:lnTo>
                    <a:pt x="3260" y="3620"/>
                  </a:lnTo>
                  <a:lnTo>
                    <a:pt x="3080" y="3283"/>
                  </a:lnTo>
                  <a:lnTo>
                    <a:pt x="2855" y="2946"/>
                  </a:lnTo>
                  <a:lnTo>
                    <a:pt x="2585" y="2563"/>
                  </a:lnTo>
                  <a:lnTo>
                    <a:pt x="2136" y="2001"/>
                  </a:lnTo>
                  <a:lnTo>
                    <a:pt x="1731" y="1529"/>
                  </a:lnTo>
                  <a:lnTo>
                    <a:pt x="1529" y="1327"/>
                  </a:lnTo>
                  <a:lnTo>
                    <a:pt x="1372" y="1192"/>
                  </a:lnTo>
                  <a:lnTo>
                    <a:pt x="1214" y="1080"/>
                  </a:lnTo>
                  <a:lnTo>
                    <a:pt x="1102" y="1035"/>
                  </a:lnTo>
                  <a:lnTo>
                    <a:pt x="1034" y="788"/>
                  </a:lnTo>
                  <a:lnTo>
                    <a:pt x="1012" y="540"/>
                  </a:lnTo>
                  <a:lnTo>
                    <a:pt x="1034" y="315"/>
                  </a:lnTo>
                  <a:lnTo>
                    <a:pt x="1079" y="68"/>
                  </a:lnTo>
                  <a:lnTo>
                    <a:pt x="1079" y="46"/>
                  </a:lnTo>
                  <a:lnTo>
                    <a:pt x="1079" y="23"/>
                  </a:lnTo>
                  <a:lnTo>
                    <a:pt x="1034" y="1"/>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5"/>
            <p:cNvSpPr/>
            <p:nvPr/>
          </p:nvSpPr>
          <p:spPr>
            <a:xfrm>
              <a:off x="2887200" y="1794225"/>
              <a:ext cx="74225" cy="99500"/>
            </a:xfrm>
            <a:custGeom>
              <a:avLst/>
              <a:gdLst/>
              <a:ahLst/>
              <a:cxnLst/>
              <a:rect l="l" t="t" r="r" b="b"/>
              <a:pathLst>
                <a:path w="2969" h="3980" extrusionOk="0">
                  <a:moveTo>
                    <a:pt x="1912" y="1"/>
                  </a:moveTo>
                  <a:lnTo>
                    <a:pt x="1642" y="23"/>
                  </a:lnTo>
                  <a:lnTo>
                    <a:pt x="1350" y="68"/>
                  </a:lnTo>
                  <a:lnTo>
                    <a:pt x="1080" y="180"/>
                  </a:lnTo>
                  <a:lnTo>
                    <a:pt x="810" y="315"/>
                  </a:lnTo>
                  <a:lnTo>
                    <a:pt x="585" y="495"/>
                  </a:lnTo>
                  <a:lnTo>
                    <a:pt x="473" y="585"/>
                  </a:lnTo>
                  <a:lnTo>
                    <a:pt x="383" y="697"/>
                  </a:lnTo>
                  <a:lnTo>
                    <a:pt x="293" y="832"/>
                  </a:lnTo>
                  <a:lnTo>
                    <a:pt x="203" y="967"/>
                  </a:lnTo>
                  <a:lnTo>
                    <a:pt x="136" y="1102"/>
                  </a:lnTo>
                  <a:lnTo>
                    <a:pt x="91" y="1259"/>
                  </a:lnTo>
                  <a:lnTo>
                    <a:pt x="46" y="1417"/>
                  </a:lnTo>
                  <a:lnTo>
                    <a:pt x="23" y="1597"/>
                  </a:lnTo>
                  <a:lnTo>
                    <a:pt x="1" y="1799"/>
                  </a:lnTo>
                  <a:lnTo>
                    <a:pt x="1" y="2001"/>
                  </a:lnTo>
                  <a:lnTo>
                    <a:pt x="23" y="2204"/>
                  </a:lnTo>
                  <a:lnTo>
                    <a:pt x="68" y="2428"/>
                  </a:lnTo>
                  <a:lnTo>
                    <a:pt x="113" y="2653"/>
                  </a:lnTo>
                  <a:lnTo>
                    <a:pt x="203" y="2900"/>
                  </a:lnTo>
                  <a:lnTo>
                    <a:pt x="293" y="3148"/>
                  </a:lnTo>
                  <a:lnTo>
                    <a:pt x="406" y="3417"/>
                  </a:lnTo>
                  <a:lnTo>
                    <a:pt x="540" y="3687"/>
                  </a:lnTo>
                  <a:lnTo>
                    <a:pt x="698" y="3979"/>
                  </a:lnTo>
                  <a:lnTo>
                    <a:pt x="2181" y="2923"/>
                  </a:lnTo>
                  <a:lnTo>
                    <a:pt x="2406" y="2518"/>
                  </a:lnTo>
                  <a:lnTo>
                    <a:pt x="2609" y="2091"/>
                  </a:lnTo>
                  <a:lnTo>
                    <a:pt x="2788" y="1597"/>
                  </a:lnTo>
                  <a:lnTo>
                    <a:pt x="2878" y="1349"/>
                  </a:lnTo>
                  <a:lnTo>
                    <a:pt x="2923" y="1102"/>
                  </a:lnTo>
                  <a:lnTo>
                    <a:pt x="2968" y="855"/>
                  </a:lnTo>
                  <a:lnTo>
                    <a:pt x="2946" y="630"/>
                  </a:lnTo>
                  <a:lnTo>
                    <a:pt x="2901" y="450"/>
                  </a:lnTo>
                  <a:lnTo>
                    <a:pt x="2878" y="360"/>
                  </a:lnTo>
                  <a:lnTo>
                    <a:pt x="2811" y="270"/>
                  </a:lnTo>
                  <a:lnTo>
                    <a:pt x="2766" y="203"/>
                  </a:lnTo>
                  <a:lnTo>
                    <a:pt x="2676" y="135"/>
                  </a:lnTo>
                  <a:lnTo>
                    <a:pt x="2586" y="90"/>
                  </a:lnTo>
                  <a:lnTo>
                    <a:pt x="2474" y="46"/>
                  </a:lnTo>
                  <a:lnTo>
                    <a:pt x="2204" y="1"/>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5"/>
            <p:cNvSpPr/>
            <p:nvPr/>
          </p:nvSpPr>
          <p:spPr>
            <a:xfrm>
              <a:off x="2846200" y="1866725"/>
              <a:ext cx="61275" cy="45550"/>
            </a:xfrm>
            <a:custGeom>
              <a:avLst/>
              <a:gdLst/>
              <a:ahLst/>
              <a:cxnLst/>
              <a:rect l="l" t="t" r="r" b="b"/>
              <a:pathLst>
                <a:path w="2451" h="1822" extrusionOk="0">
                  <a:moveTo>
                    <a:pt x="629" y="0"/>
                  </a:moveTo>
                  <a:lnTo>
                    <a:pt x="517" y="23"/>
                  </a:lnTo>
                  <a:lnTo>
                    <a:pt x="450" y="45"/>
                  </a:lnTo>
                  <a:lnTo>
                    <a:pt x="360" y="90"/>
                  </a:lnTo>
                  <a:lnTo>
                    <a:pt x="292" y="158"/>
                  </a:lnTo>
                  <a:lnTo>
                    <a:pt x="225" y="225"/>
                  </a:lnTo>
                  <a:lnTo>
                    <a:pt x="157" y="315"/>
                  </a:lnTo>
                  <a:lnTo>
                    <a:pt x="112" y="450"/>
                  </a:lnTo>
                  <a:lnTo>
                    <a:pt x="67" y="585"/>
                  </a:lnTo>
                  <a:lnTo>
                    <a:pt x="22" y="742"/>
                  </a:lnTo>
                  <a:lnTo>
                    <a:pt x="0" y="1034"/>
                  </a:lnTo>
                  <a:lnTo>
                    <a:pt x="22" y="1282"/>
                  </a:lnTo>
                  <a:lnTo>
                    <a:pt x="67" y="1484"/>
                  </a:lnTo>
                  <a:lnTo>
                    <a:pt x="157" y="1619"/>
                  </a:lnTo>
                  <a:lnTo>
                    <a:pt x="292" y="1731"/>
                  </a:lnTo>
                  <a:lnTo>
                    <a:pt x="427" y="1799"/>
                  </a:lnTo>
                  <a:lnTo>
                    <a:pt x="584" y="1821"/>
                  </a:lnTo>
                  <a:lnTo>
                    <a:pt x="742" y="1821"/>
                  </a:lnTo>
                  <a:lnTo>
                    <a:pt x="922" y="1799"/>
                  </a:lnTo>
                  <a:lnTo>
                    <a:pt x="1079" y="1776"/>
                  </a:lnTo>
                  <a:lnTo>
                    <a:pt x="1394" y="1686"/>
                  </a:lnTo>
                  <a:lnTo>
                    <a:pt x="1618" y="1596"/>
                  </a:lnTo>
                  <a:lnTo>
                    <a:pt x="1686" y="1551"/>
                  </a:lnTo>
                  <a:lnTo>
                    <a:pt x="2450" y="1012"/>
                  </a:lnTo>
                  <a:lnTo>
                    <a:pt x="2360" y="922"/>
                  </a:lnTo>
                  <a:lnTo>
                    <a:pt x="2113" y="720"/>
                  </a:lnTo>
                  <a:lnTo>
                    <a:pt x="1753" y="450"/>
                  </a:lnTo>
                  <a:lnTo>
                    <a:pt x="1551" y="315"/>
                  </a:lnTo>
                  <a:lnTo>
                    <a:pt x="1349" y="203"/>
                  </a:lnTo>
                  <a:lnTo>
                    <a:pt x="1124" y="90"/>
                  </a:lnTo>
                  <a:lnTo>
                    <a:pt x="922" y="23"/>
                  </a:lnTo>
                  <a:lnTo>
                    <a:pt x="719" y="0"/>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5"/>
            <p:cNvSpPr/>
            <p:nvPr/>
          </p:nvSpPr>
          <p:spPr>
            <a:xfrm>
              <a:off x="2923750" y="1803225"/>
              <a:ext cx="29800" cy="29800"/>
            </a:xfrm>
            <a:custGeom>
              <a:avLst/>
              <a:gdLst/>
              <a:ahLst/>
              <a:cxnLst/>
              <a:rect l="l" t="t" r="r" b="b"/>
              <a:pathLst>
                <a:path w="1192" h="1192" extrusionOk="0">
                  <a:moveTo>
                    <a:pt x="585" y="0"/>
                  </a:moveTo>
                  <a:lnTo>
                    <a:pt x="472" y="23"/>
                  </a:lnTo>
                  <a:lnTo>
                    <a:pt x="360" y="45"/>
                  </a:lnTo>
                  <a:lnTo>
                    <a:pt x="247" y="113"/>
                  </a:lnTo>
                  <a:lnTo>
                    <a:pt x="157" y="180"/>
                  </a:lnTo>
                  <a:lnTo>
                    <a:pt x="90" y="292"/>
                  </a:lnTo>
                  <a:lnTo>
                    <a:pt x="45" y="382"/>
                  </a:lnTo>
                  <a:lnTo>
                    <a:pt x="0" y="495"/>
                  </a:lnTo>
                  <a:lnTo>
                    <a:pt x="0" y="607"/>
                  </a:lnTo>
                  <a:lnTo>
                    <a:pt x="23" y="720"/>
                  </a:lnTo>
                  <a:lnTo>
                    <a:pt x="45" y="832"/>
                  </a:lnTo>
                  <a:lnTo>
                    <a:pt x="113" y="944"/>
                  </a:lnTo>
                  <a:lnTo>
                    <a:pt x="202" y="1034"/>
                  </a:lnTo>
                  <a:lnTo>
                    <a:pt x="292" y="1102"/>
                  </a:lnTo>
                  <a:lnTo>
                    <a:pt x="382" y="1147"/>
                  </a:lnTo>
                  <a:lnTo>
                    <a:pt x="495" y="1192"/>
                  </a:lnTo>
                  <a:lnTo>
                    <a:pt x="607" y="1192"/>
                  </a:lnTo>
                  <a:lnTo>
                    <a:pt x="742" y="1169"/>
                  </a:lnTo>
                  <a:lnTo>
                    <a:pt x="832" y="1147"/>
                  </a:lnTo>
                  <a:lnTo>
                    <a:pt x="944" y="1079"/>
                  </a:lnTo>
                  <a:lnTo>
                    <a:pt x="1034" y="989"/>
                  </a:lnTo>
                  <a:lnTo>
                    <a:pt x="1102" y="899"/>
                  </a:lnTo>
                  <a:lnTo>
                    <a:pt x="1147" y="809"/>
                  </a:lnTo>
                  <a:lnTo>
                    <a:pt x="1191" y="697"/>
                  </a:lnTo>
                  <a:lnTo>
                    <a:pt x="1191" y="585"/>
                  </a:lnTo>
                  <a:lnTo>
                    <a:pt x="1169" y="450"/>
                  </a:lnTo>
                  <a:lnTo>
                    <a:pt x="1147" y="337"/>
                  </a:lnTo>
                  <a:lnTo>
                    <a:pt x="1079" y="248"/>
                  </a:lnTo>
                  <a:lnTo>
                    <a:pt x="989" y="158"/>
                  </a:lnTo>
                  <a:lnTo>
                    <a:pt x="899" y="90"/>
                  </a:lnTo>
                  <a:lnTo>
                    <a:pt x="809" y="23"/>
                  </a:lnTo>
                  <a:lnTo>
                    <a:pt x="6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5"/>
            <p:cNvSpPr/>
            <p:nvPr/>
          </p:nvSpPr>
          <p:spPr>
            <a:xfrm>
              <a:off x="2857425" y="1879650"/>
              <a:ext cx="15200" cy="15200"/>
            </a:xfrm>
            <a:custGeom>
              <a:avLst/>
              <a:gdLst/>
              <a:ahLst/>
              <a:cxnLst/>
              <a:rect l="l" t="t" r="r" b="b"/>
              <a:pathLst>
                <a:path w="608" h="608" extrusionOk="0">
                  <a:moveTo>
                    <a:pt x="225" y="0"/>
                  </a:moveTo>
                  <a:lnTo>
                    <a:pt x="135" y="45"/>
                  </a:lnTo>
                  <a:lnTo>
                    <a:pt x="46" y="135"/>
                  </a:lnTo>
                  <a:lnTo>
                    <a:pt x="1" y="248"/>
                  </a:lnTo>
                  <a:lnTo>
                    <a:pt x="1" y="360"/>
                  </a:lnTo>
                  <a:lnTo>
                    <a:pt x="46" y="472"/>
                  </a:lnTo>
                  <a:lnTo>
                    <a:pt x="135" y="562"/>
                  </a:lnTo>
                  <a:lnTo>
                    <a:pt x="248" y="607"/>
                  </a:lnTo>
                  <a:lnTo>
                    <a:pt x="360" y="607"/>
                  </a:lnTo>
                  <a:lnTo>
                    <a:pt x="473" y="540"/>
                  </a:lnTo>
                  <a:lnTo>
                    <a:pt x="563" y="450"/>
                  </a:lnTo>
                  <a:lnTo>
                    <a:pt x="608" y="338"/>
                  </a:lnTo>
                  <a:lnTo>
                    <a:pt x="608" y="225"/>
                  </a:lnTo>
                  <a:lnTo>
                    <a:pt x="540" y="113"/>
                  </a:lnTo>
                  <a:lnTo>
                    <a:pt x="450" y="45"/>
                  </a:lnTo>
                  <a:lnTo>
                    <a:pt x="36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5"/>
            <p:cNvSpPr/>
            <p:nvPr/>
          </p:nvSpPr>
          <p:spPr>
            <a:xfrm>
              <a:off x="2910250" y="1870100"/>
              <a:ext cx="107375" cy="67450"/>
            </a:xfrm>
            <a:custGeom>
              <a:avLst/>
              <a:gdLst/>
              <a:ahLst/>
              <a:cxnLst/>
              <a:rect l="l" t="t" r="r" b="b"/>
              <a:pathLst>
                <a:path w="4295" h="2698" extrusionOk="0">
                  <a:moveTo>
                    <a:pt x="2923" y="0"/>
                  </a:moveTo>
                  <a:lnTo>
                    <a:pt x="2383" y="45"/>
                  </a:lnTo>
                  <a:lnTo>
                    <a:pt x="1934" y="113"/>
                  </a:lnTo>
                  <a:lnTo>
                    <a:pt x="1484" y="180"/>
                  </a:lnTo>
                  <a:lnTo>
                    <a:pt x="1" y="1259"/>
                  </a:lnTo>
                  <a:lnTo>
                    <a:pt x="225" y="1506"/>
                  </a:lnTo>
                  <a:lnTo>
                    <a:pt x="450" y="1709"/>
                  </a:lnTo>
                  <a:lnTo>
                    <a:pt x="675" y="1911"/>
                  </a:lnTo>
                  <a:lnTo>
                    <a:pt x="877" y="2091"/>
                  </a:lnTo>
                  <a:lnTo>
                    <a:pt x="1080" y="2226"/>
                  </a:lnTo>
                  <a:lnTo>
                    <a:pt x="1282" y="2361"/>
                  </a:lnTo>
                  <a:lnTo>
                    <a:pt x="1484" y="2450"/>
                  </a:lnTo>
                  <a:lnTo>
                    <a:pt x="1687" y="2540"/>
                  </a:lnTo>
                  <a:lnTo>
                    <a:pt x="1866" y="2608"/>
                  </a:lnTo>
                  <a:lnTo>
                    <a:pt x="2046" y="2653"/>
                  </a:lnTo>
                  <a:lnTo>
                    <a:pt x="2226" y="2675"/>
                  </a:lnTo>
                  <a:lnTo>
                    <a:pt x="2406" y="2698"/>
                  </a:lnTo>
                  <a:lnTo>
                    <a:pt x="2563" y="2698"/>
                  </a:lnTo>
                  <a:lnTo>
                    <a:pt x="2721" y="2675"/>
                  </a:lnTo>
                  <a:lnTo>
                    <a:pt x="2878" y="2630"/>
                  </a:lnTo>
                  <a:lnTo>
                    <a:pt x="3013" y="2585"/>
                  </a:lnTo>
                  <a:lnTo>
                    <a:pt x="3148" y="2540"/>
                  </a:lnTo>
                  <a:lnTo>
                    <a:pt x="3283" y="2473"/>
                  </a:lnTo>
                  <a:lnTo>
                    <a:pt x="3530" y="2293"/>
                  </a:lnTo>
                  <a:lnTo>
                    <a:pt x="3732" y="2091"/>
                  </a:lnTo>
                  <a:lnTo>
                    <a:pt x="3912" y="1866"/>
                  </a:lnTo>
                  <a:lnTo>
                    <a:pt x="4069" y="1619"/>
                  </a:lnTo>
                  <a:lnTo>
                    <a:pt x="4182" y="1349"/>
                  </a:lnTo>
                  <a:lnTo>
                    <a:pt x="4249" y="1079"/>
                  </a:lnTo>
                  <a:lnTo>
                    <a:pt x="4294" y="810"/>
                  </a:lnTo>
                  <a:lnTo>
                    <a:pt x="4294" y="697"/>
                  </a:lnTo>
                  <a:lnTo>
                    <a:pt x="4272" y="585"/>
                  </a:lnTo>
                  <a:lnTo>
                    <a:pt x="4249" y="495"/>
                  </a:lnTo>
                  <a:lnTo>
                    <a:pt x="4182" y="405"/>
                  </a:lnTo>
                  <a:lnTo>
                    <a:pt x="4137" y="337"/>
                  </a:lnTo>
                  <a:lnTo>
                    <a:pt x="4069" y="270"/>
                  </a:lnTo>
                  <a:lnTo>
                    <a:pt x="3889" y="158"/>
                  </a:lnTo>
                  <a:lnTo>
                    <a:pt x="3665" y="90"/>
                  </a:lnTo>
                  <a:lnTo>
                    <a:pt x="3440" y="45"/>
                  </a:lnTo>
                  <a:lnTo>
                    <a:pt x="3170" y="23"/>
                  </a:lnTo>
                  <a:lnTo>
                    <a:pt x="2923" y="0"/>
                  </a:lnTo>
                  <a:close/>
                </a:path>
              </a:pathLst>
            </a:custGeom>
            <a:solidFill>
              <a:srgbClr val="92D3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5"/>
            <p:cNvSpPr/>
            <p:nvPr/>
          </p:nvSpPr>
          <p:spPr>
            <a:xfrm>
              <a:off x="2878775" y="1899325"/>
              <a:ext cx="45550" cy="60700"/>
            </a:xfrm>
            <a:custGeom>
              <a:avLst/>
              <a:gdLst/>
              <a:ahLst/>
              <a:cxnLst/>
              <a:rect l="l" t="t" r="r" b="b"/>
              <a:pathLst>
                <a:path w="1822" h="2428" extrusionOk="0">
                  <a:moveTo>
                    <a:pt x="1372" y="0"/>
                  </a:moveTo>
                  <a:lnTo>
                    <a:pt x="608" y="562"/>
                  </a:lnTo>
                  <a:lnTo>
                    <a:pt x="540" y="630"/>
                  </a:lnTo>
                  <a:lnTo>
                    <a:pt x="405" y="809"/>
                  </a:lnTo>
                  <a:lnTo>
                    <a:pt x="226" y="1057"/>
                  </a:lnTo>
                  <a:lnTo>
                    <a:pt x="136" y="1214"/>
                  </a:lnTo>
                  <a:lnTo>
                    <a:pt x="68" y="1371"/>
                  </a:lnTo>
                  <a:lnTo>
                    <a:pt x="23" y="1529"/>
                  </a:lnTo>
                  <a:lnTo>
                    <a:pt x="1" y="1686"/>
                  </a:lnTo>
                  <a:lnTo>
                    <a:pt x="1" y="1843"/>
                  </a:lnTo>
                  <a:lnTo>
                    <a:pt x="68" y="1978"/>
                  </a:lnTo>
                  <a:lnTo>
                    <a:pt x="181" y="2113"/>
                  </a:lnTo>
                  <a:lnTo>
                    <a:pt x="338" y="2226"/>
                  </a:lnTo>
                  <a:lnTo>
                    <a:pt x="563" y="2338"/>
                  </a:lnTo>
                  <a:lnTo>
                    <a:pt x="877" y="2405"/>
                  </a:lnTo>
                  <a:lnTo>
                    <a:pt x="1035" y="2405"/>
                  </a:lnTo>
                  <a:lnTo>
                    <a:pt x="1170" y="2428"/>
                  </a:lnTo>
                  <a:lnTo>
                    <a:pt x="1305" y="2405"/>
                  </a:lnTo>
                  <a:lnTo>
                    <a:pt x="1417" y="2383"/>
                  </a:lnTo>
                  <a:lnTo>
                    <a:pt x="1507" y="2338"/>
                  </a:lnTo>
                  <a:lnTo>
                    <a:pt x="1597" y="2293"/>
                  </a:lnTo>
                  <a:lnTo>
                    <a:pt x="1664" y="2226"/>
                  </a:lnTo>
                  <a:lnTo>
                    <a:pt x="1709" y="2136"/>
                  </a:lnTo>
                  <a:lnTo>
                    <a:pt x="1754" y="2068"/>
                  </a:lnTo>
                  <a:lnTo>
                    <a:pt x="1799" y="1978"/>
                  </a:lnTo>
                  <a:lnTo>
                    <a:pt x="1822" y="1776"/>
                  </a:lnTo>
                  <a:lnTo>
                    <a:pt x="1822" y="1551"/>
                  </a:lnTo>
                  <a:lnTo>
                    <a:pt x="1799" y="1304"/>
                  </a:lnTo>
                  <a:lnTo>
                    <a:pt x="1754" y="1079"/>
                  </a:lnTo>
                  <a:lnTo>
                    <a:pt x="1687" y="832"/>
                  </a:lnTo>
                  <a:lnTo>
                    <a:pt x="1552" y="427"/>
                  </a:lnTo>
                  <a:lnTo>
                    <a:pt x="1417" y="135"/>
                  </a:lnTo>
                  <a:lnTo>
                    <a:pt x="1372" y="0"/>
                  </a:lnTo>
                  <a:close/>
                </a:path>
              </a:pathLst>
            </a:custGeom>
            <a:solidFill>
              <a:srgbClr val="F7B2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5"/>
            <p:cNvSpPr/>
            <p:nvPr/>
          </p:nvSpPr>
          <p:spPr>
            <a:xfrm>
              <a:off x="2978250" y="1877950"/>
              <a:ext cx="29800" cy="29825"/>
            </a:xfrm>
            <a:custGeom>
              <a:avLst/>
              <a:gdLst/>
              <a:ahLst/>
              <a:cxnLst/>
              <a:rect l="l" t="t" r="r" b="b"/>
              <a:pathLst>
                <a:path w="1192" h="1193" extrusionOk="0">
                  <a:moveTo>
                    <a:pt x="563" y="1"/>
                  </a:moveTo>
                  <a:lnTo>
                    <a:pt x="450" y="23"/>
                  </a:lnTo>
                  <a:lnTo>
                    <a:pt x="338" y="68"/>
                  </a:lnTo>
                  <a:lnTo>
                    <a:pt x="225" y="113"/>
                  </a:lnTo>
                  <a:lnTo>
                    <a:pt x="135" y="203"/>
                  </a:lnTo>
                  <a:lnTo>
                    <a:pt x="68" y="293"/>
                  </a:lnTo>
                  <a:lnTo>
                    <a:pt x="23" y="406"/>
                  </a:lnTo>
                  <a:lnTo>
                    <a:pt x="1" y="518"/>
                  </a:lnTo>
                  <a:lnTo>
                    <a:pt x="1" y="630"/>
                  </a:lnTo>
                  <a:lnTo>
                    <a:pt x="1" y="743"/>
                  </a:lnTo>
                  <a:lnTo>
                    <a:pt x="46" y="855"/>
                  </a:lnTo>
                  <a:lnTo>
                    <a:pt x="113" y="945"/>
                  </a:lnTo>
                  <a:lnTo>
                    <a:pt x="180" y="1035"/>
                  </a:lnTo>
                  <a:lnTo>
                    <a:pt x="270" y="1102"/>
                  </a:lnTo>
                  <a:lnTo>
                    <a:pt x="383" y="1170"/>
                  </a:lnTo>
                  <a:lnTo>
                    <a:pt x="495" y="1192"/>
                  </a:lnTo>
                  <a:lnTo>
                    <a:pt x="720" y="1192"/>
                  </a:lnTo>
                  <a:lnTo>
                    <a:pt x="832" y="1147"/>
                  </a:lnTo>
                  <a:lnTo>
                    <a:pt x="945" y="1080"/>
                  </a:lnTo>
                  <a:lnTo>
                    <a:pt x="1035" y="1013"/>
                  </a:lnTo>
                  <a:lnTo>
                    <a:pt x="1102" y="900"/>
                  </a:lnTo>
                  <a:lnTo>
                    <a:pt x="1147" y="810"/>
                  </a:lnTo>
                  <a:lnTo>
                    <a:pt x="1169" y="698"/>
                  </a:lnTo>
                  <a:lnTo>
                    <a:pt x="1192" y="585"/>
                  </a:lnTo>
                  <a:lnTo>
                    <a:pt x="1169" y="473"/>
                  </a:lnTo>
                  <a:lnTo>
                    <a:pt x="1125" y="361"/>
                  </a:lnTo>
                  <a:lnTo>
                    <a:pt x="1080" y="248"/>
                  </a:lnTo>
                  <a:lnTo>
                    <a:pt x="990" y="158"/>
                  </a:lnTo>
                  <a:lnTo>
                    <a:pt x="900" y="91"/>
                  </a:lnTo>
                  <a:lnTo>
                    <a:pt x="787" y="46"/>
                  </a:lnTo>
                  <a:lnTo>
                    <a:pt x="6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5"/>
            <p:cNvSpPr/>
            <p:nvPr/>
          </p:nvSpPr>
          <p:spPr>
            <a:xfrm>
              <a:off x="2896775" y="1934150"/>
              <a:ext cx="15200" cy="14650"/>
            </a:xfrm>
            <a:custGeom>
              <a:avLst/>
              <a:gdLst/>
              <a:ahLst/>
              <a:cxnLst/>
              <a:rect l="l" t="t" r="r" b="b"/>
              <a:pathLst>
                <a:path w="608" h="586" extrusionOk="0">
                  <a:moveTo>
                    <a:pt x="225" y="1"/>
                  </a:moveTo>
                  <a:lnTo>
                    <a:pt x="113" y="46"/>
                  </a:lnTo>
                  <a:lnTo>
                    <a:pt x="45" y="136"/>
                  </a:lnTo>
                  <a:lnTo>
                    <a:pt x="0" y="248"/>
                  </a:lnTo>
                  <a:lnTo>
                    <a:pt x="0" y="361"/>
                  </a:lnTo>
                  <a:lnTo>
                    <a:pt x="45" y="473"/>
                  </a:lnTo>
                  <a:lnTo>
                    <a:pt x="135" y="540"/>
                  </a:lnTo>
                  <a:lnTo>
                    <a:pt x="247" y="585"/>
                  </a:lnTo>
                  <a:lnTo>
                    <a:pt x="360" y="585"/>
                  </a:lnTo>
                  <a:lnTo>
                    <a:pt x="472" y="540"/>
                  </a:lnTo>
                  <a:lnTo>
                    <a:pt x="562" y="450"/>
                  </a:lnTo>
                  <a:lnTo>
                    <a:pt x="607" y="338"/>
                  </a:lnTo>
                  <a:lnTo>
                    <a:pt x="585" y="226"/>
                  </a:lnTo>
                  <a:lnTo>
                    <a:pt x="540" y="113"/>
                  </a:lnTo>
                  <a:lnTo>
                    <a:pt x="450" y="23"/>
                  </a:lnTo>
                  <a:lnTo>
                    <a:pt x="33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15"/>
            <p:cNvSpPr/>
            <p:nvPr/>
          </p:nvSpPr>
          <p:spPr>
            <a:xfrm>
              <a:off x="2877100" y="1831325"/>
              <a:ext cx="115225" cy="90500"/>
            </a:xfrm>
            <a:custGeom>
              <a:avLst/>
              <a:gdLst/>
              <a:ahLst/>
              <a:cxnLst/>
              <a:rect l="l" t="t" r="r" b="b"/>
              <a:pathLst>
                <a:path w="4609" h="3620" extrusionOk="0">
                  <a:moveTo>
                    <a:pt x="3732" y="0"/>
                  </a:moveTo>
                  <a:lnTo>
                    <a:pt x="3709" y="45"/>
                  </a:lnTo>
                  <a:lnTo>
                    <a:pt x="3687" y="90"/>
                  </a:lnTo>
                  <a:lnTo>
                    <a:pt x="3709" y="180"/>
                  </a:lnTo>
                  <a:lnTo>
                    <a:pt x="3709" y="270"/>
                  </a:lnTo>
                  <a:lnTo>
                    <a:pt x="3687" y="427"/>
                  </a:lnTo>
                  <a:lnTo>
                    <a:pt x="3597" y="607"/>
                  </a:lnTo>
                  <a:lnTo>
                    <a:pt x="3530" y="742"/>
                  </a:lnTo>
                  <a:lnTo>
                    <a:pt x="3417" y="967"/>
                  </a:lnTo>
                  <a:lnTo>
                    <a:pt x="3282" y="989"/>
                  </a:lnTo>
                  <a:lnTo>
                    <a:pt x="3102" y="1057"/>
                  </a:lnTo>
                  <a:lnTo>
                    <a:pt x="2653" y="1259"/>
                  </a:lnTo>
                  <a:lnTo>
                    <a:pt x="2136" y="1574"/>
                  </a:lnTo>
                  <a:lnTo>
                    <a:pt x="1551" y="1956"/>
                  </a:lnTo>
                  <a:lnTo>
                    <a:pt x="1192" y="2226"/>
                  </a:lnTo>
                  <a:lnTo>
                    <a:pt x="877" y="2495"/>
                  </a:lnTo>
                  <a:lnTo>
                    <a:pt x="607" y="2743"/>
                  </a:lnTo>
                  <a:lnTo>
                    <a:pt x="360" y="2967"/>
                  </a:lnTo>
                  <a:lnTo>
                    <a:pt x="180" y="3170"/>
                  </a:lnTo>
                  <a:lnTo>
                    <a:pt x="68" y="3350"/>
                  </a:lnTo>
                  <a:lnTo>
                    <a:pt x="0" y="3484"/>
                  </a:lnTo>
                  <a:lnTo>
                    <a:pt x="0" y="3529"/>
                  </a:lnTo>
                  <a:lnTo>
                    <a:pt x="0" y="3574"/>
                  </a:lnTo>
                  <a:lnTo>
                    <a:pt x="45" y="3597"/>
                  </a:lnTo>
                  <a:lnTo>
                    <a:pt x="90" y="3619"/>
                  </a:lnTo>
                  <a:lnTo>
                    <a:pt x="248" y="3597"/>
                  </a:lnTo>
                  <a:lnTo>
                    <a:pt x="450" y="3529"/>
                  </a:lnTo>
                  <a:lnTo>
                    <a:pt x="697" y="3417"/>
                  </a:lnTo>
                  <a:lnTo>
                    <a:pt x="989" y="3282"/>
                  </a:lnTo>
                  <a:lnTo>
                    <a:pt x="1304" y="3080"/>
                  </a:lnTo>
                  <a:lnTo>
                    <a:pt x="1664" y="2855"/>
                  </a:lnTo>
                  <a:lnTo>
                    <a:pt x="2023" y="2608"/>
                  </a:lnTo>
                  <a:lnTo>
                    <a:pt x="2608" y="2158"/>
                  </a:lnTo>
                  <a:lnTo>
                    <a:pt x="3080" y="1731"/>
                  </a:lnTo>
                  <a:lnTo>
                    <a:pt x="3260" y="1551"/>
                  </a:lnTo>
                  <a:lnTo>
                    <a:pt x="3417" y="1371"/>
                  </a:lnTo>
                  <a:lnTo>
                    <a:pt x="3507" y="1237"/>
                  </a:lnTo>
                  <a:lnTo>
                    <a:pt x="3575" y="1102"/>
                  </a:lnTo>
                  <a:lnTo>
                    <a:pt x="3799" y="1057"/>
                  </a:lnTo>
                  <a:lnTo>
                    <a:pt x="4047" y="1034"/>
                  </a:lnTo>
                  <a:lnTo>
                    <a:pt x="4294" y="1034"/>
                  </a:lnTo>
                  <a:lnTo>
                    <a:pt x="4519" y="1079"/>
                  </a:lnTo>
                  <a:lnTo>
                    <a:pt x="4564" y="1102"/>
                  </a:lnTo>
                  <a:lnTo>
                    <a:pt x="4586" y="1079"/>
                  </a:lnTo>
                  <a:lnTo>
                    <a:pt x="4609" y="1034"/>
                  </a:lnTo>
                  <a:lnTo>
                    <a:pt x="4586" y="989"/>
                  </a:lnTo>
                  <a:lnTo>
                    <a:pt x="4541" y="944"/>
                  </a:lnTo>
                  <a:lnTo>
                    <a:pt x="4294" y="899"/>
                  </a:lnTo>
                  <a:lnTo>
                    <a:pt x="4047" y="899"/>
                  </a:lnTo>
                  <a:lnTo>
                    <a:pt x="3799" y="922"/>
                  </a:lnTo>
                  <a:lnTo>
                    <a:pt x="3575" y="967"/>
                  </a:lnTo>
                  <a:lnTo>
                    <a:pt x="3687" y="720"/>
                  </a:lnTo>
                  <a:lnTo>
                    <a:pt x="3777" y="562"/>
                  </a:lnTo>
                  <a:lnTo>
                    <a:pt x="3822" y="382"/>
                  </a:lnTo>
                  <a:lnTo>
                    <a:pt x="3867" y="225"/>
                  </a:lnTo>
                  <a:lnTo>
                    <a:pt x="3844" y="135"/>
                  </a:lnTo>
                  <a:lnTo>
                    <a:pt x="3822" y="45"/>
                  </a:lnTo>
                  <a:lnTo>
                    <a:pt x="3777" y="0"/>
                  </a:lnTo>
                  <a:close/>
                </a:path>
              </a:pathLst>
            </a:custGeom>
            <a:solidFill>
              <a:srgbClr val="5A5B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15"/>
            <p:cNvSpPr/>
            <p:nvPr/>
          </p:nvSpPr>
          <p:spPr>
            <a:xfrm>
              <a:off x="1125975" y="1399725"/>
              <a:ext cx="837925" cy="346750"/>
            </a:xfrm>
            <a:custGeom>
              <a:avLst/>
              <a:gdLst/>
              <a:ahLst/>
              <a:cxnLst/>
              <a:rect l="l" t="t" r="r" b="b"/>
              <a:pathLst>
                <a:path w="33517" h="13870" extrusionOk="0">
                  <a:moveTo>
                    <a:pt x="16680" y="0"/>
                  </a:moveTo>
                  <a:lnTo>
                    <a:pt x="16523" y="23"/>
                  </a:lnTo>
                  <a:lnTo>
                    <a:pt x="16388" y="68"/>
                  </a:lnTo>
                  <a:lnTo>
                    <a:pt x="16253" y="135"/>
                  </a:lnTo>
                  <a:lnTo>
                    <a:pt x="16118" y="203"/>
                  </a:lnTo>
                  <a:lnTo>
                    <a:pt x="15983" y="292"/>
                  </a:lnTo>
                  <a:lnTo>
                    <a:pt x="15759" y="495"/>
                  </a:lnTo>
                  <a:lnTo>
                    <a:pt x="15534" y="742"/>
                  </a:lnTo>
                  <a:lnTo>
                    <a:pt x="15331" y="1057"/>
                  </a:lnTo>
                  <a:lnTo>
                    <a:pt x="15129" y="1394"/>
                  </a:lnTo>
                  <a:lnTo>
                    <a:pt x="14972" y="1754"/>
                  </a:lnTo>
                  <a:lnTo>
                    <a:pt x="14814" y="2136"/>
                  </a:lnTo>
                  <a:lnTo>
                    <a:pt x="14657" y="2563"/>
                  </a:lnTo>
                  <a:lnTo>
                    <a:pt x="14545" y="3012"/>
                  </a:lnTo>
                  <a:lnTo>
                    <a:pt x="14432" y="3462"/>
                  </a:lnTo>
                  <a:lnTo>
                    <a:pt x="14230" y="4384"/>
                  </a:lnTo>
                  <a:lnTo>
                    <a:pt x="14073" y="5305"/>
                  </a:lnTo>
                  <a:lnTo>
                    <a:pt x="13960" y="6204"/>
                  </a:lnTo>
                  <a:lnTo>
                    <a:pt x="13870" y="7014"/>
                  </a:lnTo>
                  <a:lnTo>
                    <a:pt x="13825" y="7711"/>
                  </a:lnTo>
                  <a:lnTo>
                    <a:pt x="13803" y="8250"/>
                  </a:lnTo>
                  <a:lnTo>
                    <a:pt x="13780" y="8722"/>
                  </a:lnTo>
                  <a:lnTo>
                    <a:pt x="13758" y="8542"/>
                  </a:lnTo>
                  <a:lnTo>
                    <a:pt x="13668" y="8070"/>
                  </a:lnTo>
                  <a:lnTo>
                    <a:pt x="13601" y="7733"/>
                  </a:lnTo>
                  <a:lnTo>
                    <a:pt x="13488" y="7328"/>
                  </a:lnTo>
                  <a:lnTo>
                    <a:pt x="13353" y="6901"/>
                  </a:lnTo>
                  <a:lnTo>
                    <a:pt x="13196" y="6452"/>
                  </a:lnTo>
                  <a:lnTo>
                    <a:pt x="12994" y="5980"/>
                  </a:lnTo>
                  <a:lnTo>
                    <a:pt x="12746" y="5485"/>
                  </a:lnTo>
                  <a:lnTo>
                    <a:pt x="12454" y="4991"/>
                  </a:lnTo>
                  <a:lnTo>
                    <a:pt x="12094" y="4496"/>
                  </a:lnTo>
                  <a:lnTo>
                    <a:pt x="11915" y="4249"/>
                  </a:lnTo>
                  <a:lnTo>
                    <a:pt x="11712" y="4024"/>
                  </a:lnTo>
                  <a:lnTo>
                    <a:pt x="11488" y="3777"/>
                  </a:lnTo>
                  <a:lnTo>
                    <a:pt x="11240" y="3552"/>
                  </a:lnTo>
                  <a:lnTo>
                    <a:pt x="10993" y="3350"/>
                  </a:lnTo>
                  <a:lnTo>
                    <a:pt x="10746" y="3147"/>
                  </a:lnTo>
                  <a:lnTo>
                    <a:pt x="10453" y="2945"/>
                  </a:lnTo>
                  <a:lnTo>
                    <a:pt x="10161" y="2765"/>
                  </a:lnTo>
                  <a:lnTo>
                    <a:pt x="9847" y="2630"/>
                  </a:lnTo>
                  <a:lnTo>
                    <a:pt x="9554" y="2540"/>
                  </a:lnTo>
                  <a:lnTo>
                    <a:pt x="9262" y="2495"/>
                  </a:lnTo>
                  <a:lnTo>
                    <a:pt x="8992" y="2518"/>
                  </a:lnTo>
                  <a:lnTo>
                    <a:pt x="8723" y="2585"/>
                  </a:lnTo>
                  <a:lnTo>
                    <a:pt x="8453" y="2698"/>
                  </a:lnTo>
                  <a:lnTo>
                    <a:pt x="8183" y="2855"/>
                  </a:lnTo>
                  <a:lnTo>
                    <a:pt x="7936" y="3035"/>
                  </a:lnTo>
                  <a:lnTo>
                    <a:pt x="7689" y="3260"/>
                  </a:lnTo>
                  <a:lnTo>
                    <a:pt x="7464" y="3507"/>
                  </a:lnTo>
                  <a:lnTo>
                    <a:pt x="7239" y="3799"/>
                  </a:lnTo>
                  <a:lnTo>
                    <a:pt x="7014" y="4091"/>
                  </a:lnTo>
                  <a:lnTo>
                    <a:pt x="6812" y="4406"/>
                  </a:lnTo>
                  <a:lnTo>
                    <a:pt x="6610" y="4743"/>
                  </a:lnTo>
                  <a:lnTo>
                    <a:pt x="6250" y="5463"/>
                  </a:lnTo>
                  <a:lnTo>
                    <a:pt x="5913" y="6182"/>
                  </a:lnTo>
                  <a:lnTo>
                    <a:pt x="5621" y="6901"/>
                  </a:lnTo>
                  <a:lnTo>
                    <a:pt x="5373" y="7598"/>
                  </a:lnTo>
                  <a:lnTo>
                    <a:pt x="5171" y="8228"/>
                  </a:lnTo>
                  <a:lnTo>
                    <a:pt x="4879" y="9172"/>
                  </a:lnTo>
                  <a:lnTo>
                    <a:pt x="4789" y="9554"/>
                  </a:lnTo>
                  <a:lnTo>
                    <a:pt x="4542" y="9352"/>
                  </a:lnTo>
                  <a:lnTo>
                    <a:pt x="4317" y="9194"/>
                  </a:lnTo>
                  <a:lnTo>
                    <a:pt x="4092" y="9082"/>
                  </a:lnTo>
                  <a:lnTo>
                    <a:pt x="3867" y="9037"/>
                  </a:lnTo>
                  <a:lnTo>
                    <a:pt x="3642" y="9014"/>
                  </a:lnTo>
                  <a:lnTo>
                    <a:pt x="3418" y="9037"/>
                  </a:lnTo>
                  <a:lnTo>
                    <a:pt x="3215" y="9104"/>
                  </a:lnTo>
                  <a:lnTo>
                    <a:pt x="2990" y="9194"/>
                  </a:lnTo>
                  <a:lnTo>
                    <a:pt x="2788" y="9307"/>
                  </a:lnTo>
                  <a:lnTo>
                    <a:pt x="2586" y="9464"/>
                  </a:lnTo>
                  <a:lnTo>
                    <a:pt x="2384" y="9644"/>
                  </a:lnTo>
                  <a:lnTo>
                    <a:pt x="2181" y="9846"/>
                  </a:lnTo>
                  <a:lnTo>
                    <a:pt x="2001" y="10048"/>
                  </a:lnTo>
                  <a:lnTo>
                    <a:pt x="1822" y="10296"/>
                  </a:lnTo>
                  <a:lnTo>
                    <a:pt x="1462" y="10790"/>
                  </a:lnTo>
                  <a:lnTo>
                    <a:pt x="1147" y="11330"/>
                  </a:lnTo>
                  <a:lnTo>
                    <a:pt x="855" y="11847"/>
                  </a:lnTo>
                  <a:lnTo>
                    <a:pt x="608" y="12364"/>
                  </a:lnTo>
                  <a:lnTo>
                    <a:pt x="383" y="12858"/>
                  </a:lnTo>
                  <a:lnTo>
                    <a:pt x="91" y="13578"/>
                  </a:lnTo>
                  <a:lnTo>
                    <a:pt x="1" y="13870"/>
                  </a:lnTo>
                  <a:lnTo>
                    <a:pt x="33517" y="13870"/>
                  </a:lnTo>
                  <a:lnTo>
                    <a:pt x="33472" y="13690"/>
                  </a:lnTo>
                  <a:lnTo>
                    <a:pt x="33315" y="13218"/>
                  </a:lnTo>
                  <a:lnTo>
                    <a:pt x="33045" y="12499"/>
                  </a:lnTo>
                  <a:lnTo>
                    <a:pt x="32865" y="12072"/>
                  </a:lnTo>
                  <a:lnTo>
                    <a:pt x="32663" y="11599"/>
                  </a:lnTo>
                  <a:lnTo>
                    <a:pt x="32415" y="11127"/>
                  </a:lnTo>
                  <a:lnTo>
                    <a:pt x="32146" y="10633"/>
                  </a:lnTo>
                  <a:lnTo>
                    <a:pt x="31831" y="10116"/>
                  </a:lnTo>
                  <a:lnTo>
                    <a:pt x="31494" y="9621"/>
                  </a:lnTo>
                  <a:lnTo>
                    <a:pt x="31112" y="9127"/>
                  </a:lnTo>
                  <a:lnTo>
                    <a:pt x="30707" y="8655"/>
                  </a:lnTo>
                  <a:lnTo>
                    <a:pt x="30258" y="8205"/>
                  </a:lnTo>
                  <a:lnTo>
                    <a:pt x="30033" y="8003"/>
                  </a:lnTo>
                  <a:lnTo>
                    <a:pt x="29785" y="7801"/>
                  </a:lnTo>
                  <a:lnTo>
                    <a:pt x="29426" y="7553"/>
                  </a:lnTo>
                  <a:lnTo>
                    <a:pt x="29089" y="7328"/>
                  </a:lnTo>
                  <a:lnTo>
                    <a:pt x="28729" y="7171"/>
                  </a:lnTo>
                  <a:lnTo>
                    <a:pt x="28369" y="7059"/>
                  </a:lnTo>
                  <a:lnTo>
                    <a:pt x="28010" y="6969"/>
                  </a:lnTo>
                  <a:lnTo>
                    <a:pt x="27650" y="6924"/>
                  </a:lnTo>
                  <a:lnTo>
                    <a:pt x="27290" y="6901"/>
                  </a:lnTo>
                  <a:lnTo>
                    <a:pt x="26931" y="6924"/>
                  </a:lnTo>
                  <a:lnTo>
                    <a:pt x="26571" y="6969"/>
                  </a:lnTo>
                  <a:lnTo>
                    <a:pt x="26234" y="7036"/>
                  </a:lnTo>
                  <a:lnTo>
                    <a:pt x="25897" y="7126"/>
                  </a:lnTo>
                  <a:lnTo>
                    <a:pt x="25559" y="7239"/>
                  </a:lnTo>
                  <a:lnTo>
                    <a:pt x="25222" y="7373"/>
                  </a:lnTo>
                  <a:lnTo>
                    <a:pt x="24908" y="7531"/>
                  </a:lnTo>
                  <a:lnTo>
                    <a:pt x="24593" y="7688"/>
                  </a:lnTo>
                  <a:lnTo>
                    <a:pt x="24301" y="7868"/>
                  </a:lnTo>
                  <a:lnTo>
                    <a:pt x="23716" y="8228"/>
                  </a:lnTo>
                  <a:lnTo>
                    <a:pt x="23199" y="8632"/>
                  </a:lnTo>
                  <a:lnTo>
                    <a:pt x="22750" y="8992"/>
                  </a:lnTo>
                  <a:lnTo>
                    <a:pt x="22367" y="9352"/>
                  </a:lnTo>
                  <a:lnTo>
                    <a:pt x="22053" y="9666"/>
                  </a:lnTo>
                  <a:lnTo>
                    <a:pt x="21805" y="9914"/>
                  </a:lnTo>
                  <a:lnTo>
                    <a:pt x="21603" y="10138"/>
                  </a:lnTo>
                  <a:lnTo>
                    <a:pt x="21603" y="10138"/>
                  </a:lnTo>
                  <a:lnTo>
                    <a:pt x="21626" y="9846"/>
                  </a:lnTo>
                  <a:lnTo>
                    <a:pt x="21648" y="9509"/>
                  </a:lnTo>
                  <a:lnTo>
                    <a:pt x="21671" y="9082"/>
                  </a:lnTo>
                  <a:lnTo>
                    <a:pt x="21671" y="8542"/>
                  </a:lnTo>
                  <a:lnTo>
                    <a:pt x="21648" y="7935"/>
                  </a:lnTo>
                  <a:lnTo>
                    <a:pt x="21581" y="7261"/>
                  </a:lnTo>
                  <a:lnTo>
                    <a:pt x="21491" y="6519"/>
                  </a:lnTo>
                  <a:lnTo>
                    <a:pt x="21333" y="5755"/>
                  </a:lnTo>
                  <a:lnTo>
                    <a:pt x="21243" y="5373"/>
                  </a:lnTo>
                  <a:lnTo>
                    <a:pt x="21131" y="4968"/>
                  </a:lnTo>
                  <a:lnTo>
                    <a:pt x="21019" y="4564"/>
                  </a:lnTo>
                  <a:lnTo>
                    <a:pt x="20861" y="4159"/>
                  </a:lnTo>
                  <a:lnTo>
                    <a:pt x="20704" y="3777"/>
                  </a:lnTo>
                  <a:lnTo>
                    <a:pt x="20524" y="3372"/>
                  </a:lnTo>
                  <a:lnTo>
                    <a:pt x="20322" y="2990"/>
                  </a:lnTo>
                  <a:lnTo>
                    <a:pt x="20097" y="2608"/>
                  </a:lnTo>
                  <a:lnTo>
                    <a:pt x="19850" y="2226"/>
                  </a:lnTo>
                  <a:lnTo>
                    <a:pt x="19580" y="1866"/>
                  </a:lnTo>
                  <a:lnTo>
                    <a:pt x="19265" y="1506"/>
                  </a:lnTo>
                  <a:lnTo>
                    <a:pt x="18951" y="1169"/>
                  </a:lnTo>
                  <a:lnTo>
                    <a:pt x="18591" y="854"/>
                  </a:lnTo>
                  <a:lnTo>
                    <a:pt x="18209" y="540"/>
                  </a:lnTo>
                  <a:lnTo>
                    <a:pt x="18029" y="405"/>
                  </a:lnTo>
                  <a:lnTo>
                    <a:pt x="17827" y="292"/>
                  </a:lnTo>
                  <a:lnTo>
                    <a:pt x="17647" y="203"/>
                  </a:lnTo>
                  <a:lnTo>
                    <a:pt x="17467" y="113"/>
                  </a:lnTo>
                  <a:lnTo>
                    <a:pt x="17310" y="68"/>
                  </a:lnTo>
                  <a:lnTo>
                    <a:pt x="17130" y="23"/>
                  </a:lnTo>
                  <a:lnTo>
                    <a:pt x="169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15"/>
            <p:cNvSpPr/>
            <p:nvPr/>
          </p:nvSpPr>
          <p:spPr>
            <a:xfrm>
              <a:off x="5924700" y="1924050"/>
              <a:ext cx="615925" cy="255150"/>
            </a:xfrm>
            <a:custGeom>
              <a:avLst/>
              <a:gdLst/>
              <a:ahLst/>
              <a:cxnLst/>
              <a:rect l="l" t="t" r="r" b="b"/>
              <a:pathLst>
                <a:path w="24637" h="10206" extrusionOk="0">
                  <a:moveTo>
                    <a:pt x="12274" y="0"/>
                  </a:moveTo>
                  <a:lnTo>
                    <a:pt x="12026" y="23"/>
                  </a:lnTo>
                  <a:lnTo>
                    <a:pt x="11779" y="90"/>
                  </a:lnTo>
                  <a:lnTo>
                    <a:pt x="11532" y="225"/>
                  </a:lnTo>
                  <a:lnTo>
                    <a:pt x="11240" y="405"/>
                  </a:lnTo>
                  <a:lnTo>
                    <a:pt x="10970" y="630"/>
                  </a:lnTo>
                  <a:lnTo>
                    <a:pt x="10700" y="877"/>
                  </a:lnTo>
                  <a:lnTo>
                    <a:pt x="10475" y="1124"/>
                  </a:lnTo>
                  <a:lnTo>
                    <a:pt x="10250" y="1371"/>
                  </a:lnTo>
                  <a:lnTo>
                    <a:pt x="10048" y="1641"/>
                  </a:lnTo>
                  <a:lnTo>
                    <a:pt x="9868" y="1933"/>
                  </a:lnTo>
                  <a:lnTo>
                    <a:pt x="9688" y="2203"/>
                  </a:lnTo>
                  <a:lnTo>
                    <a:pt x="9554" y="2495"/>
                  </a:lnTo>
                  <a:lnTo>
                    <a:pt x="9419" y="2788"/>
                  </a:lnTo>
                  <a:lnTo>
                    <a:pt x="9284" y="3080"/>
                  </a:lnTo>
                  <a:lnTo>
                    <a:pt x="9104" y="3664"/>
                  </a:lnTo>
                  <a:lnTo>
                    <a:pt x="8947" y="4249"/>
                  </a:lnTo>
                  <a:lnTo>
                    <a:pt x="8834" y="4811"/>
                  </a:lnTo>
                  <a:lnTo>
                    <a:pt x="8767" y="5350"/>
                  </a:lnTo>
                  <a:lnTo>
                    <a:pt x="8722" y="5845"/>
                  </a:lnTo>
                  <a:lnTo>
                    <a:pt x="8699" y="6294"/>
                  </a:lnTo>
                  <a:lnTo>
                    <a:pt x="8699" y="6677"/>
                  </a:lnTo>
                  <a:lnTo>
                    <a:pt x="8722" y="7239"/>
                  </a:lnTo>
                  <a:lnTo>
                    <a:pt x="8744" y="7463"/>
                  </a:lnTo>
                  <a:lnTo>
                    <a:pt x="8609" y="7283"/>
                  </a:lnTo>
                  <a:lnTo>
                    <a:pt x="8205" y="6879"/>
                  </a:lnTo>
                  <a:lnTo>
                    <a:pt x="7913" y="6632"/>
                  </a:lnTo>
                  <a:lnTo>
                    <a:pt x="7575" y="6339"/>
                  </a:lnTo>
                  <a:lnTo>
                    <a:pt x="7193" y="6070"/>
                  </a:lnTo>
                  <a:lnTo>
                    <a:pt x="6766" y="5800"/>
                  </a:lnTo>
                  <a:lnTo>
                    <a:pt x="6317" y="5553"/>
                  </a:lnTo>
                  <a:lnTo>
                    <a:pt x="6092" y="5440"/>
                  </a:lnTo>
                  <a:lnTo>
                    <a:pt x="5845" y="5328"/>
                  </a:lnTo>
                  <a:lnTo>
                    <a:pt x="5597" y="5260"/>
                  </a:lnTo>
                  <a:lnTo>
                    <a:pt x="5350" y="5193"/>
                  </a:lnTo>
                  <a:lnTo>
                    <a:pt x="5103" y="5125"/>
                  </a:lnTo>
                  <a:lnTo>
                    <a:pt x="4833" y="5103"/>
                  </a:lnTo>
                  <a:lnTo>
                    <a:pt x="4586" y="5081"/>
                  </a:lnTo>
                  <a:lnTo>
                    <a:pt x="4316" y="5103"/>
                  </a:lnTo>
                  <a:lnTo>
                    <a:pt x="4046" y="5125"/>
                  </a:lnTo>
                  <a:lnTo>
                    <a:pt x="3776" y="5193"/>
                  </a:lnTo>
                  <a:lnTo>
                    <a:pt x="3529" y="5283"/>
                  </a:lnTo>
                  <a:lnTo>
                    <a:pt x="3259" y="5395"/>
                  </a:lnTo>
                  <a:lnTo>
                    <a:pt x="2990" y="5553"/>
                  </a:lnTo>
                  <a:lnTo>
                    <a:pt x="2742" y="5732"/>
                  </a:lnTo>
                  <a:lnTo>
                    <a:pt x="2383" y="6047"/>
                  </a:lnTo>
                  <a:lnTo>
                    <a:pt x="2068" y="6362"/>
                  </a:lnTo>
                  <a:lnTo>
                    <a:pt x="1753" y="6721"/>
                  </a:lnTo>
                  <a:lnTo>
                    <a:pt x="1484" y="7081"/>
                  </a:lnTo>
                  <a:lnTo>
                    <a:pt x="1236" y="7441"/>
                  </a:lnTo>
                  <a:lnTo>
                    <a:pt x="1012" y="7823"/>
                  </a:lnTo>
                  <a:lnTo>
                    <a:pt x="809" y="8183"/>
                  </a:lnTo>
                  <a:lnTo>
                    <a:pt x="629" y="8542"/>
                  </a:lnTo>
                  <a:lnTo>
                    <a:pt x="337" y="9194"/>
                  </a:lnTo>
                  <a:lnTo>
                    <a:pt x="135" y="9711"/>
                  </a:lnTo>
                  <a:lnTo>
                    <a:pt x="0" y="10206"/>
                  </a:lnTo>
                  <a:lnTo>
                    <a:pt x="24637" y="10206"/>
                  </a:lnTo>
                  <a:lnTo>
                    <a:pt x="24570" y="10003"/>
                  </a:lnTo>
                  <a:lnTo>
                    <a:pt x="24345" y="9464"/>
                  </a:lnTo>
                  <a:lnTo>
                    <a:pt x="24187" y="9104"/>
                  </a:lnTo>
                  <a:lnTo>
                    <a:pt x="24008" y="8722"/>
                  </a:lnTo>
                  <a:lnTo>
                    <a:pt x="23783" y="8340"/>
                  </a:lnTo>
                  <a:lnTo>
                    <a:pt x="23558" y="7935"/>
                  </a:lnTo>
                  <a:lnTo>
                    <a:pt x="23288" y="7576"/>
                  </a:lnTo>
                  <a:lnTo>
                    <a:pt x="23019" y="7239"/>
                  </a:lnTo>
                  <a:lnTo>
                    <a:pt x="22884" y="7104"/>
                  </a:lnTo>
                  <a:lnTo>
                    <a:pt x="22726" y="6969"/>
                  </a:lnTo>
                  <a:lnTo>
                    <a:pt x="22591" y="6856"/>
                  </a:lnTo>
                  <a:lnTo>
                    <a:pt x="22434" y="6766"/>
                  </a:lnTo>
                  <a:lnTo>
                    <a:pt x="22277" y="6699"/>
                  </a:lnTo>
                  <a:lnTo>
                    <a:pt x="22119" y="6654"/>
                  </a:lnTo>
                  <a:lnTo>
                    <a:pt x="21940" y="6632"/>
                  </a:lnTo>
                  <a:lnTo>
                    <a:pt x="21782" y="6654"/>
                  </a:lnTo>
                  <a:lnTo>
                    <a:pt x="21625" y="6699"/>
                  </a:lnTo>
                  <a:lnTo>
                    <a:pt x="21445" y="6766"/>
                  </a:lnTo>
                  <a:lnTo>
                    <a:pt x="21288" y="6879"/>
                  </a:lnTo>
                  <a:lnTo>
                    <a:pt x="21108" y="7036"/>
                  </a:lnTo>
                  <a:lnTo>
                    <a:pt x="21040" y="6766"/>
                  </a:lnTo>
                  <a:lnTo>
                    <a:pt x="20838" y="6047"/>
                  </a:lnTo>
                  <a:lnTo>
                    <a:pt x="20681" y="5598"/>
                  </a:lnTo>
                  <a:lnTo>
                    <a:pt x="20501" y="5081"/>
                  </a:lnTo>
                  <a:lnTo>
                    <a:pt x="20276" y="4564"/>
                  </a:lnTo>
                  <a:lnTo>
                    <a:pt x="20051" y="4024"/>
                  </a:lnTo>
                  <a:lnTo>
                    <a:pt x="19782" y="3507"/>
                  </a:lnTo>
                  <a:lnTo>
                    <a:pt x="19467" y="3012"/>
                  </a:lnTo>
                  <a:lnTo>
                    <a:pt x="19309" y="2788"/>
                  </a:lnTo>
                  <a:lnTo>
                    <a:pt x="19152" y="2585"/>
                  </a:lnTo>
                  <a:lnTo>
                    <a:pt x="18972" y="2406"/>
                  </a:lnTo>
                  <a:lnTo>
                    <a:pt x="18792" y="2248"/>
                  </a:lnTo>
                  <a:lnTo>
                    <a:pt x="18613" y="2113"/>
                  </a:lnTo>
                  <a:lnTo>
                    <a:pt x="18433" y="2001"/>
                  </a:lnTo>
                  <a:lnTo>
                    <a:pt x="18230" y="1911"/>
                  </a:lnTo>
                  <a:lnTo>
                    <a:pt x="18028" y="1866"/>
                  </a:lnTo>
                  <a:lnTo>
                    <a:pt x="17826" y="1844"/>
                  </a:lnTo>
                  <a:lnTo>
                    <a:pt x="17601" y="1866"/>
                  </a:lnTo>
                  <a:lnTo>
                    <a:pt x="17399" y="1933"/>
                  </a:lnTo>
                  <a:lnTo>
                    <a:pt x="17174" y="2046"/>
                  </a:lnTo>
                  <a:lnTo>
                    <a:pt x="16949" y="2181"/>
                  </a:lnTo>
                  <a:lnTo>
                    <a:pt x="16747" y="2316"/>
                  </a:lnTo>
                  <a:lnTo>
                    <a:pt x="16365" y="2630"/>
                  </a:lnTo>
                  <a:lnTo>
                    <a:pt x="16028" y="2967"/>
                  </a:lnTo>
                  <a:lnTo>
                    <a:pt x="15735" y="3305"/>
                  </a:lnTo>
                  <a:lnTo>
                    <a:pt x="15488" y="3664"/>
                  </a:lnTo>
                  <a:lnTo>
                    <a:pt x="15263" y="4024"/>
                  </a:lnTo>
                  <a:lnTo>
                    <a:pt x="15083" y="4406"/>
                  </a:lnTo>
                  <a:lnTo>
                    <a:pt x="14926" y="4743"/>
                  </a:lnTo>
                  <a:lnTo>
                    <a:pt x="14814" y="5081"/>
                  </a:lnTo>
                  <a:lnTo>
                    <a:pt x="14701" y="5395"/>
                  </a:lnTo>
                  <a:lnTo>
                    <a:pt x="14589" y="5935"/>
                  </a:lnTo>
                  <a:lnTo>
                    <a:pt x="14521" y="6294"/>
                  </a:lnTo>
                  <a:lnTo>
                    <a:pt x="14499" y="6429"/>
                  </a:lnTo>
                  <a:lnTo>
                    <a:pt x="14499" y="6070"/>
                  </a:lnTo>
                  <a:lnTo>
                    <a:pt x="14432" y="5170"/>
                  </a:lnTo>
                  <a:lnTo>
                    <a:pt x="14364" y="4564"/>
                  </a:lnTo>
                  <a:lnTo>
                    <a:pt x="14297" y="3912"/>
                  </a:lnTo>
                  <a:lnTo>
                    <a:pt x="14184" y="3237"/>
                  </a:lnTo>
                  <a:lnTo>
                    <a:pt x="14027" y="2540"/>
                  </a:lnTo>
                  <a:lnTo>
                    <a:pt x="13847" y="1888"/>
                  </a:lnTo>
                  <a:lnTo>
                    <a:pt x="13757" y="1596"/>
                  </a:lnTo>
                  <a:lnTo>
                    <a:pt x="13622" y="1304"/>
                  </a:lnTo>
                  <a:lnTo>
                    <a:pt x="13510" y="1034"/>
                  </a:lnTo>
                  <a:lnTo>
                    <a:pt x="13375" y="787"/>
                  </a:lnTo>
                  <a:lnTo>
                    <a:pt x="13218" y="562"/>
                  </a:lnTo>
                  <a:lnTo>
                    <a:pt x="13060" y="382"/>
                  </a:lnTo>
                  <a:lnTo>
                    <a:pt x="12880" y="225"/>
                  </a:lnTo>
                  <a:lnTo>
                    <a:pt x="12701" y="113"/>
                  </a:lnTo>
                  <a:lnTo>
                    <a:pt x="12476" y="45"/>
                  </a:lnTo>
                  <a:lnTo>
                    <a:pt x="1227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15"/>
            <p:cNvSpPr/>
            <p:nvPr/>
          </p:nvSpPr>
          <p:spPr>
            <a:xfrm>
              <a:off x="4132550" y="455025"/>
              <a:ext cx="1414525" cy="585625"/>
            </a:xfrm>
            <a:custGeom>
              <a:avLst/>
              <a:gdLst/>
              <a:ahLst/>
              <a:cxnLst/>
              <a:rect l="l" t="t" r="r" b="b"/>
              <a:pathLst>
                <a:path w="56581" h="23425" extrusionOk="0">
                  <a:moveTo>
                    <a:pt x="28189" y="1"/>
                  </a:moveTo>
                  <a:lnTo>
                    <a:pt x="27919" y="23"/>
                  </a:lnTo>
                  <a:lnTo>
                    <a:pt x="27650" y="46"/>
                  </a:lnTo>
                  <a:lnTo>
                    <a:pt x="27357" y="113"/>
                  </a:lnTo>
                  <a:lnTo>
                    <a:pt x="27088" y="226"/>
                  </a:lnTo>
                  <a:lnTo>
                    <a:pt x="26773" y="338"/>
                  </a:lnTo>
                  <a:lnTo>
                    <a:pt x="26458" y="518"/>
                  </a:lnTo>
                  <a:lnTo>
                    <a:pt x="26144" y="698"/>
                  </a:lnTo>
                  <a:lnTo>
                    <a:pt x="25829" y="945"/>
                  </a:lnTo>
                  <a:lnTo>
                    <a:pt x="25492" y="1192"/>
                  </a:lnTo>
                  <a:lnTo>
                    <a:pt x="25177" y="1462"/>
                  </a:lnTo>
                  <a:lnTo>
                    <a:pt x="24592" y="2002"/>
                  </a:lnTo>
                  <a:lnTo>
                    <a:pt x="24031" y="2564"/>
                  </a:lnTo>
                  <a:lnTo>
                    <a:pt x="23536" y="3170"/>
                  </a:lnTo>
                  <a:lnTo>
                    <a:pt x="23086" y="3777"/>
                  </a:lnTo>
                  <a:lnTo>
                    <a:pt x="22659" y="4407"/>
                  </a:lnTo>
                  <a:lnTo>
                    <a:pt x="22277" y="5059"/>
                  </a:lnTo>
                  <a:lnTo>
                    <a:pt x="21940" y="5711"/>
                  </a:lnTo>
                  <a:lnTo>
                    <a:pt x="21625" y="6385"/>
                  </a:lnTo>
                  <a:lnTo>
                    <a:pt x="21356" y="7059"/>
                  </a:lnTo>
                  <a:lnTo>
                    <a:pt x="21108" y="7734"/>
                  </a:lnTo>
                  <a:lnTo>
                    <a:pt x="20883" y="8386"/>
                  </a:lnTo>
                  <a:lnTo>
                    <a:pt x="20704" y="9060"/>
                  </a:lnTo>
                  <a:lnTo>
                    <a:pt x="20546" y="9734"/>
                  </a:lnTo>
                  <a:lnTo>
                    <a:pt x="20411" y="10386"/>
                  </a:lnTo>
                  <a:lnTo>
                    <a:pt x="20299" y="11016"/>
                  </a:lnTo>
                  <a:lnTo>
                    <a:pt x="20209" y="11645"/>
                  </a:lnTo>
                  <a:lnTo>
                    <a:pt x="20142" y="12252"/>
                  </a:lnTo>
                  <a:lnTo>
                    <a:pt x="20074" y="12836"/>
                  </a:lnTo>
                  <a:lnTo>
                    <a:pt x="20052" y="13398"/>
                  </a:lnTo>
                  <a:lnTo>
                    <a:pt x="20007" y="14432"/>
                  </a:lnTo>
                  <a:lnTo>
                    <a:pt x="20007" y="15332"/>
                  </a:lnTo>
                  <a:lnTo>
                    <a:pt x="20029" y="16073"/>
                  </a:lnTo>
                  <a:lnTo>
                    <a:pt x="20052" y="16635"/>
                  </a:lnTo>
                  <a:lnTo>
                    <a:pt x="20097" y="17108"/>
                  </a:lnTo>
                  <a:lnTo>
                    <a:pt x="19760" y="16748"/>
                  </a:lnTo>
                  <a:lnTo>
                    <a:pt x="19377" y="16321"/>
                  </a:lnTo>
                  <a:lnTo>
                    <a:pt x="18838" y="15804"/>
                  </a:lnTo>
                  <a:lnTo>
                    <a:pt x="18163" y="15197"/>
                  </a:lnTo>
                  <a:lnTo>
                    <a:pt x="17399" y="14567"/>
                  </a:lnTo>
                  <a:lnTo>
                    <a:pt x="16972" y="14230"/>
                  </a:lnTo>
                  <a:lnTo>
                    <a:pt x="16523" y="13915"/>
                  </a:lnTo>
                  <a:lnTo>
                    <a:pt x="16050" y="13601"/>
                  </a:lnTo>
                  <a:lnTo>
                    <a:pt x="15578" y="13286"/>
                  </a:lnTo>
                  <a:lnTo>
                    <a:pt x="15061" y="12994"/>
                  </a:lnTo>
                  <a:lnTo>
                    <a:pt x="14544" y="12724"/>
                  </a:lnTo>
                  <a:lnTo>
                    <a:pt x="14005" y="12477"/>
                  </a:lnTo>
                  <a:lnTo>
                    <a:pt x="13443" y="12252"/>
                  </a:lnTo>
                  <a:lnTo>
                    <a:pt x="12881" y="12050"/>
                  </a:lnTo>
                  <a:lnTo>
                    <a:pt x="12296" y="11892"/>
                  </a:lnTo>
                  <a:lnTo>
                    <a:pt x="11712" y="11780"/>
                  </a:lnTo>
                  <a:lnTo>
                    <a:pt x="11128" y="11713"/>
                  </a:lnTo>
                  <a:lnTo>
                    <a:pt x="10521" y="11668"/>
                  </a:lnTo>
                  <a:lnTo>
                    <a:pt x="10228" y="11690"/>
                  </a:lnTo>
                  <a:lnTo>
                    <a:pt x="9914" y="11690"/>
                  </a:lnTo>
                  <a:lnTo>
                    <a:pt x="9621" y="11735"/>
                  </a:lnTo>
                  <a:lnTo>
                    <a:pt x="9307" y="11780"/>
                  </a:lnTo>
                  <a:lnTo>
                    <a:pt x="9015" y="11847"/>
                  </a:lnTo>
                  <a:lnTo>
                    <a:pt x="8700" y="11915"/>
                  </a:lnTo>
                  <a:lnTo>
                    <a:pt x="8408" y="12005"/>
                  </a:lnTo>
                  <a:lnTo>
                    <a:pt x="8093" y="12117"/>
                  </a:lnTo>
                  <a:lnTo>
                    <a:pt x="7801" y="12252"/>
                  </a:lnTo>
                  <a:lnTo>
                    <a:pt x="7486" y="12387"/>
                  </a:lnTo>
                  <a:lnTo>
                    <a:pt x="7194" y="12567"/>
                  </a:lnTo>
                  <a:lnTo>
                    <a:pt x="6902" y="12747"/>
                  </a:lnTo>
                  <a:lnTo>
                    <a:pt x="6587" y="12949"/>
                  </a:lnTo>
                  <a:lnTo>
                    <a:pt x="6295" y="13174"/>
                  </a:lnTo>
                  <a:lnTo>
                    <a:pt x="5890" y="13511"/>
                  </a:lnTo>
                  <a:lnTo>
                    <a:pt x="5485" y="13848"/>
                  </a:lnTo>
                  <a:lnTo>
                    <a:pt x="5103" y="14230"/>
                  </a:lnTo>
                  <a:lnTo>
                    <a:pt x="4744" y="14612"/>
                  </a:lnTo>
                  <a:lnTo>
                    <a:pt x="4384" y="15017"/>
                  </a:lnTo>
                  <a:lnTo>
                    <a:pt x="4047" y="15422"/>
                  </a:lnTo>
                  <a:lnTo>
                    <a:pt x="3732" y="15826"/>
                  </a:lnTo>
                  <a:lnTo>
                    <a:pt x="3417" y="16253"/>
                  </a:lnTo>
                  <a:lnTo>
                    <a:pt x="3125" y="16680"/>
                  </a:lnTo>
                  <a:lnTo>
                    <a:pt x="2855" y="17085"/>
                  </a:lnTo>
                  <a:lnTo>
                    <a:pt x="2338" y="17939"/>
                  </a:lnTo>
                  <a:lnTo>
                    <a:pt x="1866" y="18793"/>
                  </a:lnTo>
                  <a:lnTo>
                    <a:pt x="1462" y="19603"/>
                  </a:lnTo>
                  <a:lnTo>
                    <a:pt x="1102" y="20389"/>
                  </a:lnTo>
                  <a:lnTo>
                    <a:pt x="810" y="21109"/>
                  </a:lnTo>
                  <a:lnTo>
                    <a:pt x="540" y="21738"/>
                  </a:lnTo>
                  <a:lnTo>
                    <a:pt x="338" y="22300"/>
                  </a:lnTo>
                  <a:lnTo>
                    <a:pt x="68" y="23132"/>
                  </a:lnTo>
                  <a:lnTo>
                    <a:pt x="0" y="23424"/>
                  </a:lnTo>
                  <a:lnTo>
                    <a:pt x="56580" y="23424"/>
                  </a:lnTo>
                  <a:lnTo>
                    <a:pt x="56400" y="22930"/>
                  </a:lnTo>
                  <a:lnTo>
                    <a:pt x="56198" y="22390"/>
                  </a:lnTo>
                  <a:lnTo>
                    <a:pt x="55906" y="21693"/>
                  </a:lnTo>
                  <a:lnTo>
                    <a:pt x="55546" y="20884"/>
                  </a:lnTo>
                  <a:lnTo>
                    <a:pt x="55119" y="20030"/>
                  </a:lnTo>
                  <a:lnTo>
                    <a:pt x="54624" y="19108"/>
                  </a:lnTo>
                  <a:lnTo>
                    <a:pt x="54377" y="18659"/>
                  </a:lnTo>
                  <a:lnTo>
                    <a:pt x="54085" y="18209"/>
                  </a:lnTo>
                  <a:lnTo>
                    <a:pt x="53815" y="17782"/>
                  </a:lnTo>
                  <a:lnTo>
                    <a:pt x="53500" y="17377"/>
                  </a:lnTo>
                  <a:lnTo>
                    <a:pt x="53208" y="16973"/>
                  </a:lnTo>
                  <a:lnTo>
                    <a:pt x="52871" y="16613"/>
                  </a:lnTo>
                  <a:lnTo>
                    <a:pt x="52556" y="16276"/>
                  </a:lnTo>
                  <a:lnTo>
                    <a:pt x="52219" y="15984"/>
                  </a:lnTo>
                  <a:lnTo>
                    <a:pt x="51860" y="15736"/>
                  </a:lnTo>
                  <a:lnTo>
                    <a:pt x="51500" y="15511"/>
                  </a:lnTo>
                  <a:lnTo>
                    <a:pt x="51140" y="15354"/>
                  </a:lnTo>
                  <a:lnTo>
                    <a:pt x="50960" y="15309"/>
                  </a:lnTo>
                  <a:lnTo>
                    <a:pt x="50781" y="15264"/>
                  </a:lnTo>
                  <a:lnTo>
                    <a:pt x="50601" y="15242"/>
                  </a:lnTo>
                  <a:lnTo>
                    <a:pt x="50421" y="15219"/>
                  </a:lnTo>
                  <a:lnTo>
                    <a:pt x="50219" y="15219"/>
                  </a:lnTo>
                  <a:lnTo>
                    <a:pt x="50039" y="15242"/>
                  </a:lnTo>
                  <a:lnTo>
                    <a:pt x="49836" y="15287"/>
                  </a:lnTo>
                  <a:lnTo>
                    <a:pt x="49657" y="15354"/>
                  </a:lnTo>
                  <a:lnTo>
                    <a:pt x="49454" y="15422"/>
                  </a:lnTo>
                  <a:lnTo>
                    <a:pt x="49274" y="15534"/>
                  </a:lnTo>
                  <a:lnTo>
                    <a:pt x="49072" y="15646"/>
                  </a:lnTo>
                  <a:lnTo>
                    <a:pt x="48892" y="15781"/>
                  </a:lnTo>
                  <a:lnTo>
                    <a:pt x="48690" y="15939"/>
                  </a:lnTo>
                  <a:lnTo>
                    <a:pt x="48510" y="16118"/>
                  </a:lnTo>
                  <a:lnTo>
                    <a:pt x="48330" y="15511"/>
                  </a:lnTo>
                  <a:lnTo>
                    <a:pt x="48128" y="14792"/>
                  </a:lnTo>
                  <a:lnTo>
                    <a:pt x="47858" y="13893"/>
                  </a:lnTo>
                  <a:lnTo>
                    <a:pt x="47499" y="12836"/>
                  </a:lnTo>
                  <a:lnTo>
                    <a:pt x="47094" y="11668"/>
                  </a:lnTo>
                  <a:lnTo>
                    <a:pt x="46599" y="10454"/>
                  </a:lnTo>
                  <a:lnTo>
                    <a:pt x="46330" y="9847"/>
                  </a:lnTo>
                  <a:lnTo>
                    <a:pt x="46037" y="9217"/>
                  </a:lnTo>
                  <a:lnTo>
                    <a:pt x="45723" y="8610"/>
                  </a:lnTo>
                  <a:lnTo>
                    <a:pt x="45408" y="8026"/>
                  </a:lnTo>
                  <a:lnTo>
                    <a:pt x="45071" y="7464"/>
                  </a:lnTo>
                  <a:lnTo>
                    <a:pt x="44734" y="6924"/>
                  </a:lnTo>
                  <a:lnTo>
                    <a:pt x="44352" y="6407"/>
                  </a:lnTo>
                  <a:lnTo>
                    <a:pt x="43969" y="5935"/>
                  </a:lnTo>
                  <a:lnTo>
                    <a:pt x="43587" y="5508"/>
                  </a:lnTo>
                  <a:lnTo>
                    <a:pt x="43183" y="5149"/>
                  </a:lnTo>
                  <a:lnTo>
                    <a:pt x="42958" y="4969"/>
                  </a:lnTo>
                  <a:lnTo>
                    <a:pt x="42756" y="4834"/>
                  </a:lnTo>
                  <a:lnTo>
                    <a:pt x="42531" y="4699"/>
                  </a:lnTo>
                  <a:lnTo>
                    <a:pt x="42306" y="4564"/>
                  </a:lnTo>
                  <a:lnTo>
                    <a:pt x="42104" y="4474"/>
                  </a:lnTo>
                  <a:lnTo>
                    <a:pt x="41856" y="4384"/>
                  </a:lnTo>
                  <a:lnTo>
                    <a:pt x="41632" y="4317"/>
                  </a:lnTo>
                  <a:lnTo>
                    <a:pt x="41407" y="4272"/>
                  </a:lnTo>
                  <a:lnTo>
                    <a:pt x="41160" y="4249"/>
                  </a:lnTo>
                  <a:lnTo>
                    <a:pt x="40687" y="4249"/>
                  </a:lnTo>
                  <a:lnTo>
                    <a:pt x="40440" y="4294"/>
                  </a:lnTo>
                  <a:lnTo>
                    <a:pt x="40193" y="4362"/>
                  </a:lnTo>
                  <a:lnTo>
                    <a:pt x="39946" y="4452"/>
                  </a:lnTo>
                  <a:lnTo>
                    <a:pt x="39676" y="4542"/>
                  </a:lnTo>
                  <a:lnTo>
                    <a:pt x="39429" y="4677"/>
                  </a:lnTo>
                  <a:lnTo>
                    <a:pt x="38934" y="4991"/>
                  </a:lnTo>
                  <a:lnTo>
                    <a:pt x="38440" y="5328"/>
                  </a:lnTo>
                  <a:lnTo>
                    <a:pt x="38012" y="5666"/>
                  </a:lnTo>
                  <a:lnTo>
                    <a:pt x="37585" y="6025"/>
                  </a:lnTo>
                  <a:lnTo>
                    <a:pt x="37181" y="6407"/>
                  </a:lnTo>
                  <a:lnTo>
                    <a:pt x="36821" y="6790"/>
                  </a:lnTo>
                  <a:lnTo>
                    <a:pt x="36461" y="7194"/>
                  </a:lnTo>
                  <a:lnTo>
                    <a:pt x="36147" y="7599"/>
                  </a:lnTo>
                  <a:lnTo>
                    <a:pt x="35854" y="8003"/>
                  </a:lnTo>
                  <a:lnTo>
                    <a:pt x="35562" y="8408"/>
                  </a:lnTo>
                  <a:lnTo>
                    <a:pt x="35315" y="8835"/>
                  </a:lnTo>
                  <a:lnTo>
                    <a:pt x="35068" y="9262"/>
                  </a:lnTo>
                  <a:lnTo>
                    <a:pt x="34843" y="9667"/>
                  </a:lnTo>
                  <a:lnTo>
                    <a:pt x="34641" y="10094"/>
                  </a:lnTo>
                  <a:lnTo>
                    <a:pt x="34303" y="10903"/>
                  </a:lnTo>
                  <a:lnTo>
                    <a:pt x="34011" y="11668"/>
                  </a:lnTo>
                  <a:lnTo>
                    <a:pt x="33786" y="12387"/>
                  </a:lnTo>
                  <a:lnTo>
                    <a:pt x="33629" y="13039"/>
                  </a:lnTo>
                  <a:lnTo>
                    <a:pt x="33494" y="13623"/>
                  </a:lnTo>
                  <a:lnTo>
                    <a:pt x="33404" y="14095"/>
                  </a:lnTo>
                  <a:lnTo>
                    <a:pt x="33359" y="14432"/>
                  </a:lnTo>
                  <a:lnTo>
                    <a:pt x="33314" y="14747"/>
                  </a:lnTo>
                  <a:lnTo>
                    <a:pt x="33292" y="13938"/>
                  </a:lnTo>
                  <a:lnTo>
                    <a:pt x="33224" y="13016"/>
                  </a:lnTo>
                  <a:lnTo>
                    <a:pt x="33135" y="11847"/>
                  </a:lnTo>
                  <a:lnTo>
                    <a:pt x="33000" y="10476"/>
                  </a:lnTo>
                  <a:lnTo>
                    <a:pt x="32820" y="8970"/>
                  </a:lnTo>
                  <a:lnTo>
                    <a:pt x="32707" y="8206"/>
                  </a:lnTo>
                  <a:lnTo>
                    <a:pt x="32550" y="7419"/>
                  </a:lnTo>
                  <a:lnTo>
                    <a:pt x="32415" y="6632"/>
                  </a:lnTo>
                  <a:lnTo>
                    <a:pt x="32235" y="5845"/>
                  </a:lnTo>
                  <a:lnTo>
                    <a:pt x="32033" y="5081"/>
                  </a:lnTo>
                  <a:lnTo>
                    <a:pt x="31808" y="4339"/>
                  </a:lnTo>
                  <a:lnTo>
                    <a:pt x="31583" y="3643"/>
                  </a:lnTo>
                  <a:lnTo>
                    <a:pt x="31314" y="2968"/>
                  </a:lnTo>
                  <a:lnTo>
                    <a:pt x="31021" y="2339"/>
                  </a:lnTo>
                  <a:lnTo>
                    <a:pt x="30707" y="1777"/>
                  </a:lnTo>
                  <a:lnTo>
                    <a:pt x="30527" y="1530"/>
                  </a:lnTo>
                  <a:lnTo>
                    <a:pt x="30370" y="1282"/>
                  </a:lnTo>
                  <a:lnTo>
                    <a:pt x="30190" y="1057"/>
                  </a:lnTo>
                  <a:lnTo>
                    <a:pt x="29987" y="855"/>
                  </a:lnTo>
                  <a:lnTo>
                    <a:pt x="29785" y="675"/>
                  </a:lnTo>
                  <a:lnTo>
                    <a:pt x="29583" y="495"/>
                  </a:lnTo>
                  <a:lnTo>
                    <a:pt x="29381" y="361"/>
                  </a:lnTo>
                  <a:lnTo>
                    <a:pt x="29156" y="226"/>
                  </a:lnTo>
                  <a:lnTo>
                    <a:pt x="28931" y="136"/>
                  </a:lnTo>
                  <a:lnTo>
                    <a:pt x="28684" y="68"/>
                  </a:lnTo>
                  <a:lnTo>
                    <a:pt x="28436" y="23"/>
                  </a:lnTo>
                  <a:lnTo>
                    <a:pt x="281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15"/>
            <p:cNvSpPr/>
            <p:nvPr/>
          </p:nvSpPr>
          <p:spPr>
            <a:xfrm>
              <a:off x="2436500" y="800650"/>
              <a:ext cx="1158825" cy="479400"/>
            </a:xfrm>
            <a:custGeom>
              <a:avLst/>
              <a:gdLst/>
              <a:ahLst/>
              <a:cxnLst/>
              <a:rect l="l" t="t" r="r" b="b"/>
              <a:pathLst>
                <a:path w="46353" h="19176" extrusionOk="0">
                  <a:moveTo>
                    <a:pt x="23109" y="1"/>
                  </a:moveTo>
                  <a:lnTo>
                    <a:pt x="22884" y="23"/>
                  </a:lnTo>
                  <a:lnTo>
                    <a:pt x="22660" y="46"/>
                  </a:lnTo>
                  <a:lnTo>
                    <a:pt x="22435" y="90"/>
                  </a:lnTo>
                  <a:lnTo>
                    <a:pt x="22188" y="180"/>
                  </a:lnTo>
                  <a:lnTo>
                    <a:pt x="21940" y="293"/>
                  </a:lnTo>
                  <a:lnTo>
                    <a:pt x="21693" y="428"/>
                  </a:lnTo>
                  <a:lnTo>
                    <a:pt x="21423" y="585"/>
                  </a:lnTo>
                  <a:lnTo>
                    <a:pt x="21176" y="765"/>
                  </a:lnTo>
                  <a:lnTo>
                    <a:pt x="20637" y="1192"/>
                  </a:lnTo>
                  <a:lnTo>
                    <a:pt x="20164" y="1642"/>
                  </a:lnTo>
                  <a:lnTo>
                    <a:pt x="19715" y="2114"/>
                  </a:lnTo>
                  <a:lnTo>
                    <a:pt x="19288" y="2586"/>
                  </a:lnTo>
                  <a:lnTo>
                    <a:pt x="18928" y="3103"/>
                  </a:lnTo>
                  <a:lnTo>
                    <a:pt x="18568" y="3620"/>
                  </a:lnTo>
                  <a:lnTo>
                    <a:pt x="18254" y="4137"/>
                  </a:lnTo>
                  <a:lnTo>
                    <a:pt x="17984" y="4676"/>
                  </a:lnTo>
                  <a:lnTo>
                    <a:pt x="17737" y="5216"/>
                  </a:lnTo>
                  <a:lnTo>
                    <a:pt x="17512" y="5778"/>
                  </a:lnTo>
                  <a:lnTo>
                    <a:pt x="17310" y="6317"/>
                  </a:lnTo>
                  <a:lnTo>
                    <a:pt x="17130" y="6879"/>
                  </a:lnTo>
                  <a:lnTo>
                    <a:pt x="16972" y="7419"/>
                  </a:lnTo>
                  <a:lnTo>
                    <a:pt x="16838" y="7981"/>
                  </a:lnTo>
                  <a:lnTo>
                    <a:pt x="16725" y="8498"/>
                  </a:lnTo>
                  <a:lnTo>
                    <a:pt x="16635" y="9037"/>
                  </a:lnTo>
                  <a:lnTo>
                    <a:pt x="16568" y="9532"/>
                  </a:lnTo>
                  <a:lnTo>
                    <a:pt x="16500" y="10049"/>
                  </a:lnTo>
                  <a:lnTo>
                    <a:pt x="16433" y="10970"/>
                  </a:lnTo>
                  <a:lnTo>
                    <a:pt x="16388" y="11825"/>
                  </a:lnTo>
                  <a:lnTo>
                    <a:pt x="16388" y="12566"/>
                  </a:lnTo>
                  <a:lnTo>
                    <a:pt x="16410" y="13173"/>
                  </a:lnTo>
                  <a:lnTo>
                    <a:pt x="16455" y="13623"/>
                  </a:lnTo>
                  <a:lnTo>
                    <a:pt x="16478" y="14005"/>
                  </a:lnTo>
                  <a:lnTo>
                    <a:pt x="16208" y="13713"/>
                  </a:lnTo>
                  <a:lnTo>
                    <a:pt x="15871" y="13376"/>
                  </a:lnTo>
                  <a:lnTo>
                    <a:pt x="15444" y="12949"/>
                  </a:lnTo>
                  <a:lnTo>
                    <a:pt x="14904" y="12454"/>
                  </a:lnTo>
                  <a:lnTo>
                    <a:pt x="14275" y="11937"/>
                  </a:lnTo>
                  <a:lnTo>
                    <a:pt x="13556" y="11397"/>
                  </a:lnTo>
                  <a:lnTo>
                    <a:pt x="13174" y="11128"/>
                  </a:lnTo>
                  <a:lnTo>
                    <a:pt x="12769" y="10880"/>
                  </a:lnTo>
                  <a:lnTo>
                    <a:pt x="12342" y="10656"/>
                  </a:lnTo>
                  <a:lnTo>
                    <a:pt x="11915" y="10431"/>
                  </a:lnTo>
                  <a:lnTo>
                    <a:pt x="11488" y="10206"/>
                  </a:lnTo>
                  <a:lnTo>
                    <a:pt x="11016" y="10026"/>
                  </a:lnTo>
                  <a:lnTo>
                    <a:pt x="10566" y="9869"/>
                  </a:lnTo>
                  <a:lnTo>
                    <a:pt x="10094" y="9756"/>
                  </a:lnTo>
                  <a:lnTo>
                    <a:pt x="9599" y="9644"/>
                  </a:lnTo>
                  <a:lnTo>
                    <a:pt x="9127" y="9577"/>
                  </a:lnTo>
                  <a:lnTo>
                    <a:pt x="8633" y="9554"/>
                  </a:lnTo>
                  <a:lnTo>
                    <a:pt x="8138" y="9577"/>
                  </a:lnTo>
                  <a:lnTo>
                    <a:pt x="7644" y="9644"/>
                  </a:lnTo>
                  <a:lnTo>
                    <a:pt x="7149" y="9756"/>
                  </a:lnTo>
                  <a:lnTo>
                    <a:pt x="6655" y="9936"/>
                  </a:lnTo>
                  <a:lnTo>
                    <a:pt x="6407" y="10026"/>
                  </a:lnTo>
                  <a:lnTo>
                    <a:pt x="6160" y="10161"/>
                  </a:lnTo>
                  <a:lnTo>
                    <a:pt x="5913" y="10296"/>
                  </a:lnTo>
                  <a:lnTo>
                    <a:pt x="5666" y="10431"/>
                  </a:lnTo>
                  <a:lnTo>
                    <a:pt x="5418" y="10611"/>
                  </a:lnTo>
                  <a:lnTo>
                    <a:pt x="5171" y="10791"/>
                  </a:lnTo>
                  <a:lnTo>
                    <a:pt x="4834" y="11060"/>
                  </a:lnTo>
                  <a:lnTo>
                    <a:pt x="4519" y="11352"/>
                  </a:lnTo>
                  <a:lnTo>
                    <a:pt x="4204" y="11645"/>
                  </a:lnTo>
                  <a:lnTo>
                    <a:pt x="3912" y="11959"/>
                  </a:lnTo>
                  <a:lnTo>
                    <a:pt x="3620" y="12297"/>
                  </a:lnTo>
                  <a:lnTo>
                    <a:pt x="3328" y="12634"/>
                  </a:lnTo>
                  <a:lnTo>
                    <a:pt x="2811" y="13308"/>
                  </a:lnTo>
                  <a:lnTo>
                    <a:pt x="2361" y="14005"/>
                  </a:lnTo>
                  <a:lnTo>
                    <a:pt x="1934" y="14702"/>
                  </a:lnTo>
                  <a:lnTo>
                    <a:pt x="1552" y="15399"/>
                  </a:lnTo>
                  <a:lnTo>
                    <a:pt x="1215" y="16051"/>
                  </a:lnTo>
                  <a:lnTo>
                    <a:pt x="922" y="16703"/>
                  </a:lnTo>
                  <a:lnTo>
                    <a:pt x="675" y="17287"/>
                  </a:lnTo>
                  <a:lnTo>
                    <a:pt x="473" y="17804"/>
                  </a:lnTo>
                  <a:lnTo>
                    <a:pt x="293" y="18276"/>
                  </a:lnTo>
                  <a:lnTo>
                    <a:pt x="91" y="18950"/>
                  </a:lnTo>
                  <a:lnTo>
                    <a:pt x="1" y="19175"/>
                  </a:lnTo>
                  <a:lnTo>
                    <a:pt x="46353" y="19175"/>
                  </a:lnTo>
                  <a:lnTo>
                    <a:pt x="46218" y="18793"/>
                  </a:lnTo>
                  <a:lnTo>
                    <a:pt x="46038" y="18343"/>
                  </a:lnTo>
                  <a:lnTo>
                    <a:pt x="45813" y="17782"/>
                  </a:lnTo>
                  <a:lnTo>
                    <a:pt x="45498" y="17107"/>
                  </a:lnTo>
                  <a:lnTo>
                    <a:pt x="45161" y="16388"/>
                  </a:lnTo>
                  <a:lnTo>
                    <a:pt x="44757" y="15668"/>
                  </a:lnTo>
                  <a:lnTo>
                    <a:pt x="44329" y="14927"/>
                  </a:lnTo>
                  <a:lnTo>
                    <a:pt x="44082" y="14567"/>
                  </a:lnTo>
                  <a:lnTo>
                    <a:pt x="43835" y="14230"/>
                  </a:lnTo>
                  <a:lnTo>
                    <a:pt x="43588" y="13915"/>
                  </a:lnTo>
                  <a:lnTo>
                    <a:pt x="43318" y="13600"/>
                  </a:lnTo>
                  <a:lnTo>
                    <a:pt x="43048" y="13331"/>
                  </a:lnTo>
                  <a:lnTo>
                    <a:pt x="42778" y="13083"/>
                  </a:lnTo>
                  <a:lnTo>
                    <a:pt x="42486" y="12881"/>
                  </a:lnTo>
                  <a:lnTo>
                    <a:pt x="42194" y="12701"/>
                  </a:lnTo>
                  <a:lnTo>
                    <a:pt x="41902" y="12589"/>
                  </a:lnTo>
                  <a:lnTo>
                    <a:pt x="41609" y="12499"/>
                  </a:lnTo>
                  <a:lnTo>
                    <a:pt x="41295" y="12476"/>
                  </a:lnTo>
                  <a:lnTo>
                    <a:pt x="41160" y="12476"/>
                  </a:lnTo>
                  <a:lnTo>
                    <a:pt x="41003" y="12499"/>
                  </a:lnTo>
                  <a:lnTo>
                    <a:pt x="40845" y="12521"/>
                  </a:lnTo>
                  <a:lnTo>
                    <a:pt x="40688" y="12566"/>
                  </a:lnTo>
                  <a:lnTo>
                    <a:pt x="40530" y="12634"/>
                  </a:lnTo>
                  <a:lnTo>
                    <a:pt x="40373" y="12724"/>
                  </a:lnTo>
                  <a:lnTo>
                    <a:pt x="40216" y="12814"/>
                  </a:lnTo>
                  <a:lnTo>
                    <a:pt x="40058" y="12926"/>
                  </a:lnTo>
                  <a:lnTo>
                    <a:pt x="39901" y="13061"/>
                  </a:lnTo>
                  <a:lnTo>
                    <a:pt x="39744" y="13218"/>
                  </a:lnTo>
                  <a:lnTo>
                    <a:pt x="39609" y="12701"/>
                  </a:lnTo>
                  <a:lnTo>
                    <a:pt x="39451" y="12117"/>
                  </a:lnTo>
                  <a:lnTo>
                    <a:pt x="39204" y="11375"/>
                  </a:lnTo>
                  <a:lnTo>
                    <a:pt x="38934" y="10521"/>
                  </a:lnTo>
                  <a:lnTo>
                    <a:pt x="38575" y="9554"/>
                  </a:lnTo>
                  <a:lnTo>
                    <a:pt x="38170" y="8565"/>
                  </a:lnTo>
                  <a:lnTo>
                    <a:pt x="37945" y="8048"/>
                  </a:lnTo>
                  <a:lnTo>
                    <a:pt x="37721" y="7554"/>
                  </a:lnTo>
                  <a:lnTo>
                    <a:pt x="37473" y="7059"/>
                  </a:lnTo>
                  <a:lnTo>
                    <a:pt x="37204" y="6587"/>
                  </a:lnTo>
                  <a:lnTo>
                    <a:pt x="36934" y="6115"/>
                  </a:lnTo>
                  <a:lnTo>
                    <a:pt x="36642" y="5665"/>
                  </a:lnTo>
                  <a:lnTo>
                    <a:pt x="36349" y="5261"/>
                  </a:lnTo>
                  <a:lnTo>
                    <a:pt x="36035" y="4879"/>
                  </a:lnTo>
                  <a:lnTo>
                    <a:pt x="35720" y="4519"/>
                  </a:lnTo>
                  <a:lnTo>
                    <a:pt x="35383" y="4204"/>
                  </a:lnTo>
                  <a:lnTo>
                    <a:pt x="35023" y="3957"/>
                  </a:lnTo>
                  <a:lnTo>
                    <a:pt x="34663" y="3755"/>
                  </a:lnTo>
                  <a:lnTo>
                    <a:pt x="34484" y="3665"/>
                  </a:lnTo>
                  <a:lnTo>
                    <a:pt x="34304" y="3597"/>
                  </a:lnTo>
                  <a:lnTo>
                    <a:pt x="34124" y="3530"/>
                  </a:lnTo>
                  <a:lnTo>
                    <a:pt x="33922" y="3507"/>
                  </a:lnTo>
                  <a:lnTo>
                    <a:pt x="33742" y="3485"/>
                  </a:lnTo>
                  <a:lnTo>
                    <a:pt x="33337" y="3485"/>
                  </a:lnTo>
                  <a:lnTo>
                    <a:pt x="33135" y="3530"/>
                  </a:lnTo>
                  <a:lnTo>
                    <a:pt x="32933" y="3575"/>
                  </a:lnTo>
                  <a:lnTo>
                    <a:pt x="32730" y="3642"/>
                  </a:lnTo>
                  <a:lnTo>
                    <a:pt x="32528" y="3732"/>
                  </a:lnTo>
                  <a:lnTo>
                    <a:pt x="32303" y="3844"/>
                  </a:lnTo>
                  <a:lnTo>
                    <a:pt x="31899" y="4092"/>
                  </a:lnTo>
                  <a:lnTo>
                    <a:pt x="31516" y="4362"/>
                  </a:lnTo>
                  <a:lnTo>
                    <a:pt x="31134" y="4631"/>
                  </a:lnTo>
                  <a:lnTo>
                    <a:pt x="30797" y="4946"/>
                  </a:lnTo>
                  <a:lnTo>
                    <a:pt x="30482" y="5238"/>
                  </a:lnTo>
                  <a:lnTo>
                    <a:pt x="30168" y="5553"/>
                  </a:lnTo>
                  <a:lnTo>
                    <a:pt x="29875" y="5890"/>
                  </a:lnTo>
                  <a:lnTo>
                    <a:pt x="29628" y="6227"/>
                  </a:lnTo>
                  <a:lnTo>
                    <a:pt x="29381" y="6564"/>
                  </a:lnTo>
                  <a:lnTo>
                    <a:pt x="29134" y="6902"/>
                  </a:lnTo>
                  <a:lnTo>
                    <a:pt x="28931" y="7239"/>
                  </a:lnTo>
                  <a:lnTo>
                    <a:pt x="28729" y="7576"/>
                  </a:lnTo>
                  <a:lnTo>
                    <a:pt x="28392" y="8273"/>
                  </a:lnTo>
                  <a:lnTo>
                    <a:pt x="28100" y="8925"/>
                  </a:lnTo>
                  <a:lnTo>
                    <a:pt x="27875" y="9554"/>
                  </a:lnTo>
                  <a:lnTo>
                    <a:pt x="27695" y="10161"/>
                  </a:lnTo>
                  <a:lnTo>
                    <a:pt x="27560" y="10678"/>
                  </a:lnTo>
                  <a:lnTo>
                    <a:pt x="27448" y="11150"/>
                  </a:lnTo>
                  <a:lnTo>
                    <a:pt x="27335" y="11825"/>
                  </a:lnTo>
                  <a:lnTo>
                    <a:pt x="27313" y="12072"/>
                  </a:lnTo>
                  <a:lnTo>
                    <a:pt x="27268" y="11420"/>
                  </a:lnTo>
                  <a:lnTo>
                    <a:pt x="27245" y="10656"/>
                  </a:lnTo>
                  <a:lnTo>
                    <a:pt x="27155" y="9689"/>
                  </a:lnTo>
                  <a:lnTo>
                    <a:pt x="27043" y="8588"/>
                  </a:lnTo>
                  <a:lnTo>
                    <a:pt x="26886" y="7351"/>
                  </a:lnTo>
                  <a:lnTo>
                    <a:pt x="26796" y="6722"/>
                  </a:lnTo>
                  <a:lnTo>
                    <a:pt x="26683" y="6070"/>
                  </a:lnTo>
                  <a:lnTo>
                    <a:pt x="26549" y="5418"/>
                  </a:lnTo>
                  <a:lnTo>
                    <a:pt x="26414" y="4789"/>
                  </a:lnTo>
                  <a:lnTo>
                    <a:pt x="26256" y="4159"/>
                  </a:lnTo>
                  <a:lnTo>
                    <a:pt x="26076" y="3552"/>
                  </a:lnTo>
                  <a:lnTo>
                    <a:pt x="25874" y="2990"/>
                  </a:lnTo>
                  <a:lnTo>
                    <a:pt x="25672" y="2428"/>
                  </a:lnTo>
                  <a:lnTo>
                    <a:pt x="25425" y="1934"/>
                  </a:lnTo>
                  <a:lnTo>
                    <a:pt x="25155" y="1462"/>
                  </a:lnTo>
                  <a:lnTo>
                    <a:pt x="24885" y="1057"/>
                  </a:lnTo>
                  <a:lnTo>
                    <a:pt x="24728" y="877"/>
                  </a:lnTo>
                  <a:lnTo>
                    <a:pt x="24570" y="697"/>
                  </a:lnTo>
                  <a:lnTo>
                    <a:pt x="24413" y="540"/>
                  </a:lnTo>
                  <a:lnTo>
                    <a:pt x="24256" y="405"/>
                  </a:lnTo>
                  <a:lnTo>
                    <a:pt x="24076" y="293"/>
                  </a:lnTo>
                  <a:lnTo>
                    <a:pt x="23896" y="203"/>
                  </a:lnTo>
                  <a:lnTo>
                    <a:pt x="23694" y="113"/>
                  </a:lnTo>
                  <a:lnTo>
                    <a:pt x="23514" y="68"/>
                  </a:lnTo>
                  <a:lnTo>
                    <a:pt x="23312" y="23"/>
                  </a:lnTo>
                  <a:lnTo>
                    <a:pt x="2310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grpSp>
        <p:nvGrpSpPr>
          <p:cNvPr id="369" name="Google Shape;369;p16"/>
          <p:cNvGrpSpPr/>
          <p:nvPr/>
        </p:nvGrpSpPr>
        <p:grpSpPr>
          <a:xfrm>
            <a:off x="3224250" y="1228235"/>
            <a:ext cx="2695500" cy="2729589"/>
            <a:chOff x="-3475000" y="782863"/>
            <a:chExt cx="2695500" cy="2729589"/>
          </a:xfrm>
        </p:grpSpPr>
        <p:sp>
          <p:nvSpPr>
            <p:cNvPr id="370" name="Google Shape;370;p16"/>
            <p:cNvSpPr/>
            <p:nvPr/>
          </p:nvSpPr>
          <p:spPr>
            <a:xfrm>
              <a:off x="-3475000" y="782863"/>
              <a:ext cx="2695500" cy="2695500"/>
            </a:xfrm>
            <a:prstGeom prst="ellipse">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71" name="Google Shape;371;p16"/>
            <p:cNvSpPr/>
            <p:nvPr/>
          </p:nvSpPr>
          <p:spPr>
            <a:xfrm>
              <a:off x="-2949575" y="3141052"/>
              <a:ext cx="1596000" cy="371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 name="Rechteck 10">
            <a:extLst>
              <a:ext uri="{FF2B5EF4-FFF2-40B4-BE49-F238E27FC236}">
                <a16:creationId xmlns:a16="http://schemas.microsoft.com/office/drawing/2014/main" id="{496CEBD5-0B3F-E4DA-2328-17DE2D02DB04}"/>
              </a:ext>
            </a:extLst>
          </p:cNvPr>
          <p:cNvSpPr/>
          <p:nvPr/>
        </p:nvSpPr>
        <p:spPr>
          <a:xfrm>
            <a:off x="4547675" y="-1"/>
            <a:ext cx="4616841" cy="5143501"/>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t> </a:t>
            </a:r>
          </a:p>
        </p:txBody>
      </p:sp>
      <p:cxnSp>
        <p:nvCxnSpPr>
          <p:cNvPr id="372" name="Google Shape;372;p16"/>
          <p:cNvCxnSpPr>
            <a:cxnSpLocks/>
          </p:cNvCxnSpPr>
          <p:nvPr/>
        </p:nvCxnSpPr>
        <p:spPr>
          <a:xfrm>
            <a:off x="2894331" y="1437340"/>
            <a:ext cx="710965" cy="185642"/>
          </a:xfrm>
          <a:prstGeom prst="bentConnector4">
            <a:avLst>
              <a:gd name="adj1" fmla="val 100613"/>
              <a:gd name="adj2" fmla="val 102857"/>
            </a:avLst>
          </a:prstGeom>
          <a:noFill/>
          <a:ln w="9525" cap="flat" cmpd="sng">
            <a:solidFill>
              <a:schemeClr val="dk2"/>
            </a:solidFill>
            <a:prstDash val="dash"/>
            <a:round/>
            <a:headEnd type="none" w="med" len="med"/>
            <a:tailEnd type="oval" w="med" len="med"/>
          </a:ln>
        </p:spPr>
      </p:cxnSp>
      <p:cxnSp>
        <p:nvCxnSpPr>
          <p:cNvPr id="374" name="Google Shape;374;p16"/>
          <p:cNvCxnSpPr>
            <a:cxnSpLocks/>
            <a:stCxn id="375" idx="3"/>
            <a:endCxn id="370" idx="3"/>
          </p:cNvCxnSpPr>
          <p:nvPr/>
        </p:nvCxnSpPr>
        <p:spPr>
          <a:xfrm flipV="1">
            <a:off x="2653480" y="3528988"/>
            <a:ext cx="965517" cy="803052"/>
          </a:xfrm>
          <a:prstGeom prst="bentConnector2">
            <a:avLst/>
          </a:prstGeom>
          <a:noFill/>
          <a:ln w="9525" cap="flat" cmpd="sng">
            <a:solidFill>
              <a:schemeClr val="dk1"/>
            </a:solidFill>
            <a:prstDash val="dash"/>
            <a:round/>
            <a:headEnd type="none" w="med" len="med"/>
            <a:tailEnd type="oval" w="med" len="med"/>
          </a:ln>
        </p:spPr>
      </p:cxnSp>
      <p:cxnSp>
        <p:nvCxnSpPr>
          <p:cNvPr id="376" name="Google Shape;376;p16"/>
          <p:cNvCxnSpPr>
            <a:cxnSpLocks/>
            <a:stCxn id="377" idx="1"/>
            <a:endCxn id="370" idx="5"/>
          </p:cNvCxnSpPr>
          <p:nvPr/>
        </p:nvCxnSpPr>
        <p:spPr>
          <a:xfrm rot="10800000">
            <a:off x="5525004" y="3528988"/>
            <a:ext cx="631547" cy="818862"/>
          </a:xfrm>
          <a:prstGeom prst="bentConnector2">
            <a:avLst/>
          </a:prstGeom>
          <a:noFill/>
          <a:ln w="9525" cap="flat" cmpd="sng">
            <a:solidFill>
              <a:schemeClr val="dk1"/>
            </a:solidFill>
            <a:prstDash val="dash"/>
            <a:round/>
            <a:headEnd type="none" w="med" len="med"/>
            <a:tailEnd type="oval" w="med" len="med"/>
          </a:ln>
        </p:spPr>
      </p:cxnSp>
      <p:cxnSp>
        <p:nvCxnSpPr>
          <p:cNvPr id="378" name="Google Shape;378;p16"/>
          <p:cNvCxnSpPr>
            <a:cxnSpLocks/>
            <a:stCxn id="379" idx="1"/>
            <a:endCxn id="370" idx="7"/>
          </p:cNvCxnSpPr>
          <p:nvPr/>
        </p:nvCxnSpPr>
        <p:spPr>
          <a:xfrm rot="10800000" flipV="1">
            <a:off x="5525003" y="1390652"/>
            <a:ext cx="1279434" cy="232329"/>
          </a:xfrm>
          <a:prstGeom prst="bentConnector4">
            <a:avLst>
              <a:gd name="adj1" fmla="val 34573"/>
              <a:gd name="adj2" fmla="val 1605"/>
            </a:avLst>
          </a:prstGeom>
          <a:noFill/>
          <a:ln w="9525" cap="flat" cmpd="sng">
            <a:solidFill>
              <a:schemeClr val="dk2"/>
            </a:solidFill>
            <a:prstDash val="dash"/>
            <a:round/>
            <a:headEnd type="none" w="med" len="med"/>
            <a:tailEnd type="oval" w="med" len="med"/>
          </a:ln>
        </p:spPr>
      </p:cxnSp>
      <p:sp>
        <p:nvSpPr>
          <p:cNvPr id="381" name="Google Shape;381;p16"/>
          <p:cNvSpPr txBox="1">
            <a:spLocks noGrp="1"/>
          </p:cNvSpPr>
          <p:nvPr>
            <p:ph type="title"/>
          </p:nvPr>
        </p:nvSpPr>
        <p:spPr>
          <a:xfrm>
            <a:off x="747275" y="366291"/>
            <a:ext cx="8229600" cy="37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dirty="0"/>
              <a:t>Photovoltaik Inhaltsverzeichnis</a:t>
            </a:r>
            <a:endParaRPr dirty="0"/>
          </a:p>
        </p:txBody>
      </p:sp>
      <p:sp>
        <p:nvSpPr>
          <p:cNvPr id="383" name="Google Shape;383;p16"/>
          <p:cNvSpPr/>
          <p:nvPr/>
        </p:nvSpPr>
        <p:spPr>
          <a:xfrm>
            <a:off x="471275" y="1167125"/>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chemeClr val="lt1"/>
                </a:solidFill>
                <a:latin typeface="Fira Sans Extra Condensed"/>
                <a:ea typeface="Fira Sans Extra Condensed"/>
                <a:cs typeface="Fira Sans Extra Condensed"/>
                <a:sym typeface="Fira Sans Extra Condensed"/>
              </a:rPr>
              <a:t>1</a:t>
            </a:r>
            <a:endParaRPr dirty="0">
              <a:solidFill>
                <a:schemeClr val="lt1"/>
              </a:solidFill>
            </a:endParaRPr>
          </a:p>
        </p:txBody>
      </p:sp>
      <p:sp>
        <p:nvSpPr>
          <p:cNvPr id="384" name="Google Shape;384;p16"/>
          <p:cNvSpPr txBox="1"/>
          <p:nvPr/>
        </p:nvSpPr>
        <p:spPr>
          <a:xfrm>
            <a:off x="1170699" y="1271440"/>
            <a:ext cx="1737333"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Wie funktioniert Photovoltaik</a:t>
            </a:r>
            <a:endParaRPr sz="1800" b="1" dirty="0">
              <a:solidFill>
                <a:schemeClr val="dk1"/>
              </a:solidFill>
              <a:latin typeface="Fira Sans Extra Condensed"/>
              <a:ea typeface="Fira Sans Extra Condensed"/>
              <a:cs typeface="Fira Sans Extra Condensed"/>
              <a:sym typeface="Fira Sans Extra Condensed"/>
            </a:endParaRPr>
          </a:p>
        </p:txBody>
      </p:sp>
      <p:grpSp>
        <p:nvGrpSpPr>
          <p:cNvPr id="386" name="Google Shape;386;p16"/>
          <p:cNvGrpSpPr/>
          <p:nvPr/>
        </p:nvGrpSpPr>
        <p:grpSpPr>
          <a:xfrm>
            <a:off x="6804437" y="1167125"/>
            <a:ext cx="1868276" cy="552000"/>
            <a:chOff x="6804437" y="1167125"/>
            <a:chExt cx="1868276" cy="552000"/>
          </a:xfrm>
        </p:grpSpPr>
        <p:sp>
          <p:nvSpPr>
            <p:cNvPr id="387" name="Google Shape;387;p16"/>
            <p:cNvSpPr/>
            <p:nvPr/>
          </p:nvSpPr>
          <p:spPr>
            <a:xfrm>
              <a:off x="8120713" y="1167125"/>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sym typeface="Fira Sans Extra Condensed"/>
                </a:rPr>
                <a:t>3</a:t>
              </a:r>
              <a:endParaRPr dirty="0">
                <a:solidFill>
                  <a:schemeClr val="accent2"/>
                </a:solidFill>
              </a:endParaRPr>
            </a:p>
          </p:txBody>
        </p:sp>
        <p:sp>
          <p:nvSpPr>
            <p:cNvPr id="379" name="Google Shape;379;p16"/>
            <p:cNvSpPr txBox="1"/>
            <p:nvPr/>
          </p:nvSpPr>
          <p:spPr>
            <a:xfrm>
              <a:off x="6804437" y="1224753"/>
              <a:ext cx="1175744"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Statistiken</a:t>
              </a:r>
              <a:endParaRPr sz="1800" b="1" dirty="0">
                <a:solidFill>
                  <a:schemeClr val="dk1"/>
                </a:solidFill>
                <a:latin typeface="Fira Sans Extra Condensed"/>
                <a:ea typeface="Fira Sans Extra Condensed"/>
                <a:cs typeface="Fira Sans Extra Condensed"/>
                <a:sym typeface="Fira Sans Extra Condensed"/>
              </a:endParaRPr>
            </a:p>
          </p:txBody>
        </p:sp>
      </p:grpSp>
      <p:grpSp>
        <p:nvGrpSpPr>
          <p:cNvPr id="397" name="Google Shape;397;p16"/>
          <p:cNvGrpSpPr/>
          <p:nvPr/>
        </p:nvGrpSpPr>
        <p:grpSpPr>
          <a:xfrm>
            <a:off x="471275" y="4071850"/>
            <a:ext cx="2182205" cy="552000"/>
            <a:chOff x="471275" y="4071850"/>
            <a:chExt cx="2182205" cy="552000"/>
          </a:xfrm>
        </p:grpSpPr>
        <p:sp>
          <p:nvSpPr>
            <p:cNvPr id="398" name="Google Shape;398;p16"/>
            <p:cNvSpPr/>
            <p:nvPr/>
          </p:nvSpPr>
          <p:spPr>
            <a:xfrm>
              <a:off x="471275" y="4071850"/>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lt1"/>
                  </a:solidFill>
                  <a:latin typeface="Fira Sans Extra Condensed"/>
                  <a:ea typeface="Fira Sans Extra Condensed"/>
                  <a:cs typeface="Fira Sans Extra Condensed"/>
                  <a:sym typeface="Fira Sans Extra Condensed"/>
                </a:rPr>
                <a:t>2</a:t>
              </a:r>
              <a:endParaRPr dirty="0"/>
            </a:p>
          </p:txBody>
        </p:sp>
        <p:sp>
          <p:nvSpPr>
            <p:cNvPr id="375" name="Google Shape;375;p16"/>
            <p:cNvSpPr txBox="1"/>
            <p:nvPr/>
          </p:nvSpPr>
          <p:spPr>
            <a:xfrm>
              <a:off x="1170699" y="4166140"/>
              <a:ext cx="1482781"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Beeinflussung der Umwelt</a:t>
              </a:r>
              <a:endParaRPr sz="1800" b="1" dirty="0">
                <a:solidFill>
                  <a:schemeClr val="dk1"/>
                </a:solidFill>
                <a:latin typeface="Fira Sans Extra Condensed"/>
                <a:ea typeface="Fira Sans Extra Condensed"/>
                <a:cs typeface="Fira Sans Extra Condensed"/>
                <a:sym typeface="Fira Sans Extra Condensed"/>
              </a:endParaRPr>
            </a:p>
          </p:txBody>
        </p:sp>
      </p:grpSp>
      <p:grpSp>
        <p:nvGrpSpPr>
          <p:cNvPr id="400" name="Google Shape;400;p16"/>
          <p:cNvGrpSpPr/>
          <p:nvPr/>
        </p:nvGrpSpPr>
        <p:grpSpPr>
          <a:xfrm>
            <a:off x="6156550" y="4071850"/>
            <a:ext cx="2516163" cy="552000"/>
            <a:chOff x="6156550" y="4071850"/>
            <a:chExt cx="2516163" cy="552000"/>
          </a:xfrm>
        </p:grpSpPr>
        <p:sp>
          <p:nvSpPr>
            <p:cNvPr id="401" name="Google Shape;401;p16"/>
            <p:cNvSpPr/>
            <p:nvPr/>
          </p:nvSpPr>
          <p:spPr>
            <a:xfrm>
              <a:off x="8120713" y="4071850"/>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sym typeface="Fira Sans Extra Condensed"/>
                </a:rPr>
                <a:t>4</a:t>
              </a:r>
              <a:endParaRPr dirty="0"/>
            </a:p>
          </p:txBody>
        </p:sp>
        <p:sp>
          <p:nvSpPr>
            <p:cNvPr id="377" name="Google Shape;377;p16"/>
            <p:cNvSpPr txBox="1"/>
            <p:nvPr/>
          </p:nvSpPr>
          <p:spPr>
            <a:xfrm>
              <a:off x="6156550" y="4181950"/>
              <a:ext cx="1823631"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Zusammenfassung</a:t>
              </a:r>
              <a:endParaRPr sz="1800" b="1" dirty="0">
                <a:solidFill>
                  <a:schemeClr val="dk1"/>
                </a:solidFill>
                <a:latin typeface="Fira Sans Extra Condensed"/>
                <a:ea typeface="Fira Sans Extra Condensed"/>
                <a:cs typeface="Fira Sans Extra Condensed"/>
                <a:sym typeface="Fira Sans Extra Condensed"/>
              </a:endParaRPr>
            </a:p>
          </p:txBody>
        </p:sp>
      </p:grpSp>
      <p:pic>
        <p:nvPicPr>
          <p:cNvPr id="1026" name="Picture 2" descr="Solar - Kostenlose technologie Icons">
            <a:extLst>
              <a:ext uri="{FF2B5EF4-FFF2-40B4-BE49-F238E27FC236}">
                <a16:creationId xmlns:a16="http://schemas.microsoft.com/office/drawing/2014/main" id="{145A0762-B603-0503-35CA-A7BC77DE6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513" y="1308534"/>
            <a:ext cx="2432332" cy="2432332"/>
          </a:xfrm>
          <a:prstGeom prst="rect">
            <a:avLst/>
          </a:prstGeom>
          <a:noFill/>
          <a:extLst>
            <a:ext uri="{909E8E84-426E-40DD-AFC4-6F175D3DCCD1}">
              <a14:hiddenFill xmlns:a14="http://schemas.microsoft.com/office/drawing/2010/main">
                <a:solidFill>
                  <a:srgbClr val="FFFFFF"/>
                </a:solidFill>
              </a14:hiddenFill>
            </a:ext>
          </a:extLst>
        </p:spPr>
      </p:pic>
      <p:sp>
        <p:nvSpPr>
          <p:cNvPr id="48" name="Rechteck 47">
            <a:extLst>
              <a:ext uri="{FF2B5EF4-FFF2-40B4-BE49-F238E27FC236}">
                <a16:creationId xmlns:a16="http://schemas.microsoft.com/office/drawing/2014/main" id="{29DB5B05-94D8-AB53-422D-59E376B67F60}"/>
              </a:ext>
            </a:extLst>
          </p:cNvPr>
          <p:cNvSpPr/>
          <p:nvPr/>
        </p:nvSpPr>
        <p:spPr>
          <a:xfrm>
            <a:off x="9088849" y="0"/>
            <a:ext cx="55151" cy="5143500"/>
          </a:xfrm>
          <a:prstGeom prst="rect">
            <a:avLst/>
          </a:prstGeom>
          <a:solidFill>
            <a:srgbClr val="FEDB2D"/>
          </a:solidFill>
          <a:ln>
            <a:solidFill>
              <a:srgbClr val="FEDB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a:extLst>
              <a:ext uri="{FF2B5EF4-FFF2-40B4-BE49-F238E27FC236}">
                <a16:creationId xmlns:a16="http://schemas.microsoft.com/office/drawing/2014/main" id="{CA633808-9718-6DD3-9C34-A33B356C7B9A}"/>
              </a:ext>
            </a:extLst>
          </p:cNvPr>
          <p:cNvSpPr/>
          <p:nvPr/>
        </p:nvSpPr>
        <p:spPr>
          <a:xfrm>
            <a:off x="9088848" y="-5172075"/>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Shape 367"/>
        <p:cNvGrpSpPr/>
        <p:nvPr/>
      </p:nvGrpSpPr>
      <p:grpSpPr>
        <a:xfrm>
          <a:off x="0" y="0"/>
          <a:ext cx="0" cy="0"/>
          <a:chOff x="0" y="0"/>
          <a:chExt cx="0" cy="0"/>
        </a:xfrm>
      </p:grpSpPr>
      <p:sp>
        <p:nvSpPr>
          <p:cNvPr id="5" name="Rechteck 4">
            <a:extLst>
              <a:ext uri="{FF2B5EF4-FFF2-40B4-BE49-F238E27FC236}">
                <a16:creationId xmlns:a16="http://schemas.microsoft.com/office/drawing/2014/main" id="{348489B1-55D2-BC95-E126-7C777D4F1295}"/>
              </a:ext>
            </a:extLst>
          </p:cNvPr>
          <p:cNvSpPr/>
          <p:nvPr/>
        </p:nvSpPr>
        <p:spPr>
          <a:xfrm>
            <a:off x="-37109" y="9098"/>
            <a:ext cx="9176393" cy="5150798"/>
          </a:xfrm>
          <a:prstGeom prst="rect">
            <a:avLst/>
          </a:prstGeom>
          <a:solidFill>
            <a:srgbClr val="F4F2E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grpSp>
        <p:nvGrpSpPr>
          <p:cNvPr id="368" name="Google Shape;368;p16"/>
          <p:cNvGrpSpPr/>
          <p:nvPr/>
        </p:nvGrpSpPr>
        <p:grpSpPr>
          <a:xfrm>
            <a:off x="-632747" y="5460490"/>
            <a:ext cx="10377100" cy="2729590"/>
            <a:chOff x="-632747" y="1228235"/>
            <a:chExt cx="10377100" cy="2729590"/>
          </a:xfrm>
        </p:grpSpPr>
        <p:grpSp>
          <p:nvGrpSpPr>
            <p:cNvPr id="369" name="Google Shape;369;p16"/>
            <p:cNvGrpSpPr/>
            <p:nvPr/>
          </p:nvGrpSpPr>
          <p:grpSpPr>
            <a:xfrm>
              <a:off x="3224250" y="1228235"/>
              <a:ext cx="2695500" cy="2729590"/>
              <a:chOff x="-3475000" y="782863"/>
              <a:chExt cx="2695500" cy="2729590"/>
            </a:xfrm>
          </p:grpSpPr>
          <p:sp>
            <p:nvSpPr>
              <p:cNvPr id="370" name="Google Shape;370;p16"/>
              <p:cNvSpPr/>
              <p:nvPr/>
            </p:nvSpPr>
            <p:spPr>
              <a:xfrm>
                <a:off x="-3475000" y="782863"/>
                <a:ext cx="2695500" cy="2695500"/>
              </a:xfrm>
              <a:prstGeom prst="ellipse">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6"/>
              <p:cNvSpPr/>
              <p:nvPr/>
            </p:nvSpPr>
            <p:spPr>
              <a:xfrm>
                <a:off x="-2949575" y="3141052"/>
                <a:ext cx="1596000" cy="3714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73" name="Google Shape;373;p16"/>
            <p:cNvCxnSpPr>
              <a:cxnSpLocks/>
              <a:stCxn id="391" idx="3"/>
            </p:cNvCxnSpPr>
            <p:nvPr/>
          </p:nvCxnSpPr>
          <p:spPr>
            <a:xfrm>
              <a:off x="-632747" y="2742575"/>
              <a:ext cx="650322" cy="600"/>
            </a:xfrm>
            <a:prstGeom prst="bentConnector3">
              <a:avLst>
                <a:gd name="adj1" fmla="val 50000"/>
              </a:avLst>
            </a:prstGeom>
            <a:noFill/>
            <a:ln w="9525" cap="flat" cmpd="sng">
              <a:solidFill>
                <a:schemeClr val="dk2"/>
              </a:solidFill>
              <a:prstDash val="dash"/>
              <a:round/>
              <a:headEnd type="none" w="med" len="med"/>
              <a:tailEnd type="oval" w="med" len="med"/>
            </a:ln>
          </p:spPr>
        </p:cxnSp>
        <p:cxnSp>
          <p:nvCxnSpPr>
            <p:cNvPr id="380" name="Google Shape;380;p16"/>
            <p:cNvCxnSpPr>
              <a:cxnSpLocks/>
              <a:stCxn id="395" idx="1"/>
            </p:cNvCxnSpPr>
            <p:nvPr/>
          </p:nvCxnSpPr>
          <p:spPr>
            <a:xfrm flipH="1">
              <a:off x="9033772" y="2799828"/>
              <a:ext cx="710581" cy="0"/>
            </a:xfrm>
            <a:prstGeom prst="straightConnector1">
              <a:avLst/>
            </a:prstGeom>
            <a:noFill/>
            <a:ln w="9525" cap="flat" cmpd="sng">
              <a:solidFill>
                <a:schemeClr val="dk2"/>
              </a:solidFill>
              <a:prstDash val="dash"/>
              <a:round/>
              <a:headEnd type="none" w="med" len="med"/>
              <a:tailEnd type="oval" w="med" len="med"/>
            </a:ln>
          </p:spPr>
        </p:cxnSp>
      </p:grpSp>
      <p:sp>
        <p:nvSpPr>
          <p:cNvPr id="381" name="Google Shape;381;p16"/>
          <p:cNvSpPr txBox="1">
            <a:spLocks noGrp="1"/>
          </p:cNvSpPr>
          <p:nvPr>
            <p:ph type="title"/>
          </p:nvPr>
        </p:nvSpPr>
        <p:spPr>
          <a:xfrm>
            <a:off x="456684" y="2438675"/>
            <a:ext cx="8229600" cy="437000"/>
          </a:xfrm>
          <a:prstGeom prst="rect">
            <a:avLst/>
          </a:prstGeom>
        </p:spPr>
        <p:txBody>
          <a:bodyPr spcFirstLastPara="1" wrap="square" lIns="91425" tIns="91425" rIns="91425" bIns="91425" anchor="ctr" anchorCtr="0">
            <a:normAutofit fontScale="90000"/>
          </a:bodyPr>
          <a:lstStyle/>
          <a:p>
            <a:pPr marL="0" lvl="0" indent="0" rtl="0">
              <a:spcBef>
                <a:spcPts val="0"/>
              </a:spcBef>
              <a:spcAft>
                <a:spcPts val="0"/>
              </a:spcAft>
              <a:buNone/>
            </a:pPr>
            <a:r>
              <a:rPr lang="de-DE" sz="2800" b="1" dirty="0">
                <a:solidFill>
                  <a:schemeClr val="dk1"/>
                </a:solidFill>
                <a:latin typeface="Fira Sans Extra Condensed"/>
                <a:ea typeface="Fira Sans Extra Condensed"/>
                <a:cs typeface="Fira Sans Extra Condensed"/>
                <a:sym typeface="Fira Sans Extra Condensed"/>
              </a:rPr>
              <a:t>Wie funktioniert Photovoltaik</a:t>
            </a:r>
          </a:p>
        </p:txBody>
      </p:sp>
      <p:sp>
        <p:nvSpPr>
          <p:cNvPr id="384" name="Google Shape;384;p16"/>
          <p:cNvSpPr txBox="1"/>
          <p:nvPr/>
        </p:nvSpPr>
        <p:spPr>
          <a:xfrm>
            <a:off x="-1916101" y="802281"/>
            <a:ext cx="1520684"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Allgemeine Informationen</a:t>
            </a:r>
            <a:endParaRPr sz="1800" b="1" dirty="0">
              <a:solidFill>
                <a:schemeClr val="dk1"/>
              </a:solidFill>
              <a:latin typeface="Fira Sans Extra Condensed"/>
              <a:ea typeface="Fira Sans Extra Condensed"/>
              <a:cs typeface="Fira Sans Extra Condensed"/>
              <a:sym typeface="Fira Sans Extra Condensed"/>
            </a:endParaRPr>
          </a:p>
        </p:txBody>
      </p:sp>
      <p:sp>
        <p:nvSpPr>
          <p:cNvPr id="385" name="Google Shape;385;p16"/>
          <p:cNvSpPr txBox="1"/>
          <p:nvPr/>
        </p:nvSpPr>
        <p:spPr>
          <a:xfrm>
            <a:off x="-1916400" y="1226272"/>
            <a:ext cx="19164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dk1"/>
                </a:solidFill>
                <a:latin typeface="Roboto"/>
                <a:ea typeface="Roboto"/>
                <a:cs typeface="Roboto"/>
                <a:sym typeface="Roboto"/>
              </a:rPr>
              <a:t>Mercury is the closest planet to the Sun</a:t>
            </a:r>
            <a:endParaRPr sz="1200" dirty="0">
              <a:solidFill>
                <a:schemeClr val="dk1"/>
              </a:solidFill>
              <a:latin typeface="Roboto"/>
              <a:ea typeface="Roboto"/>
              <a:cs typeface="Roboto"/>
              <a:sym typeface="Roboto"/>
            </a:endParaRPr>
          </a:p>
        </p:txBody>
      </p:sp>
      <p:grpSp>
        <p:nvGrpSpPr>
          <p:cNvPr id="386" name="Google Shape;386;p16"/>
          <p:cNvGrpSpPr/>
          <p:nvPr/>
        </p:nvGrpSpPr>
        <p:grpSpPr>
          <a:xfrm>
            <a:off x="9186865" y="1149966"/>
            <a:ext cx="2625273" cy="713000"/>
            <a:chOff x="6047440" y="1085800"/>
            <a:chExt cx="2625273" cy="713000"/>
          </a:xfrm>
        </p:grpSpPr>
        <p:sp>
          <p:nvSpPr>
            <p:cNvPr id="387" name="Google Shape;387;p16"/>
            <p:cNvSpPr/>
            <p:nvPr/>
          </p:nvSpPr>
          <p:spPr>
            <a:xfrm>
              <a:off x="8120713" y="1167125"/>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4</a:t>
              </a:r>
              <a:endParaRPr dirty="0">
                <a:solidFill>
                  <a:schemeClr val="accent2"/>
                </a:solidFill>
              </a:endParaRPr>
            </a:p>
          </p:txBody>
        </p:sp>
        <p:sp>
          <p:nvSpPr>
            <p:cNvPr id="379" name="Google Shape;379;p16"/>
            <p:cNvSpPr txBox="1"/>
            <p:nvPr/>
          </p:nvSpPr>
          <p:spPr>
            <a:xfrm>
              <a:off x="7022140" y="1085800"/>
              <a:ext cx="941700"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a:t>
              </a:r>
              <a:endParaRPr sz="1800" b="1" dirty="0">
                <a:solidFill>
                  <a:schemeClr val="dk1"/>
                </a:solidFill>
                <a:latin typeface="Fira Sans Extra Condensed"/>
                <a:ea typeface="Fira Sans Extra Condensed"/>
                <a:cs typeface="Fira Sans Extra Condensed"/>
                <a:sym typeface="Fira Sans Extra Condensed"/>
              </a:endParaRPr>
            </a:p>
          </p:txBody>
        </p:sp>
        <p:sp>
          <p:nvSpPr>
            <p:cNvPr id="388" name="Google Shape;388;p16"/>
            <p:cNvSpPr txBox="1"/>
            <p:nvPr/>
          </p:nvSpPr>
          <p:spPr>
            <a:xfrm>
              <a:off x="6047440" y="1427400"/>
              <a:ext cx="1916400" cy="371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dirty="0">
                  <a:solidFill>
                    <a:schemeClr val="dk1"/>
                  </a:solidFill>
                  <a:latin typeface="Roboto"/>
                  <a:ea typeface="Roboto"/>
                  <a:cs typeface="Roboto"/>
                  <a:sym typeface="Roboto"/>
                </a:rPr>
                <a:t>Neptune is the farthest planet from the Sun</a:t>
              </a:r>
              <a:endParaRPr sz="1200" dirty="0">
                <a:solidFill>
                  <a:schemeClr val="dk1"/>
                </a:solidFill>
                <a:latin typeface="Roboto"/>
                <a:ea typeface="Roboto"/>
                <a:cs typeface="Roboto"/>
                <a:sym typeface="Roboto"/>
              </a:endParaRPr>
            </a:p>
          </p:txBody>
        </p:sp>
      </p:grpSp>
      <p:grpSp>
        <p:nvGrpSpPr>
          <p:cNvPr id="389" name="Google Shape;389;p16"/>
          <p:cNvGrpSpPr/>
          <p:nvPr/>
        </p:nvGrpSpPr>
        <p:grpSpPr>
          <a:xfrm>
            <a:off x="-2776750" y="2576675"/>
            <a:ext cx="2615525" cy="713000"/>
            <a:chOff x="471275" y="2524700"/>
            <a:chExt cx="2615525" cy="713000"/>
          </a:xfrm>
        </p:grpSpPr>
        <p:sp>
          <p:nvSpPr>
            <p:cNvPr id="390" name="Google Shape;390;p16"/>
            <p:cNvSpPr/>
            <p:nvPr/>
          </p:nvSpPr>
          <p:spPr>
            <a:xfrm>
              <a:off x="471275" y="2605200"/>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2</a:t>
              </a:r>
              <a:endParaRPr dirty="0"/>
            </a:p>
          </p:txBody>
        </p:sp>
        <p:sp>
          <p:nvSpPr>
            <p:cNvPr id="391" name="Google Shape;391;p16"/>
            <p:cNvSpPr txBox="1"/>
            <p:nvPr/>
          </p:nvSpPr>
          <p:spPr>
            <a:xfrm>
              <a:off x="1170399" y="2524700"/>
              <a:ext cx="1444879"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Wirkungsgrad</a:t>
              </a:r>
              <a:endParaRPr sz="1800" b="1" dirty="0">
                <a:solidFill>
                  <a:schemeClr val="dk1"/>
                </a:solidFill>
                <a:latin typeface="Fira Sans Extra Condensed"/>
                <a:ea typeface="Fira Sans Extra Condensed"/>
                <a:cs typeface="Fira Sans Extra Condensed"/>
                <a:sym typeface="Fira Sans Extra Condensed"/>
              </a:endParaRPr>
            </a:p>
          </p:txBody>
        </p:sp>
        <p:sp>
          <p:nvSpPr>
            <p:cNvPr id="392" name="Google Shape;392;p16"/>
            <p:cNvSpPr txBox="1"/>
            <p:nvPr/>
          </p:nvSpPr>
          <p:spPr>
            <a:xfrm>
              <a:off x="1170400" y="2866300"/>
              <a:ext cx="19164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dk1"/>
                  </a:solidFill>
                  <a:latin typeface="Roboto"/>
                  <a:ea typeface="Roboto"/>
                  <a:cs typeface="Roboto"/>
                  <a:sym typeface="Roboto"/>
                </a:rPr>
                <a:t>Venus has a beautiful name, but it’s hot</a:t>
              </a:r>
              <a:endParaRPr sz="1200" dirty="0">
                <a:solidFill>
                  <a:schemeClr val="dk1"/>
                </a:solidFill>
                <a:latin typeface="Roboto"/>
                <a:ea typeface="Roboto"/>
                <a:cs typeface="Roboto"/>
                <a:sym typeface="Roboto"/>
              </a:endParaRPr>
            </a:p>
          </p:txBody>
        </p:sp>
      </p:grpSp>
      <p:grpSp>
        <p:nvGrpSpPr>
          <p:cNvPr id="393" name="Google Shape;393;p16"/>
          <p:cNvGrpSpPr/>
          <p:nvPr/>
        </p:nvGrpSpPr>
        <p:grpSpPr>
          <a:xfrm>
            <a:off x="9186865" y="2633928"/>
            <a:ext cx="2625273" cy="713000"/>
            <a:chOff x="6047440" y="2524700"/>
            <a:chExt cx="2625273" cy="713000"/>
          </a:xfrm>
        </p:grpSpPr>
        <p:sp>
          <p:nvSpPr>
            <p:cNvPr id="394" name="Google Shape;394;p16"/>
            <p:cNvSpPr/>
            <p:nvPr/>
          </p:nvSpPr>
          <p:spPr>
            <a:xfrm>
              <a:off x="8120713" y="2605200"/>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5</a:t>
              </a:r>
              <a:endParaRPr dirty="0"/>
            </a:p>
          </p:txBody>
        </p:sp>
        <p:sp>
          <p:nvSpPr>
            <p:cNvPr id="395" name="Google Shape;395;p16"/>
            <p:cNvSpPr txBox="1"/>
            <p:nvPr/>
          </p:nvSpPr>
          <p:spPr>
            <a:xfrm>
              <a:off x="6604928" y="2524700"/>
              <a:ext cx="1358819"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Einsatzfelder</a:t>
              </a:r>
              <a:endParaRPr sz="1800" b="1" dirty="0">
                <a:solidFill>
                  <a:schemeClr val="dk1"/>
                </a:solidFill>
                <a:latin typeface="Fira Sans Extra Condensed"/>
                <a:ea typeface="Fira Sans Extra Condensed"/>
                <a:cs typeface="Fira Sans Extra Condensed"/>
                <a:sym typeface="Fira Sans Extra Condensed"/>
              </a:endParaRPr>
            </a:p>
          </p:txBody>
        </p:sp>
        <p:sp>
          <p:nvSpPr>
            <p:cNvPr id="396" name="Google Shape;396;p16"/>
            <p:cNvSpPr txBox="1"/>
            <p:nvPr/>
          </p:nvSpPr>
          <p:spPr>
            <a:xfrm>
              <a:off x="6047440" y="2866300"/>
              <a:ext cx="1916400" cy="371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Roboto"/>
                  <a:ea typeface="Roboto"/>
                  <a:cs typeface="Roboto"/>
                  <a:sym typeface="Roboto"/>
                </a:rPr>
                <a:t>Pluto is now considered a dwarf planet</a:t>
              </a:r>
              <a:endParaRPr sz="1200">
                <a:solidFill>
                  <a:schemeClr val="dk1"/>
                </a:solidFill>
                <a:latin typeface="Roboto"/>
                <a:ea typeface="Roboto"/>
                <a:cs typeface="Roboto"/>
                <a:sym typeface="Roboto"/>
              </a:endParaRPr>
            </a:p>
          </p:txBody>
        </p:sp>
      </p:grpSp>
      <p:grpSp>
        <p:nvGrpSpPr>
          <p:cNvPr id="397" name="Google Shape;397;p16"/>
          <p:cNvGrpSpPr/>
          <p:nvPr/>
        </p:nvGrpSpPr>
        <p:grpSpPr>
          <a:xfrm>
            <a:off x="-2776750" y="3816729"/>
            <a:ext cx="2615525" cy="823349"/>
            <a:chOff x="471275" y="3880091"/>
            <a:chExt cx="2615525" cy="823349"/>
          </a:xfrm>
        </p:grpSpPr>
        <p:sp>
          <p:nvSpPr>
            <p:cNvPr id="398" name="Google Shape;398;p16"/>
            <p:cNvSpPr/>
            <p:nvPr/>
          </p:nvSpPr>
          <p:spPr>
            <a:xfrm>
              <a:off x="471275" y="4071850"/>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dirty="0">
                  <a:solidFill>
                    <a:schemeClr val="lt1"/>
                  </a:solidFill>
                  <a:latin typeface="Fira Sans Extra Condensed"/>
                  <a:ea typeface="Fira Sans Extra Condensed"/>
                  <a:cs typeface="Fira Sans Extra Condensed"/>
                  <a:sym typeface="Fira Sans Extra Condensed"/>
                </a:rPr>
                <a:t>3</a:t>
              </a:r>
              <a:endParaRPr dirty="0"/>
            </a:p>
          </p:txBody>
        </p:sp>
        <p:sp>
          <p:nvSpPr>
            <p:cNvPr id="375" name="Google Shape;375;p16"/>
            <p:cNvSpPr txBox="1"/>
            <p:nvPr/>
          </p:nvSpPr>
          <p:spPr>
            <a:xfrm>
              <a:off x="1180137" y="3880091"/>
              <a:ext cx="1482781" cy="331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Beeinflussung der Umwelt</a:t>
              </a:r>
              <a:endParaRPr sz="1800" b="1" dirty="0">
                <a:solidFill>
                  <a:schemeClr val="dk1"/>
                </a:solidFill>
                <a:latin typeface="Fira Sans Extra Condensed"/>
                <a:ea typeface="Fira Sans Extra Condensed"/>
                <a:cs typeface="Fira Sans Extra Condensed"/>
                <a:sym typeface="Fira Sans Extra Condensed"/>
              </a:endParaRPr>
            </a:p>
          </p:txBody>
        </p:sp>
        <p:sp>
          <p:nvSpPr>
            <p:cNvPr id="399" name="Google Shape;399;p16"/>
            <p:cNvSpPr txBox="1"/>
            <p:nvPr/>
          </p:nvSpPr>
          <p:spPr>
            <a:xfrm>
              <a:off x="1170400" y="4332040"/>
              <a:ext cx="1916400" cy="371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dk1"/>
                  </a:solidFill>
                  <a:latin typeface="Roboto"/>
                  <a:ea typeface="Roboto"/>
                  <a:cs typeface="Roboto"/>
                  <a:sym typeface="Roboto"/>
                </a:rPr>
                <a:t>Earth is the third planet from the Sun</a:t>
              </a:r>
              <a:endParaRPr sz="1200" dirty="0">
                <a:solidFill>
                  <a:schemeClr val="dk1"/>
                </a:solidFill>
                <a:latin typeface="Roboto"/>
                <a:ea typeface="Roboto"/>
                <a:cs typeface="Roboto"/>
                <a:sym typeface="Roboto"/>
              </a:endParaRPr>
            </a:p>
          </p:txBody>
        </p:sp>
      </p:grpSp>
      <p:grpSp>
        <p:nvGrpSpPr>
          <p:cNvPr id="400" name="Google Shape;400;p16"/>
          <p:cNvGrpSpPr/>
          <p:nvPr/>
        </p:nvGrpSpPr>
        <p:grpSpPr>
          <a:xfrm>
            <a:off x="9295465" y="4016155"/>
            <a:ext cx="2625273" cy="713000"/>
            <a:chOff x="6047440" y="3990440"/>
            <a:chExt cx="2625273" cy="713000"/>
          </a:xfrm>
        </p:grpSpPr>
        <p:sp>
          <p:nvSpPr>
            <p:cNvPr id="401" name="Google Shape;401;p16"/>
            <p:cNvSpPr/>
            <p:nvPr/>
          </p:nvSpPr>
          <p:spPr>
            <a:xfrm>
              <a:off x="8120713" y="4071850"/>
              <a:ext cx="552000" cy="552000"/>
            </a:xfrm>
            <a:prstGeom prst="ellipse">
              <a:avLst/>
            </a:prstGeom>
            <a:solidFill>
              <a:srgbClr val="FEDB2D"/>
            </a:solidFill>
            <a:ln w="38100" cap="flat" cmpd="sng">
              <a:solidFill>
                <a:srgbClr val="FCBE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800" b="1" dirty="0">
                  <a:solidFill>
                    <a:schemeClr val="lt1"/>
                  </a:solidFill>
                  <a:latin typeface="Fira Sans Extra Condensed"/>
                  <a:ea typeface="Fira Sans Extra Condensed"/>
                  <a:cs typeface="Fira Sans Extra Condensed"/>
                  <a:sym typeface="Fira Sans Extra Condensed"/>
                </a:rPr>
                <a:t>6</a:t>
              </a:r>
              <a:endParaRPr dirty="0"/>
            </a:p>
          </p:txBody>
        </p:sp>
        <p:sp>
          <p:nvSpPr>
            <p:cNvPr id="377" name="Google Shape;377;p16"/>
            <p:cNvSpPr txBox="1"/>
            <p:nvPr/>
          </p:nvSpPr>
          <p:spPr>
            <a:xfrm>
              <a:off x="7068833" y="3990440"/>
              <a:ext cx="895018" cy="3318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dirty="0">
                  <a:solidFill>
                    <a:schemeClr val="dk1"/>
                  </a:solidFill>
                  <a:latin typeface="Fira Sans Extra Condensed"/>
                  <a:ea typeface="Fira Sans Extra Condensed"/>
                  <a:cs typeface="Fira Sans Extra Condensed"/>
                  <a:sym typeface="Fira Sans Extra Condensed"/>
                </a:rPr>
                <a:t>Zukunft</a:t>
              </a:r>
              <a:endParaRPr sz="1800" b="1" dirty="0">
                <a:solidFill>
                  <a:schemeClr val="dk1"/>
                </a:solidFill>
                <a:latin typeface="Fira Sans Extra Condensed"/>
                <a:ea typeface="Fira Sans Extra Condensed"/>
                <a:cs typeface="Fira Sans Extra Condensed"/>
                <a:sym typeface="Fira Sans Extra Condensed"/>
              </a:endParaRPr>
            </a:p>
          </p:txBody>
        </p:sp>
        <p:sp>
          <p:nvSpPr>
            <p:cNvPr id="402" name="Google Shape;402;p16"/>
            <p:cNvSpPr txBox="1"/>
            <p:nvPr/>
          </p:nvSpPr>
          <p:spPr>
            <a:xfrm>
              <a:off x="6047440" y="4332040"/>
              <a:ext cx="1916400" cy="3714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200">
                  <a:solidFill>
                    <a:schemeClr val="dk1"/>
                  </a:solidFill>
                  <a:latin typeface="Roboto"/>
                  <a:ea typeface="Roboto"/>
                  <a:cs typeface="Roboto"/>
                  <a:sym typeface="Roboto"/>
                </a:rPr>
                <a:t>Ceres is located in the main asteroid belt</a:t>
              </a:r>
              <a:endParaRPr sz="1200">
                <a:solidFill>
                  <a:schemeClr val="dk1"/>
                </a:solidFill>
                <a:latin typeface="Roboto"/>
                <a:ea typeface="Roboto"/>
                <a:cs typeface="Roboto"/>
                <a:sym typeface="Roboto"/>
              </a:endParaRPr>
            </a:p>
          </p:txBody>
        </p:sp>
      </p:grpSp>
      <p:pic>
        <p:nvPicPr>
          <p:cNvPr id="1026" name="Picture 2" descr="Solar - Kostenlose technologie Icons">
            <a:extLst>
              <a:ext uri="{FF2B5EF4-FFF2-40B4-BE49-F238E27FC236}">
                <a16:creationId xmlns:a16="http://schemas.microsoft.com/office/drawing/2014/main" id="{145A0762-B603-0503-35CA-A7BC77DE62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926500">
            <a:off x="3299019" y="5628400"/>
            <a:ext cx="2432332" cy="2432332"/>
          </a:xfrm>
          <a:prstGeom prst="rect">
            <a:avLst/>
          </a:prstGeom>
          <a:noFill/>
          <a:extLst>
            <a:ext uri="{909E8E84-426E-40DD-AFC4-6F175D3DCCD1}">
              <a14:hiddenFill xmlns:a14="http://schemas.microsoft.com/office/drawing/2010/main">
                <a:solidFill>
                  <a:srgbClr val="FFFFFF"/>
                </a:solidFill>
              </a14:hiddenFill>
            </a:ext>
          </a:extLst>
        </p:spPr>
      </p:pic>
      <p:sp>
        <p:nvSpPr>
          <p:cNvPr id="48" name="Rechteck 47">
            <a:extLst>
              <a:ext uri="{FF2B5EF4-FFF2-40B4-BE49-F238E27FC236}">
                <a16:creationId xmlns:a16="http://schemas.microsoft.com/office/drawing/2014/main" id="{29DB5B05-94D8-AB53-422D-59E376B67F60}"/>
              </a:ext>
            </a:extLst>
          </p:cNvPr>
          <p:cNvSpPr/>
          <p:nvPr/>
        </p:nvSpPr>
        <p:spPr>
          <a:xfrm>
            <a:off x="9084133" y="5143500"/>
            <a:ext cx="55151" cy="5143500"/>
          </a:xfrm>
          <a:prstGeom prst="rect">
            <a:avLst/>
          </a:prstGeom>
          <a:solidFill>
            <a:srgbClr val="FEDB2D"/>
          </a:solidFill>
          <a:ln>
            <a:solidFill>
              <a:srgbClr val="FEDB2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3" name="Google Shape;383;p16"/>
          <p:cNvSpPr/>
          <p:nvPr/>
        </p:nvSpPr>
        <p:spPr>
          <a:xfrm>
            <a:off x="-2851352" y="0"/>
            <a:ext cx="5215419" cy="514350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r" rtl="0">
              <a:spcBef>
                <a:spcPts val="0"/>
              </a:spcBef>
              <a:spcAft>
                <a:spcPts val="0"/>
              </a:spcAft>
              <a:buNone/>
            </a:pPr>
            <a:r>
              <a:rPr lang="en" sz="9600" b="1" dirty="0">
                <a:solidFill>
                  <a:srgbClr val="F4F2EB"/>
                </a:solidFill>
                <a:latin typeface="Fira Sans Extra Condensed"/>
                <a:ea typeface="Fira Sans Extra Condensed"/>
                <a:cs typeface="Fira Sans Extra Condensed"/>
                <a:sym typeface="Fira Sans Extra Condensed"/>
              </a:rPr>
              <a:t>1</a:t>
            </a:r>
            <a:endParaRPr sz="9600" dirty="0">
              <a:solidFill>
                <a:srgbClr val="F4F2EB"/>
              </a:solidFill>
            </a:endParaRPr>
          </a:p>
        </p:txBody>
      </p:sp>
      <p:sp>
        <p:nvSpPr>
          <p:cNvPr id="42" name="Rechteck 41">
            <a:extLst>
              <a:ext uri="{FF2B5EF4-FFF2-40B4-BE49-F238E27FC236}">
                <a16:creationId xmlns:a16="http://schemas.microsoft.com/office/drawing/2014/main" id="{59220E73-6160-1F27-5836-0F111422016E}"/>
              </a:ext>
            </a:extLst>
          </p:cNvPr>
          <p:cNvSpPr/>
          <p:nvPr/>
        </p:nvSpPr>
        <p:spPr>
          <a:xfrm>
            <a:off x="9088849" y="9098"/>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Textfeld 35">
            <a:extLst>
              <a:ext uri="{FF2B5EF4-FFF2-40B4-BE49-F238E27FC236}">
                <a16:creationId xmlns:a16="http://schemas.microsoft.com/office/drawing/2014/main" id="{697837CF-4D35-F3D3-2B89-429A6518FFA3}"/>
              </a:ext>
            </a:extLst>
          </p:cNvPr>
          <p:cNvSpPr txBox="1"/>
          <p:nvPr/>
        </p:nvSpPr>
        <p:spPr>
          <a:xfrm>
            <a:off x="7926658" y="5143500"/>
            <a:ext cx="1230152" cy="307777"/>
          </a:xfrm>
          <a:prstGeom prst="rect">
            <a:avLst/>
          </a:prstGeom>
          <a:solidFill>
            <a:srgbClr val="3F5E98"/>
          </a:solidFill>
          <a:ln>
            <a:solidFill>
              <a:srgbClr val="3F5E98"/>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(Q10)</a:t>
            </a:r>
          </a:p>
        </p:txBody>
      </p:sp>
    </p:spTree>
    <p:extLst>
      <p:ext uri="{BB962C8B-B14F-4D97-AF65-F5344CB8AC3E}">
        <p14:creationId xmlns:p14="http://schemas.microsoft.com/office/powerpoint/2010/main" val="3503078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en" dirty="0"/>
              <a:t>Woher kommt die Energie?</a:t>
            </a:r>
            <a:endParaRPr lang="de-DE" dirty="0"/>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ea typeface="Fira Sans Extra Condensed"/>
                <a:cs typeface="Fira Sans Extra Condensed"/>
                <a:sym typeface="Fira Sans Extra Condensed"/>
              </a:rPr>
              <a:t>1</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1477328"/>
          </a:xfrm>
          <a:prstGeom prst="rect">
            <a:avLst/>
          </a:prstGeom>
          <a:noFill/>
        </p:spPr>
        <p:txBody>
          <a:bodyPr wrap="square" rtlCol="0">
            <a:spAutoFit/>
          </a:bodyPr>
          <a:lstStyle/>
          <a:p>
            <a:r>
              <a:rPr lang="de-DE" sz="1800" dirty="0">
                <a:solidFill>
                  <a:srgbClr val="202124"/>
                </a:solidFill>
                <a:latin typeface="Roboto" panose="02000000000000000000" pitchFamily="2" charset="0"/>
                <a:ea typeface="Roboto" panose="02000000000000000000" pitchFamily="2" charset="0"/>
              </a:rPr>
              <a:t>Die Energiequelle einer Photovoltaikanlage ist das Sonnenlicht. Wenn das Sonnenlicht auf Halbleiterwerkstoffe Trifft, werden die Negativ geladenen Elektronen angeregt sodass sie sich bewegen, und dieses Bewegungsenergie wird umgewandelt in Elektrische Energie.</a:t>
            </a:r>
            <a:br>
              <a:rPr lang="de-DE" sz="1800" dirty="0">
                <a:latin typeface="Roboto" panose="02000000000000000000" pitchFamily="2" charset="0"/>
                <a:ea typeface="Roboto" panose="02000000000000000000" pitchFamily="2" charset="0"/>
              </a:rPr>
            </a:br>
            <a:endParaRPr lang="de-DE" sz="1800" dirty="0">
              <a:latin typeface="Roboto" panose="02000000000000000000" pitchFamily="2" charset="0"/>
              <a:ea typeface="Roboto" panose="02000000000000000000" pitchFamily="2" charset="0"/>
            </a:endParaRPr>
          </a:p>
        </p:txBody>
      </p:sp>
      <p:sp>
        <p:nvSpPr>
          <p:cNvPr id="8" name="Textfeld 7">
            <a:extLst>
              <a:ext uri="{FF2B5EF4-FFF2-40B4-BE49-F238E27FC236}">
                <a16:creationId xmlns:a16="http://schemas.microsoft.com/office/drawing/2014/main" id="{05E4869D-5C03-E2AA-0B13-D3E62B216874}"/>
              </a:ext>
            </a:extLst>
          </p:cNvPr>
          <p:cNvSpPr txBox="1"/>
          <p:nvPr/>
        </p:nvSpPr>
        <p:spPr>
          <a:xfrm>
            <a:off x="7901941" y="4835723"/>
            <a:ext cx="1230152" cy="307777"/>
          </a:xfrm>
          <a:prstGeom prst="rect">
            <a:avLst/>
          </a:prstGeom>
          <a:solidFill>
            <a:srgbClr val="3F5E98"/>
          </a:solidFill>
          <a:ln>
            <a:solidFill>
              <a:srgbClr val="3F5E98"/>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(Q10)</a:t>
            </a:r>
          </a:p>
        </p:txBody>
      </p:sp>
    </p:spTree>
    <p:extLst>
      <p:ext uri="{BB962C8B-B14F-4D97-AF65-F5344CB8AC3E}">
        <p14:creationId xmlns:p14="http://schemas.microsoft.com/office/powerpoint/2010/main" val="607485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en" dirty="0"/>
              <a:t>Welche Anforderungen muss ein Standort die Anlage erfüllen?</a:t>
            </a:r>
            <a:endParaRPr lang="de-DE" dirty="0"/>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ea typeface="Fira Sans Extra Condensed"/>
                <a:cs typeface="Fira Sans Extra Condensed"/>
                <a:sym typeface="Fira Sans Extra Condensed"/>
              </a:rPr>
              <a:t>1</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1477328"/>
          </a:xfrm>
          <a:prstGeom prst="rect">
            <a:avLst/>
          </a:prstGeom>
          <a:noFill/>
        </p:spPr>
        <p:txBody>
          <a:bodyPr wrap="square" rtlCol="0">
            <a:spAutoFit/>
          </a:bodyPr>
          <a:lstStyle/>
          <a:p>
            <a:r>
              <a:rPr lang="de-DE" sz="1800" dirty="0">
                <a:latin typeface="Roboto" panose="02000000000000000000" pitchFamily="2" charset="0"/>
                <a:ea typeface="Roboto" panose="02000000000000000000" pitchFamily="2" charset="0"/>
              </a:rPr>
              <a:t>Die Solarzellen sollten nach Süden zeigen und einen Neigungs­winkel zwischen 30 und 45 Grad haben .Die Region sollte im allgemeinen genügend sonnenstunden Haben. die Sonnenstunden von verschiedenen Ländern und Regionen kann man bei climate-data.org einsehen. Die Anlage sollte außerdem an einem relative Hohen Ort platziert werden.</a:t>
            </a:r>
          </a:p>
        </p:txBody>
      </p:sp>
      <p:graphicFrame>
        <p:nvGraphicFramePr>
          <p:cNvPr id="6" name="Diagramm 5">
            <a:extLst>
              <a:ext uri="{FF2B5EF4-FFF2-40B4-BE49-F238E27FC236}">
                <a16:creationId xmlns:a16="http://schemas.microsoft.com/office/drawing/2014/main" id="{3323305A-291C-0F89-3512-DF6ACD63B03E}"/>
              </a:ext>
            </a:extLst>
          </p:cNvPr>
          <p:cNvGraphicFramePr/>
          <p:nvPr>
            <p:extLst>
              <p:ext uri="{D42A27DB-BD31-4B8C-83A1-F6EECF244321}">
                <p14:modId xmlns:p14="http://schemas.microsoft.com/office/powerpoint/2010/main" val="1640348983"/>
              </p:ext>
            </p:extLst>
          </p:nvPr>
        </p:nvGraphicFramePr>
        <p:xfrm>
          <a:off x="1543050" y="2152651"/>
          <a:ext cx="6515099" cy="2854326"/>
        </p:xfrm>
        <a:graphic>
          <a:graphicData uri="http://schemas.openxmlformats.org/drawingml/2006/chart">
            <c:chart xmlns:c="http://schemas.openxmlformats.org/drawingml/2006/chart" xmlns:r="http://schemas.openxmlformats.org/officeDocument/2006/relationships" r:id="rId2"/>
          </a:graphicData>
        </a:graphic>
      </p:graphicFrame>
      <p:pic>
        <p:nvPicPr>
          <p:cNvPr id="7" name="Picture 4">
            <a:extLst>
              <a:ext uri="{FF2B5EF4-FFF2-40B4-BE49-F238E27FC236}">
                <a16:creationId xmlns:a16="http://schemas.microsoft.com/office/drawing/2014/main" id="{E4FF7C27-950B-F0F2-F5C9-82E07BD2E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004" y="5262752"/>
            <a:ext cx="4343004" cy="2442940"/>
          </a:xfrm>
          <a:prstGeom prst="roundRect">
            <a:avLst>
              <a:gd name="adj" fmla="val 11819"/>
            </a:avLst>
          </a:prstGeom>
          <a:noFill/>
          <a:extLst>
            <a:ext uri="{909E8E84-426E-40DD-AFC4-6F175D3DCCD1}">
              <a14:hiddenFill xmlns:a14="http://schemas.microsoft.com/office/drawing/2010/main">
                <a:solidFill>
                  <a:srgbClr val="FFFFFF"/>
                </a:solidFill>
              </a14:hiddenFill>
            </a:ext>
          </a:extLst>
        </p:spPr>
      </p:pic>
      <p:sp>
        <p:nvSpPr>
          <p:cNvPr id="9" name="Textfeld 8">
            <a:extLst>
              <a:ext uri="{FF2B5EF4-FFF2-40B4-BE49-F238E27FC236}">
                <a16:creationId xmlns:a16="http://schemas.microsoft.com/office/drawing/2014/main" id="{8764C85E-09D9-C4C4-8F8B-39C642C7C710}"/>
              </a:ext>
            </a:extLst>
          </p:cNvPr>
          <p:cNvSpPr txBox="1"/>
          <p:nvPr/>
        </p:nvSpPr>
        <p:spPr>
          <a:xfrm>
            <a:off x="7700962" y="4835723"/>
            <a:ext cx="1443038" cy="307777"/>
          </a:xfrm>
          <a:prstGeom prst="rect">
            <a:avLst/>
          </a:prstGeom>
          <a:solidFill>
            <a:srgbClr val="3F5E98"/>
          </a:solidFill>
          <a:ln>
            <a:solidFill>
              <a:srgbClr val="3F5E98"/>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(Q4 Q12)</a:t>
            </a:r>
          </a:p>
        </p:txBody>
      </p:sp>
    </p:spTree>
    <p:extLst>
      <p:ext uri="{BB962C8B-B14F-4D97-AF65-F5344CB8AC3E}">
        <p14:creationId xmlns:p14="http://schemas.microsoft.com/office/powerpoint/2010/main" val="1380472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285"/>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6"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en" dirty="0"/>
              <a:t>Wie ist die Photovoltaikanlage aufgebaut?</a:t>
            </a:r>
            <a:endParaRPr lang="de-DE" dirty="0"/>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ea typeface="Fira Sans Extra Condensed"/>
                <a:cs typeface="Fira Sans Extra Condensed"/>
                <a:sym typeface="Fira Sans Extra Condensed"/>
              </a:rPr>
              <a:t>1</a:t>
            </a:r>
            <a:endParaRPr sz="1800" dirty="0">
              <a:solidFill>
                <a:srgbClr val="F4F2EB"/>
              </a:solidFill>
            </a:endParaRPr>
          </a:p>
        </p:txBody>
      </p:sp>
      <p:sp>
        <p:nvSpPr>
          <p:cNvPr id="5" name="Textfeld 4">
            <a:extLst>
              <a:ext uri="{FF2B5EF4-FFF2-40B4-BE49-F238E27FC236}">
                <a16:creationId xmlns:a16="http://schemas.microsoft.com/office/drawing/2014/main" id="{96F7BF3B-9666-574F-2336-DA7AD658EEDD}"/>
              </a:ext>
            </a:extLst>
          </p:cNvPr>
          <p:cNvSpPr txBox="1"/>
          <p:nvPr/>
        </p:nvSpPr>
        <p:spPr>
          <a:xfrm>
            <a:off x="3191044" y="782875"/>
            <a:ext cx="5674838" cy="1154162"/>
          </a:xfrm>
          <a:prstGeom prst="rect">
            <a:avLst/>
          </a:prstGeom>
          <a:noFill/>
        </p:spPr>
        <p:txBody>
          <a:bodyPr wrap="square" rtlCol="0">
            <a:spAutoFit/>
          </a:bodyPr>
          <a:lstStyle/>
          <a:p>
            <a:pPr marL="285750" indent="-285750" algn="just" fontAlgn="base">
              <a:buFont typeface="Courier New" panose="02070309020205020404" pitchFamily="49" charset="0"/>
              <a:buChar char="o"/>
            </a:pPr>
            <a:r>
              <a:rPr lang="de-DE" sz="1800" dirty="0">
                <a:latin typeface="Roboto" panose="02000000000000000000" pitchFamily="2" charset="0"/>
                <a:ea typeface="Roboto" panose="02000000000000000000" pitchFamily="2" charset="0"/>
              </a:rPr>
              <a:t>Das Montagegestell stellt sicher das die Solarmodule fest an ihrem Platz sind genauso das bei Großer Hitze eine Effiziente Belüftung entsteht.</a:t>
            </a:r>
            <a:endParaRPr lang="de-DE" sz="500" dirty="0">
              <a:latin typeface="Roboto" panose="02000000000000000000" pitchFamily="2" charset="0"/>
              <a:ea typeface="Roboto" panose="02000000000000000000" pitchFamily="2" charset="0"/>
            </a:endParaRPr>
          </a:p>
          <a:p>
            <a:pPr fontAlgn="base"/>
            <a:endParaRPr lang="de-DE" sz="500" dirty="0">
              <a:latin typeface="Roboto" panose="02000000000000000000" pitchFamily="2" charset="0"/>
              <a:ea typeface="Roboto" panose="02000000000000000000" pitchFamily="2" charset="0"/>
            </a:endParaRPr>
          </a:p>
          <a:p>
            <a:pPr fontAlgn="base"/>
            <a:endParaRPr lang="de-DE" sz="500" dirty="0">
              <a:latin typeface="Roboto" panose="02000000000000000000" pitchFamily="2" charset="0"/>
              <a:ea typeface="Roboto" panose="02000000000000000000" pitchFamily="2" charset="0"/>
            </a:endParaRPr>
          </a:p>
          <a:p>
            <a:pPr fontAlgn="base"/>
            <a:endParaRPr lang="de-DE" sz="500" dirty="0">
              <a:latin typeface="Roboto" panose="02000000000000000000" pitchFamily="2" charset="0"/>
              <a:ea typeface="Roboto" panose="02000000000000000000" pitchFamily="2" charset="0"/>
            </a:endParaRPr>
          </a:p>
        </p:txBody>
      </p:sp>
      <p:sp>
        <p:nvSpPr>
          <p:cNvPr id="6" name="Textfeld 5">
            <a:extLst>
              <a:ext uri="{FF2B5EF4-FFF2-40B4-BE49-F238E27FC236}">
                <a16:creationId xmlns:a16="http://schemas.microsoft.com/office/drawing/2014/main" id="{E35CAA0F-CD81-610E-7D68-2CD1894248DA}"/>
              </a:ext>
            </a:extLst>
          </p:cNvPr>
          <p:cNvSpPr txBox="1"/>
          <p:nvPr/>
        </p:nvSpPr>
        <p:spPr>
          <a:xfrm>
            <a:off x="3179138" y="792473"/>
            <a:ext cx="5590632" cy="923330"/>
          </a:xfrm>
          <a:prstGeom prst="rect">
            <a:avLst/>
          </a:prstGeom>
          <a:noFill/>
        </p:spPr>
        <p:txBody>
          <a:bodyPr wrap="square" rtlCol="0">
            <a:spAutoFit/>
          </a:bodyPr>
          <a:lstStyle/>
          <a:p>
            <a:pPr marL="285750" indent="-285750" algn="just">
              <a:buFont typeface="Courier New" panose="02070309020205020404" pitchFamily="49" charset="0"/>
              <a:buChar char="o"/>
            </a:pPr>
            <a:r>
              <a:rPr lang="de-DE" sz="1800" dirty="0">
                <a:latin typeface="Roboto" panose="02000000000000000000" pitchFamily="2" charset="0"/>
                <a:ea typeface="Roboto" panose="02000000000000000000" pitchFamily="2" charset="0"/>
              </a:rPr>
              <a:t>das Solarmodule sorgt für die Entstehung von der Bewegungsenergie der Elektronen und die Umwandelung in Elektrische Energie.</a:t>
            </a:r>
          </a:p>
        </p:txBody>
      </p:sp>
      <p:sp>
        <p:nvSpPr>
          <p:cNvPr id="7" name="Textfeld 6">
            <a:extLst>
              <a:ext uri="{FF2B5EF4-FFF2-40B4-BE49-F238E27FC236}">
                <a16:creationId xmlns:a16="http://schemas.microsoft.com/office/drawing/2014/main" id="{8E5927E2-7AC5-4BD9-36E4-50114E5C6057}"/>
              </a:ext>
            </a:extLst>
          </p:cNvPr>
          <p:cNvSpPr txBox="1"/>
          <p:nvPr/>
        </p:nvSpPr>
        <p:spPr>
          <a:xfrm>
            <a:off x="3167231" y="792473"/>
            <a:ext cx="5590632" cy="923330"/>
          </a:xfrm>
          <a:prstGeom prst="rect">
            <a:avLst/>
          </a:prstGeom>
          <a:noFill/>
        </p:spPr>
        <p:txBody>
          <a:bodyPr wrap="square" rtlCol="0">
            <a:spAutoFit/>
          </a:bodyPr>
          <a:lstStyle/>
          <a:p>
            <a:pPr marL="285750" indent="-285750" algn="just">
              <a:buFont typeface="Courier New" panose="02070309020205020404" pitchFamily="49" charset="0"/>
              <a:buChar char="o"/>
            </a:pPr>
            <a:r>
              <a:rPr lang="de-DE" sz="1800" dirty="0">
                <a:latin typeface="Roboto" panose="02000000000000000000" pitchFamily="2" charset="0"/>
                <a:ea typeface="Roboto" panose="02000000000000000000" pitchFamily="2" charset="0"/>
              </a:rPr>
              <a:t>Der Produzierte Strom fließt durch ein Spezielles Solar Kabel das möglichst Kurz sein sollte um möglichst wenig Verluste zu erhalten.</a:t>
            </a:r>
          </a:p>
        </p:txBody>
      </p:sp>
      <p:sp>
        <p:nvSpPr>
          <p:cNvPr id="8" name="Textfeld 7">
            <a:extLst>
              <a:ext uri="{FF2B5EF4-FFF2-40B4-BE49-F238E27FC236}">
                <a16:creationId xmlns:a16="http://schemas.microsoft.com/office/drawing/2014/main" id="{4DA9C2A7-C43E-9B0A-BEF6-C4FD541D9B51}"/>
              </a:ext>
            </a:extLst>
          </p:cNvPr>
          <p:cNvSpPr txBox="1"/>
          <p:nvPr/>
        </p:nvSpPr>
        <p:spPr>
          <a:xfrm>
            <a:off x="3191044" y="782875"/>
            <a:ext cx="5590632" cy="2031325"/>
          </a:xfrm>
          <a:prstGeom prst="rect">
            <a:avLst/>
          </a:prstGeom>
          <a:noFill/>
        </p:spPr>
        <p:txBody>
          <a:bodyPr wrap="square" rtlCol="0">
            <a:spAutoFit/>
          </a:bodyPr>
          <a:lstStyle/>
          <a:p>
            <a:pPr marL="285750" indent="-285750" algn="just">
              <a:buFont typeface="Courier New" panose="02070309020205020404" pitchFamily="49" charset="0"/>
              <a:buChar char="o"/>
            </a:pPr>
            <a:r>
              <a:rPr lang="de-DE" sz="1800" dirty="0">
                <a:latin typeface="Roboto" panose="02000000000000000000" pitchFamily="2" charset="0"/>
                <a:ea typeface="Roboto" panose="02000000000000000000" pitchFamily="2" charset="0"/>
              </a:rPr>
              <a:t>Der Wechselrichter Wandelt den Gleichstrom der Anlage in Wechselstrom um. Der Wechselrichter Produziert manchmal auch mehr Energie als man verbraucht sodass man den “Rest” in das öffentliche Netz Einspeisen kann. um Strom in das netz einspeisen zu können ist ein Gewerbe zu beantragen um den Verdienst zu Versteuern.</a:t>
            </a:r>
          </a:p>
        </p:txBody>
      </p:sp>
      <p:sp>
        <p:nvSpPr>
          <p:cNvPr id="9" name="Textfeld 8">
            <a:extLst>
              <a:ext uri="{FF2B5EF4-FFF2-40B4-BE49-F238E27FC236}">
                <a16:creationId xmlns:a16="http://schemas.microsoft.com/office/drawing/2014/main" id="{12E68888-2079-A869-F1F5-EE6C17EC447E}"/>
              </a:ext>
            </a:extLst>
          </p:cNvPr>
          <p:cNvSpPr txBox="1"/>
          <p:nvPr/>
        </p:nvSpPr>
        <p:spPr>
          <a:xfrm>
            <a:off x="3191044" y="782875"/>
            <a:ext cx="5590632" cy="1200329"/>
          </a:xfrm>
          <a:prstGeom prst="rect">
            <a:avLst/>
          </a:prstGeom>
          <a:noFill/>
        </p:spPr>
        <p:txBody>
          <a:bodyPr wrap="square" rtlCol="0">
            <a:spAutoFit/>
          </a:bodyPr>
          <a:lstStyle/>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Damit man die Strommenge auch Messen kann muss man einen Stromzähler einbauen. Der misst wie viel Strom man Produziert hat und wie viel man verbraucht hat.</a:t>
            </a:r>
            <a:endParaRPr lang="de-DE" sz="1800" dirty="0"/>
          </a:p>
        </p:txBody>
      </p:sp>
      <p:sp>
        <p:nvSpPr>
          <p:cNvPr id="10" name="Textfeld 9">
            <a:extLst>
              <a:ext uri="{FF2B5EF4-FFF2-40B4-BE49-F238E27FC236}">
                <a16:creationId xmlns:a16="http://schemas.microsoft.com/office/drawing/2014/main" id="{5DAAACE3-1D38-B904-A18A-2EC30DAB2427}"/>
              </a:ext>
            </a:extLst>
          </p:cNvPr>
          <p:cNvSpPr txBox="1"/>
          <p:nvPr/>
        </p:nvSpPr>
        <p:spPr>
          <a:xfrm>
            <a:off x="3179138" y="830955"/>
            <a:ext cx="5590631" cy="923330"/>
          </a:xfrm>
          <a:prstGeom prst="rect">
            <a:avLst/>
          </a:prstGeom>
          <a:noFill/>
        </p:spPr>
        <p:txBody>
          <a:bodyPr wrap="square" rtlCol="0">
            <a:spAutoFit/>
          </a:bodyPr>
          <a:lstStyle/>
          <a:p>
            <a:pPr marL="285750" indent="-285750" algn="just">
              <a:buFont typeface="Courier New" panose="02070309020205020404" pitchFamily="49" charset="0"/>
              <a:buChar char="o"/>
            </a:pPr>
            <a:r>
              <a:rPr lang="de-DE" sz="1800" dirty="0">
                <a:latin typeface="Roboto" panose="02000000000000000000" pitchFamily="2" charset="0"/>
                <a:ea typeface="Roboto" panose="02000000000000000000" pitchFamily="2" charset="0"/>
              </a:rPr>
              <a:t>Wer den Strom nicht ins netz einspeisen möchten kann auch ein Stromspeicher installieren um somit den Strom zu speichern.</a:t>
            </a:r>
            <a:endParaRPr lang="de-DE" sz="1800" dirty="0"/>
          </a:p>
        </p:txBody>
      </p:sp>
      <p:pic>
        <p:nvPicPr>
          <p:cNvPr id="1028" name="Picture 4">
            <a:extLst>
              <a:ext uri="{FF2B5EF4-FFF2-40B4-BE49-F238E27FC236}">
                <a16:creationId xmlns:a16="http://schemas.microsoft.com/office/drawing/2014/main" id="{69A43797-3251-7E16-5593-25675DD48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99" y="2763690"/>
            <a:ext cx="4090462" cy="2300885"/>
          </a:xfrm>
          <a:prstGeom prst="roundRect">
            <a:avLst>
              <a:gd name="adj" fmla="val 11819"/>
            </a:avLst>
          </a:prstGeom>
          <a:noFill/>
          <a:extLst>
            <a:ext uri="{909E8E84-426E-40DD-AFC4-6F175D3DCCD1}">
              <a14:hiddenFill xmlns:a14="http://schemas.microsoft.com/office/drawing/2010/main">
                <a:solidFill>
                  <a:srgbClr val="FFFFFF"/>
                </a:solidFill>
              </a14:hiddenFill>
            </a:ext>
          </a:extLst>
        </p:spPr>
      </p:pic>
      <p:sp>
        <p:nvSpPr>
          <p:cNvPr id="19" name="Rectangle 10">
            <a:extLst>
              <a:ext uri="{FF2B5EF4-FFF2-40B4-BE49-F238E27FC236}">
                <a16:creationId xmlns:a16="http://schemas.microsoft.com/office/drawing/2014/main" id="{F1654D5C-58D9-0226-5049-AD0B123372DC}"/>
              </a:ext>
            </a:extLst>
          </p:cNvPr>
          <p:cNvSpPr>
            <a:spLocks noChangeArrowheads="1"/>
          </p:cNvSpPr>
          <p:nvPr/>
        </p:nvSpPr>
        <p:spPr bwMode="auto">
          <a:xfrm>
            <a:off x="152400" y="152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200" b="0" i="0" u="none" strike="noStrike" cap="none" normalizeH="0" baseline="0">
              <a:ln>
                <a:noFill/>
              </a:ln>
              <a:solidFill>
                <a:schemeClr val="tx1"/>
              </a:solidFill>
              <a:effectLst/>
              <a:latin typeface="inheri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21" name="Rectangle 12">
            <a:extLst>
              <a:ext uri="{FF2B5EF4-FFF2-40B4-BE49-F238E27FC236}">
                <a16:creationId xmlns:a16="http://schemas.microsoft.com/office/drawing/2014/main" id="{542FDDBD-2D22-BE4D-FF7A-8125CF00993E}"/>
              </a:ext>
            </a:extLst>
          </p:cNvPr>
          <p:cNvSpPr>
            <a:spLocks noChangeArrowheads="1"/>
          </p:cNvSpPr>
          <p:nvPr/>
        </p:nvSpPr>
        <p:spPr bwMode="auto">
          <a:xfrm>
            <a:off x="152400" y="152400"/>
            <a:ext cx="1857375" cy="0"/>
          </a:xfrm>
          <a:prstGeom prst="rect">
            <a:avLst/>
          </a:prstGeom>
          <a:solidFill>
            <a:srgbClr val="40444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de-DE" altLang="de-DE" sz="1200" b="0" i="0" u="none" strike="noStrike" cap="none" normalizeH="0" baseline="0">
                <a:ln>
                  <a:noFill/>
                </a:ln>
                <a:solidFill>
                  <a:srgbClr val="DCDDDE"/>
                </a:solidFill>
                <a:effectLst/>
                <a:latin typeface="Whitney"/>
              </a:rPr>
            </a:b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24" name="Textfeld 23">
            <a:extLst>
              <a:ext uri="{FF2B5EF4-FFF2-40B4-BE49-F238E27FC236}">
                <a16:creationId xmlns:a16="http://schemas.microsoft.com/office/drawing/2014/main" id="{B22E4820-6092-D6B0-3807-2BFF51E7EC0C}"/>
              </a:ext>
            </a:extLst>
          </p:cNvPr>
          <p:cNvSpPr txBox="1"/>
          <p:nvPr/>
        </p:nvSpPr>
        <p:spPr>
          <a:xfrm>
            <a:off x="7258050" y="4833010"/>
            <a:ext cx="1885950" cy="307777"/>
          </a:xfrm>
          <a:prstGeom prst="rect">
            <a:avLst/>
          </a:prstGeom>
          <a:solidFill>
            <a:srgbClr val="3F5E98"/>
          </a:solidFill>
          <a:ln>
            <a:solidFill>
              <a:srgbClr val="3F5E98"/>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(Q4 Q13 Q14)</a:t>
            </a:r>
          </a:p>
        </p:txBody>
      </p:sp>
    </p:spTree>
    <p:extLst>
      <p:ext uri="{BB962C8B-B14F-4D97-AF65-F5344CB8AC3E}">
        <p14:creationId xmlns:p14="http://schemas.microsoft.com/office/powerpoint/2010/main" val="3560307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xit" presetSubtype="0" fill="hold" grpId="1" nodeType="clickEffect">
                                  <p:stCondLst>
                                    <p:cond delay="0"/>
                                  </p:stCondLst>
                                  <p:childTnLst>
                                    <p:animEffect transition="out" filter="fade">
                                      <p:cBhvr>
                                        <p:cTn id="6" dur="1000"/>
                                        <p:tgtEl>
                                          <p:spTgt spid="5"/>
                                        </p:tgtEl>
                                      </p:cBhvr>
                                    </p:animEffect>
                                    <p:anim calcmode="lin" valueType="num">
                                      <p:cBhvr>
                                        <p:cTn id="7" dur="1000"/>
                                        <p:tgtEl>
                                          <p:spTgt spid="5"/>
                                        </p:tgtEl>
                                        <p:attrNameLst>
                                          <p:attrName>ppt_x</p:attrName>
                                        </p:attrNameLst>
                                      </p:cBhvr>
                                      <p:tavLst>
                                        <p:tav tm="0">
                                          <p:val>
                                            <p:strVal val="ppt_x"/>
                                          </p:val>
                                        </p:tav>
                                        <p:tav tm="100000">
                                          <p:val>
                                            <p:strVal val="ppt_x"/>
                                          </p:val>
                                        </p:tav>
                                      </p:tavLst>
                                    </p:anim>
                                    <p:anim calcmode="lin" valueType="num">
                                      <p:cBhvr>
                                        <p:cTn id="8" dur="1000"/>
                                        <p:tgtEl>
                                          <p:spTgt spid="5"/>
                                        </p:tgtEl>
                                        <p:attrNameLst>
                                          <p:attrName>ppt_y</p:attrName>
                                        </p:attrNameLst>
                                      </p:cBhvr>
                                      <p:tavLst>
                                        <p:tav tm="0">
                                          <p:val>
                                            <p:strVal val="ppt_y"/>
                                          </p:val>
                                        </p:tav>
                                        <p:tav tm="100000">
                                          <p:val>
                                            <p:strVal val="ppt_y-.1"/>
                                          </p:val>
                                        </p:tav>
                                      </p:tavLst>
                                    </p:anim>
                                    <p:set>
                                      <p:cBhvr>
                                        <p:cTn id="9" dur="1" fill="hold">
                                          <p:stCondLst>
                                            <p:cond delay="999"/>
                                          </p:stCondLst>
                                        </p:cTn>
                                        <p:tgtEl>
                                          <p:spTgt spid="5"/>
                                        </p:tgtEl>
                                        <p:attrNameLst>
                                          <p:attrName>style.visibility</p:attrName>
                                        </p:attrNameLst>
                                      </p:cBhvr>
                                      <p:to>
                                        <p:strVal val="hidden"/>
                                      </p:to>
                                    </p:set>
                                  </p:childTnLst>
                                </p:cTn>
                              </p:par>
                              <p:par>
                                <p:cTn id="10" presetID="42" presetClass="entr" presetSubtype="0" fill="hold" grpId="0" nodeType="withEffect">
                                  <p:stCondLst>
                                    <p:cond delay="5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xit" presetSubtype="0" fill="hold" grpId="1" nodeType="clickEffect">
                                  <p:stCondLst>
                                    <p:cond delay="0"/>
                                  </p:stCondLst>
                                  <p:childTnLst>
                                    <p:animEffect transition="out" filter="fade">
                                      <p:cBhvr>
                                        <p:cTn id="18" dur="1000"/>
                                        <p:tgtEl>
                                          <p:spTgt spid="6"/>
                                        </p:tgtEl>
                                      </p:cBhvr>
                                    </p:animEffect>
                                    <p:anim calcmode="lin" valueType="num">
                                      <p:cBhvr>
                                        <p:cTn id="19" dur="1000"/>
                                        <p:tgtEl>
                                          <p:spTgt spid="6"/>
                                        </p:tgtEl>
                                        <p:attrNameLst>
                                          <p:attrName>ppt_x</p:attrName>
                                        </p:attrNameLst>
                                      </p:cBhvr>
                                      <p:tavLst>
                                        <p:tav tm="0">
                                          <p:val>
                                            <p:strVal val="ppt_x"/>
                                          </p:val>
                                        </p:tav>
                                        <p:tav tm="100000">
                                          <p:val>
                                            <p:strVal val="ppt_x"/>
                                          </p:val>
                                        </p:tav>
                                      </p:tavLst>
                                    </p:anim>
                                    <p:anim calcmode="lin" valueType="num">
                                      <p:cBhvr>
                                        <p:cTn id="20" dur="1000"/>
                                        <p:tgtEl>
                                          <p:spTgt spid="6"/>
                                        </p:tgtEl>
                                        <p:attrNameLst>
                                          <p:attrName>ppt_y</p:attrName>
                                        </p:attrNameLst>
                                      </p:cBhvr>
                                      <p:tavLst>
                                        <p:tav tm="0">
                                          <p:val>
                                            <p:strVal val="ppt_y"/>
                                          </p:val>
                                        </p:tav>
                                        <p:tav tm="100000">
                                          <p:val>
                                            <p:strVal val="ppt_y-.1"/>
                                          </p:val>
                                        </p:tav>
                                      </p:tavLst>
                                    </p:anim>
                                    <p:set>
                                      <p:cBhvr>
                                        <p:cTn id="21" dur="1" fill="hold">
                                          <p:stCondLst>
                                            <p:cond delay="999"/>
                                          </p:stCondLst>
                                        </p:cTn>
                                        <p:tgtEl>
                                          <p:spTgt spid="6"/>
                                        </p:tgtEl>
                                        <p:attrNameLst>
                                          <p:attrName>style.visibility</p:attrName>
                                        </p:attrNameLst>
                                      </p:cBhvr>
                                      <p:to>
                                        <p:strVal val="hidden"/>
                                      </p:to>
                                    </p:set>
                                  </p:childTnLst>
                                </p:cTn>
                              </p:par>
                              <p:par>
                                <p:cTn id="22" presetID="42" presetClass="entr" presetSubtype="0" fill="hold" grpId="0" nodeType="withEffect">
                                  <p:stCondLst>
                                    <p:cond delay="5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xit" presetSubtype="0" fill="hold" grpId="1" nodeType="clickEffect">
                                  <p:stCondLst>
                                    <p:cond delay="0"/>
                                  </p:stCondLst>
                                  <p:childTnLst>
                                    <p:animEffect transition="out" filter="fade">
                                      <p:cBhvr>
                                        <p:cTn id="30" dur="1000"/>
                                        <p:tgtEl>
                                          <p:spTgt spid="7"/>
                                        </p:tgtEl>
                                      </p:cBhvr>
                                    </p:animEffect>
                                    <p:anim calcmode="lin" valueType="num">
                                      <p:cBhvr>
                                        <p:cTn id="31" dur="1000"/>
                                        <p:tgtEl>
                                          <p:spTgt spid="7"/>
                                        </p:tgtEl>
                                        <p:attrNameLst>
                                          <p:attrName>ppt_x</p:attrName>
                                        </p:attrNameLst>
                                      </p:cBhvr>
                                      <p:tavLst>
                                        <p:tav tm="0">
                                          <p:val>
                                            <p:strVal val="ppt_x"/>
                                          </p:val>
                                        </p:tav>
                                        <p:tav tm="100000">
                                          <p:val>
                                            <p:strVal val="ppt_x"/>
                                          </p:val>
                                        </p:tav>
                                      </p:tavLst>
                                    </p:anim>
                                    <p:anim calcmode="lin" valueType="num">
                                      <p:cBhvr>
                                        <p:cTn id="32" dur="1000"/>
                                        <p:tgtEl>
                                          <p:spTgt spid="7"/>
                                        </p:tgtEl>
                                        <p:attrNameLst>
                                          <p:attrName>ppt_y</p:attrName>
                                        </p:attrNameLst>
                                      </p:cBhvr>
                                      <p:tavLst>
                                        <p:tav tm="0">
                                          <p:val>
                                            <p:strVal val="ppt_y"/>
                                          </p:val>
                                        </p:tav>
                                        <p:tav tm="100000">
                                          <p:val>
                                            <p:strVal val="ppt_y-.1"/>
                                          </p:val>
                                        </p:tav>
                                      </p:tavLst>
                                    </p:anim>
                                    <p:set>
                                      <p:cBhvr>
                                        <p:cTn id="33" dur="1" fill="hold">
                                          <p:stCondLst>
                                            <p:cond delay="999"/>
                                          </p:stCondLst>
                                        </p:cTn>
                                        <p:tgtEl>
                                          <p:spTgt spid="7"/>
                                        </p:tgtEl>
                                        <p:attrNameLst>
                                          <p:attrName>style.visibility</p:attrName>
                                        </p:attrNameLst>
                                      </p:cBhvr>
                                      <p:to>
                                        <p:strVal val="hidden"/>
                                      </p:to>
                                    </p:set>
                                  </p:childTnLst>
                                </p:cTn>
                              </p:par>
                              <p:par>
                                <p:cTn id="34" presetID="42" presetClass="entr" presetSubtype="0" fill="hold" grpId="0" nodeType="withEffect">
                                  <p:stCondLst>
                                    <p:cond delay="50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7" presetClass="exit" presetSubtype="0" fill="hold" grpId="1" nodeType="clickEffect">
                                  <p:stCondLst>
                                    <p:cond delay="0"/>
                                  </p:stCondLst>
                                  <p:childTnLst>
                                    <p:animEffect transition="out" filter="fade">
                                      <p:cBhvr>
                                        <p:cTn id="42" dur="1000"/>
                                        <p:tgtEl>
                                          <p:spTgt spid="9"/>
                                        </p:tgtEl>
                                      </p:cBhvr>
                                    </p:animEffect>
                                    <p:anim calcmode="lin" valueType="num">
                                      <p:cBhvr>
                                        <p:cTn id="43" dur="1000"/>
                                        <p:tgtEl>
                                          <p:spTgt spid="9"/>
                                        </p:tgtEl>
                                        <p:attrNameLst>
                                          <p:attrName>ppt_x</p:attrName>
                                        </p:attrNameLst>
                                      </p:cBhvr>
                                      <p:tavLst>
                                        <p:tav tm="0">
                                          <p:val>
                                            <p:strVal val="ppt_x"/>
                                          </p:val>
                                        </p:tav>
                                        <p:tav tm="100000">
                                          <p:val>
                                            <p:strVal val="ppt_x"/>
                                          </p:val>
                                        </p:tav>
                                      </p:tavLst>
                                    </p:anim>
                                    <p:anim calcmode="lin" valueType="num">
                                      <p:cBhvr>
                                        <p:cTn id="44" dur="1000"/>
                                        <p:tgtEl>
                                          <p:spTgt spid="9"/>
                                        </p:tgtEl>
                                        <p:attrNameLst>
                                          <p:attrName>ppt_y</p:attrName>
                                        </p:attrNameLst>
                                      </p:cBhvr>
                                      <p:tavLst>
                                        <p:tav tm="0">
                                          <p:val>
                                            <p:strVal val="ppt_y"/>
                                          </p:val>
                                        </p:tav>
                                        <p:tav tm="100000">
                                          <p:val>
                                            <p:strVal val="ppt_y-.1"/>
                                          </p:val>
                                        </p:tav>
                                      </p:tavLst>
                                    </p:anim>
                                    <p:set>
                                      <p:cBhvr>
                                        <p:cTn id="45" dur="1" fill="hold">
                                          <p:stCondLst>
                                            <p:cond delay="999"/>
                                          </p:stCondLst>
                                        </p:cTn>
                                        <p:tgtEl>
                                          <p:spTgt spid="9"/>
                                        </p:tgtEl>
                                        <p:attrNameLst>
                                          <p:attrName>style.visibility</p:attrName>
                                        </p:attrNameLst>
                                      </p:cBhvr>
                                      <p:to>
                                        <p:strVal val="hidden"/>
                                      </p:to>
                                    </p:set>
                                  </p:childTnLst>
                                </p:cTn>
                              </p:par>
                              <p:par>
                                <p:cTn id="46" presetID="42" presetClass="entr" presetSubtype="0" fill="hold" grpId="0" nodeType="withEffect">
                                  <p:stCondLst>
                                    <p:cond delay="50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7" presetClass="exit" presetSubtype="0" fill="hold" grpId="1" nodeType="clickEffect">
                                  <p:stCondLst>
                                    <p:cond delay="0"/>
                                  </p:stCondLst>
                                  <p:childTnLst>
                                    <p:animEffect transition="out" filter="fade">
                                      <p:cBhvr>
                                        <p:cTn id="54" dur="1000"/>
                                        <p:tgtEl>
                                          <p:spTgt spid="10"/>
                                        </p:tgtEl>
                                      </p:cBhvr>
                                    </p:animEffect>
                                    <p:anim calcmode="lin" valueType="num">
                                      <p:cBhvr>
                                        <p:cTn id="55" dur="1000"/>
                                        <p:tgtEl>
                                          <p:spTgt spid="10"/>
                                        </p:tgtEl>
                                        <p:attrNameLst>
                                          <p:attrName>ppt_x</p:attrName>
                                        </p:attrNameLst>
                                      </p:cBhvr>
                                      <p:tavLst>
                                        <p:tav tm="0">
                                          <p:val>
                                            <p:strVal val="ppt_x"/>
                                          </p:val>
                                        </p:tav>
                                        <p:tav tm="100000">
                                          <p:val>
                                            <p:strVal val="ppt_x"/>
                                          </p:val>
                                        </p:tav>
                                      </p:tavLst>
                                    </p:anim>
                                    <p:anim calcmode="lin" valueType="num">
                                      <p:cBhvr>
                                        <p:cTn id="56" dur="1000"/>
                                        <p:tgtEl>
                                          <p:spTgt spid="10"/>
                                        </p:tgtEl>
                                        <p:attrNameLst>
                                          <p:attrName>ppt_y</p:attrName>
                                        </p:attrNameLst>
                                      </p:cBhvr>
                                      <p:tavLst>
                                        <p:tav tm="0">
                                          <p:val>
                                            <p:strVal val="ppt_y"/>
                                          </p:val>
                                        </p:tav>
                                        <p:tav tm="100000">
                                          <p:val>
                                            <p:strVal val="ppt_y-.1"/>
                                          </p:val>
                                        </p:tav>
                                      </p:tavLst>
                                    </p:anim>
                                    <p:set>
                                      <p:cBhvr>
                                        <p:cTn id="57" dur="1" fill="hold">
                                          <p:stCondLst>
                                            <p:cond delay="999"/>
                                          </p:stCondLst>
                                        </p:cTn>
                                        <p:tgtEl>
                                          <p:spTgt spid="10"/>
                                        </p:tgtEl>
                                        <p:attrNameLst>
                                          <p:attrName>style.visibility</p:attrName>
                                        </p:attrNameLst>
                                      </p:cBhvr>
                                      <p:to>
                                        <p:strVal val="hidden"/>
                                      </p:to>
                                    </p:set>
                                  </p:childTnLst>
                                </p:cTn>
                              </p:par>
                              <p:par>
                                <p:cTn id="58" presetID="42" presetClass="entr" presetSubtype="0" fill="hold" grpId="0" nodeType="withEffect">
                                  <p:stCondLst>
                                    <p:cond delay="500"/>
                                  </p:stCondLst>
                                  <p:childTnLst>
                                    <p:set>
                                      <p:cBhvr>
                                        <p:cTn id="59" dur="1" fill="hold">
                                          <p:stCondLst>
                                            <p:cond delay="0"/>
                                          </p:stCondLst>
                                        </p:cTn>
                                        <p:tgtEl>
                                          <p:spTgt spid="8"/>
                                        </p:tgtEl>
                                        <p:attrNameLst>
                                          <p:attrName>style.visibility</p:attrName>
                                        </p:attrNameLst>
                                      </p:cBhvr>
                                      <p:to>
                                        <p:strVal val="visible"/>
                                      </p:to>
                                    </p:set>
                                    <p:animEffect transition="in" filter="fade">
                                      <p:cBhvr>
                                        <p:cTn id="60" dur="1000"/>
                                        <p:tgtEl>
                                          <p:spTgt spid="8"/>
                                        </p:tgtEl>
                                      </p:cBhvr>
                                    </p:animEffect>
                                    <p:anim calcmode="lin" valueType="num">
                                      <p:cBhvr>
                                        <p:cTn id="61" dur="1000" fill="hold"/>
                                        <p:tgtEl>
                                          <p:spTgt spid="8"/>
                                        </p:tgtEl>
                                        <p:attrNameLst>
                                          <p:attrName>ppt_x</p:attrName>
                                        </p:attrNameLst>
                                      </p:cBhvr>
                                      <p:tavLst>
                                        <p:tav tm="0">
                                          <p:val>
                                            <p:strVal val="#ppt_x"/>
                                          </p:val>
                                        </p:tav>
                                        <p:tav tm="100000">
                                          <p:val>
                                            <p:strVal val="#ppt_x"/>
                                          </p:val>
                                        </p:tav>
                                      </p:tavLst>
                                    </p:anim>
                                    <p:anim calcmode="lin" valueType="num">
                                      <p:cBhvr>
                                        <p:cTn id="6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7" presetClass="exit" presetSubtype="0" fill="hold" grpId="1" nodeType="clickEffect">
                                  <p:stCondLst>
                                    <p:cond delay="0"/>
                                  </p:stCondLst>
                                  <p:childTnLst>
                                    <p:animEffect transition="out" filter="fade">
                                      <p:cBhvr>
                                        <p:cTn id="66" dur="1000"/>
                                        <p:tgtEl>
                                          <p:spTgt spid="8"/>
                                        </p:tgtEl>
                                      </p:cBhvr>
                                    </p:animEffect>
                                    <p:anim calcmode="lin" valueType="num">
                                      <p:cBhvr>
                                        <p:cTn id="67" dur="1000"/>
                                        <p:tgtEl>
                                          <p:spTgt spid="8"/>
                                        </p:tgtEl>
                                        <p:attrNameLst>
                                          <p:attrName>ppt_x</p:attrName>
                                        </p:attrNameLst>
                                      </p:cBhvr>
                                      <p:tavLst>
                                        <p:tav tm="0">
                                          <p:val>
                                            <p:strVal val="ppt_x"/>
                                          </p:val>
                                        </p:tav>
                                        <p:tav tm="100000">
                                          <p:val>
                                            <p:strVal val="ppt_x"/>
                                          </p:val>
                                        </p:tav>
                                      </p:tavLst>
                                    </p:anim>
                                    <p:anim calcmode="lin" valueType="num">
                                      <p:cBhvr>
                                        <p:cTn id="68" dur="1000"/>
                                        <p:tgtEl>
                                          <p:spTgt spid="8"/>
                                        </p:tgtEl>
                                        <p:attrNameLst>
                                          <p:attrName>ppt_y</p:attrName>
                                        </p:attrNameLst>
                                      </p:cBhvr>
                                      <p:tavLst>
                                        <p:tav tm="0">
                                          <p:val>
                                            <p:strVal val="ppt_y"/>
                                          </p:val>
                                        </p:tav>
                                        <p:tav tm="100000">
                                          <p:val>
                                            <p:strVal val="ppt_y-.1"/>
                                          </p:val>
                                        </p:tav>
                                      </p:tavLst>
                                    </p:anim>
                                    <p:set>
                                      <p:cBhvr>
                                        <p:cTn id="69"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1"/>
      <p:bldP spid="6" grpId="0"/>
      <p:bldP spid="6" grpId="1"/>
      <p:bldP spid="7" grpId="0"/>
      <p:bldP spid="7" grpId="1"/>
      <p:bldP spid="8" grpId="0"/>
      <p:bldP spid="8" grpId="1"/>
      <p:bldP spid="9" grpId="0"/>
      <p:bldP spid="9" grpId="1"/>
      <p:bldP spid="10" grpId="0"/>
      <p:bldP spid="10"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6" name="Google Shape;383;p16">
            <a:extLst>
              <a:ext uri="{FF2B5EF4-FFF2-40B4-BE49-F238E27FC236}">
                <a16:creationId xmlns:a16="http://schemas.microsoft.com/office/drawing/2014/main" id="{882FDE27-0E09-C188-CD4F-73C07EF8CC97}"/>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2</a:t>
            </a:r>
            <a:endParaRPr sz="1800" dirty="0">
              <a:solidFill>
                <a:srgbClr val="F4F2EB"/>
              </a:solidFill>
            </a:endParaRPr>
          </a:p>
        </p:txBody>
      </p:sp>
      <p:sp>
        <p:nvSpPr>
          <p:cNvPr id="3" name="Rechteck 2">
            <a:extLst>
              <a:ext uri="{FF2B5EF4-FFF2-40B4-BE49-F238E27FC236}">
                <a16:creationId xmlns:a16="http://schemas.microsoft.com/office/drawing/2014/main" id="{44E4D0A5-55F5-3CFC-91D7-8CF5C43D13E9}"/>
              </a:ext>
            </a:extLst>
          </p:cNvPr>
          <p:cNvSpPr/>
          <p:nvPr/>
        </p:nvSpPr>
        <p:spPr>
          <a:xfrm>
            <a:off x="9077557" y="0"/>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Der Unterschied zwischen Photovoltaik und Solarthermie</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ea typeface="Fira Sans Extra Condensed"/>
                <a:cs typeface="Fira Sans Extra Condensed"/>
                <a:sym typeface="Fira Sans Extra Condensed"/>
              </a:rPr>
              <a:t>1</a:t>
            </a:r>
            <a:endParaRPr sz="1800" dirty="0">
              <a:solidFill>
                <a:srgbClr val="F4F2EB"/>
              </a:solidFill>
            </a:endParaRPr>
          </a:p>
        </p:txBody>
      </p:sp>
      <p:sp>
        <p:nvSpPr>
          <p:cNvPr id="7" name="Textfeld 6">
            <a:extLst>
              <a:ext uri="{FF2B5EF4-FFF2-40B4-BE49-F238E27FC236}">
                <a16:creationId xmlns:a16="http://schemas.microsoft.com/office/drawing/2014/main" id="{A98C7363-8915-50FF-E279-BC1CCFA558E9}"/>
              </a:ext>
            </a:extLst>
          </p:cNvPr>
          <p:cNvSpPr txBox="1"/>
          <p:nvPr/>
        </p:nvSpPr>
        <p:spPr>
          <a:xfrm>
            <a:off x="809879" y="984250"/>
            <a:ext cx="7840312" cy="1754326"/>
          </a:xfrm>
          <a:prstGeom prst="rect">
            <a:avLst/>
          </a:prstGeom>
          <a:noFill/>
        </p:spPr>
        <p:txBody>
          <a:bodyPr wrap="square" rtlCol="0">
            <a:spAutoFit/>
          </a:bodyPr>
          <a:lstStyle/>
          <a:p>
            <a:pPr marL="742950" indent="-285750" fontAlgn="base">
              <a:buFont typeface="Courier New" panose="02070309020205020404" pitchFamily="49" charset="0"/>
              <a:buChar char="o"/>
            </a:pPr>
            <a:r>
              <a:rPr lang="de-DE" sz="1800" dirty="0">
                <a:latin typeface="Roboto" panose="02000000000000000000" pitchFamily="2" charset="0"/>
                <a:ea typeface="Roboto" panose="02000000000000000000" pitchFamily="2" charset="0"/>
              </a:rPr>
              <a:t>Photovoltaik ist wie vorhin erklärt der Vorgang bei dem Elektrischer Strom erzeugt wird</a:t>
            </a:r>
          </a:p>
          <a:p>
            <a:pPr marL="457200" fontAlgn="base"/>
            <a:endParaRPr lang="de-DE" sz="1800" b="0" i="0" u="none" strike="noStrike" dirty="0">
              <a:solidFill>
                <a:srgbClr val="000000"/>
              </a:solidFill>
              <a:effectLst/>
              <a:latin typeface="Roboto" panose="02000000000000000000" pitchFamily="2" charset="0"/>
              <a:ea typeface="Roboto" panose="02000000000000000000" pitchFamily="2" charset="0"/>
            </a:endParaRPr>
          </a:p>
          <a:p>
            <a:pPr marL="742950" indent="-285750" fontAlgn="base">
              <a:buFont typeface="Courier New" panose="02070309020205020404" pitchFamily="49" charset="0"/>
              <a:buChar char="o"/>
            </a:pPr>
            <a:r>
              <a:rPr lang="de-DE" sz="1800" dirty="0">
                <a:latin typeface="Roboto" panose="02000000000000000000" pitchFamily="2" charset="0"/>
                <a:ea typeface="Roboto" panose="02000000000000000000" pitchFamily="2" charset="0"/>
              </a:rPr>
              <a:t>Solarthermie ist dafür da die Bewegungsenergie in Wärmeenergie umgewandelt wird</a:t>
            </a:r>
            <a:br>
              <a:rPr lang="de-DE" sz="1800" dirty="0">
                <a:latin typeface="Roboto" panose="02000000000000000000" pitchFamily="2" charset="0"/>
                <a:ea typeface="Roboto" panose="02000000000000000000" pitchFamily="2" charset="0"/>
              </a:rPr>
            </a:br>
            <a:endParaRPr lang="de-DE" sz="1800" dirty="0">
              <a:latin typeface="Roboto" panose="02000000000000000000" pitchFamily="2" charset="0"/>
              <a:ea typeface="Roboto" panose="02000000000000000000" pitchFamily="2" charset="0"/>
            </a:endParaRPr>
          </a:p>
        </p:txBody>
      </p:sp>
      <p:sp>
        <p:nvSpPr>
          <p:cNvPr id="9" name="Textfeld 8">
            <a:extLst>
              <a:ext uri="{FF2B5EF4-FFF2-40B4-BE49-F238E27FC236}">
                <a16:creationId xmlns:a16="http://schemas.microsoft.com/office/drawing/2014/main" id="{D12254F1-E1B2-00A5-7BC1-69F674BBB559}"/>
              </a:ext>
            </a:extLst>
          </p:cNvPr>
          <p:cNvSpPr txBox="1"/>
          <p:nvPr/>
        </p:nvSpPr>
        <p:spPr>
          <a:xfrm>
            <a:off x="8032749" y="4835723"/>
            <a:ext cx="1099343" cy="307777"/>
          </a:xfrm>
          <a:prstGeom prst="rect">
            <a:avLst/>
          </a:prstGeom>
          <a:solidFill>
            <a:srgbClr val="3F5E98"/>
          </a:solidFill>
          <a:ln>
            <a:solidFill>
              <a:srgbClr val="3F5E98"/>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(Q9)</a:t>
            </a:r>
          </a:p>
        </p:txBody>
      </p:sp>
    </p:spTree>
    <p:extLst>
      <p:ext uri="{BB962C8B-B14F-4D97-AF65-F5344CB8AC3E}">
        <p14:creationId xmlns:p14="http://schemas.microsoft.com/office/powerpoint/2010/main" val="1141077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iterate type="lt">
                                    <p:tmPct val="100"/>
                                  </p:iterate>
                                  <p:childTnLst>
                                    <p:set>
                                      <p:cBhvr>
                                        <p:cTn id="6" dur="1" fill="hold">
                                          <p:stCondLst>
                                            <p:cond delay="0"/>
                                          </p:stCondLst>
                                        </p:cTn>
                                        <p:tgtEl>
                                          <p:spTgt spid="7">
                                            <p:txEl>
                                              <p:pRg st="2" end="2"/>
                                            </p:txEl>
                                          </p:spTgt>
                                        </p:tgtEl>
                                        <p:attrNameLst>
                                          <p:attrName>style.visibility</p:attrName>
                                        </p:attrNameLst>
                                      </p:cBhvr>
                                      <p:to>
                                        <p:strVal val="visible"/>
                                      </p:to>
                                    </p:set>
                                    <p:animEffect transition="in" filter="fade">
                                      <p:cBhvr>
                                        <p:cTn id="7" dur="1000"/>
                                        <p:tgtEl>
                                          <p:spTgt spid="7">
                                            <p:txEl>
                                              <p:pRg st="2" end="2"/>
                                            </p:txEl>
                                          </p:spTgt>
                                        </p:tgtEl>
                                      </p:cBhvr>
                                    </p:animEffect>
                                    <p:anim calcmode="lin" valueType="num">
                                      <p:cBhvr>
                                        <p:cTn id="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6" name="Google Shape;383;p16">
            <a:extLst>
              <a:ext uri="{FF2B5EF4-FFF2-40B4-BE49-F238E27FC236}">
                <a16:creationId xmlns:a16="http://schemas.microsoft.com/office/drawing/2014/main" id="{882FDE27-0E09-C188-CD4F-73C07EF8CC97}"/>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2</a:t>
            </a:r>
            <a:endParaRPr sz="1800" dirty="0">
              <a:solidFill>
                <a:srgbClr val="F4F2EB"/>
              </a:solidFill>
            </a:endParaRPr>
          </a:p>
        </p:txBody>
      </p:sp>
      <p:sp>
        <p:nvSpPr>
          <p:cNvPr id="3" name="Rechteck 2">
            <a:extLst>
              <a:ext uri="{FF2B5EF4-FFF2-40B4-BE49-F238E27FC236}">
                <a16:creationId xmlns:a16="http://schemas.microsoft.com/office/drawing/2014/main" id="{44E4D0A5-55F5-3CFC-91D7-8CF5C43D13E9}"/>
              </a:ext>
            </a:extLst>
          </p:cNvPr>
          <p:cNvSpPr/>
          <p:nvPr/>
        </p:nvSpPr>
        <p:spPr>
          <a:xfrm>
            <a:off x="9077557" y="0"/>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Was ist der Wirkungsgrad</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ea typeface="Fira Sans Extra Condensed"/>
                <a:cs typeface="Fira Sans Extra Condensed"/>
                <a:sym typeface="Fira Sans Extra Condensed"/>
              </a:rPr>
              <a:t>1</a:t>
            </a:r>
            <a:endParaRPr sz="1800" dirty="0">
              <a:solidFill>
                <a:srgbClr val="F4F2EB"/>
              </a:solidFill>
            </a:endParaRPr>
          </a:p>
        </p:txBody>
      </p:sp>
      <p:sp>
        <p:nvSpPr>
          <p:cNvPr id="7" name="Textfeld 6">
            <a:extLst>
              <a:ext uri="{FF2B5EF4-FFF2-40B4-BE49-F238E27FC236}">
                <a16:creationId xmlns:a16="http://schemas.microsoft.com/office/drawing/2014/main" id="{A98C7363-8915-50FF-E279-BC1CCFA558E9}"/>
              </a:ext>
            </a:extLst>
          </p:cNvPr>
          <p:cNvSpPr txBox="1"/>
          <p:nvPr/>
        </p:nvSpPr>
        <p:spPr>
          <a:xfrm>
            <a:off x="809879" y="984250"/>
            <a:ext cx="7840312" cy="2308324"/>
          </a:xfrm>
          <a:prstGeom prst="rect">
            <a:avLst/>
          </a:prstGeom>
          <a:noFill/>
        </p:spPr>
        <p:txBody>
          <a:bodyPr wrap="square" rtlCol="0">
            <a:spAutoFit/>
          </a:bodyPr>
          <a:lstStyle/>
          <a:p>
            <a:pPr marL="742950" indent="-285750" fontAlgn="base">
              <a:buFont typeface="Courier New" panose="02070309020205020404" pitchFamily="49" charset="0"/>
              <a:buChar char="o"/>
            </a:pPr>
            <a:r>
              <a:rPr lang="de-DE" sz="1800" dirty="0">
                <a:latin typeface="Roboto" panose="02000000000000000000" pitchFamily="2" charset="0"/>
                <a:ea typeface="Roboto" panose="02000000000000000000" pitchFamily="2" charset="0"/>
              </a:rPr>
              <a:t>Der Wirkungsgrad beschreibt die menge an Energie die, die Zelle ,das Modul oder die gesamte Anlage in Strom umgewandelt wird. Kurzes Beispiel von der Chemikerin Mai Thi Nguyen-Kim Also ein Auto was mit einem synthetischen Kraftstoff fährt hat einen wirkungsgrad von 40% das heißt die hinzugefügte Energie wird nur zu 40% in Bewegungsenergie umgewandelt. der Rest wird in andere Energien umgewandelt ,da Energie nicht verloren geht.(Erster Satz der Thermodynamik)</a:t>
            </a:r>
          </a:p>
        </p:txBody>
      </p:sp>
      <p:sp>
        <p:nvSpPr>
          <p:cNvPr id="8" name="Textfeld 7">
            <a:extLst>
              <a:ext uri="{FF2B5EF4-FFF2-40B4-BE49-F238E27FC236}">
                <a16:creationId xmlns:a16="http://schemas.microsoft.com/office/drawing/2014/main" id="{77DC9DD0-4C43-1138-0A03-3F92A936DF58}"/>
              </a:ext>
            </a:extLst>
          </p:cNvPr>
          <p:cNvSpPr txBox="1"/>
          <p:nvPr/>
        </p:nvSpPr>
        <p:spPr>
          <a:xfrm>
            <a:off x="8032749" y="4835723"/>
            <a:ext cx="1099343" cy="307777"/>
          </a:xfrm>
          <a:prstGeom prst="rect">
            <a:avLst/>
          </a:prstGeom>
          <a:solidFill>
            <a:srgbClr val="3F5E98"/>
          </a:solidFill>
          <a:ln>
            <a:solidFill>
              <a:srgbClr val="3F5E98"/>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(Q2)</a:t>
            </a:r>
          </a:p>
        </p:txBody>
      </p:sp>
    </p:spTree>
    <p:extLst>
      <p:ext uri="{BB962C8B-B14F-4D97-AF65-F5344CB8AC3E}">
        <p14:creationId xmlns:p14="http://schemas.microsoft.com/office/powerpoint/2010/main" val="5125918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iterate type="lt">
                                    <p:tmPct val="1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6" name="Google Shape;383;p16">
            <a:extLst>
              <a:ext uri="{FF2B5EF4-FFF2-40B4-BE49-F238E27FC236}">
                <a16:creationId xmlns:a16="http://schemas.microsoft.com/office/drawing/2014/main" id="{882FDE27-0E09-C188-CD4F-73C07EF8CC97}"/>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2</a:t>
            </a:r>
            <a:endParaRPr sz="1800" dirty="0">
              <a:solidFill>
                <a:srgbClr val="F4F2EB"/>
              </a:solidFill>
            </a:endParaRPr>
          </a:p>
        </p:txBody>
      </p:sp>
      <p:sp>
        <p:nvSpPr>
          <p:cNvPr id="3" name="Rechteck 2">
            <a:extLst>
              <a:ext uri="{FF2B5EF4-FFF2-40B4-BE49-F238E27FC236}">
                <a16:creationId xmlns:a16="http://schemas.microsoft.com/office/drawing/2014/main" id="{44E4D0A5-55F5-3CFC-91D7-8CF5C43D13E9}"/>
              </a:ext>
            </a:extLst>
          </p:cNvPr>
          <p:cNvSpPr/>
          <p:nvPr/>
        </p:nvSpPr>
        <p:spPr>
          <a:xfrm>
            <a:off x="9077557" y="0"/>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Wie ist der Wirkungsgrad</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3F5E98"/>
          </a:solidFill>
          <a:ln w="38100" cap="flat" cmpd="sng">
            <a:solidFill>
              <a:srgbClr val="3F5E98"/>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ea typeface="Fira Sans Extra Condensed"/>
                <a:cs typeface="Fira Sans Extra Condensed"/>
                <a:sym typeface="Fira Sans Extra Condensed"/>
              </a:rPr>
              <a:t>1</a:t>
            </a:r>
            <a:endParaRPr sz="1800" dirty="0">
              <a:solidFill>
                <a:srgbClr val="F4F2EB"/>
              </a:solidFill>
            </a:endParaRPr>
          </a:p>
        </p:txBody>
      </p:sp>
      <p:sp>
        <p:nvSpPr>
          <p:cNvPr id="5" name="Rechteck 4">
            <a:extLst>
              <a:ext uri="{FF2B5EF4-FFF2-40B4-BE49-F238E27FC236}">
                <a16:creationId xmlns:a16="http://schemas.microsoft.com/office/drawing/2014/main" id="{F90BE68E-7319-EA82-55D5-C3E7B658ACBE}"/>
              </a:ext>
            </a:extLst>
          </p:cNvPr>
          <p:cNvSpPr/>
          <p:nvPr/>
        </p:nvSpPr>
        <p:spPr>
          <a:xfrm>
            <a:off x="9076942" y="-5172075"/>
            <a:ext cx="55151" cy="5143500"/>
          </a:xfrm>
          <a:prstGeom prst="rect">
            <a:avLst/>
          </a:prstGeom>
          <a:solidFill>
            <a:srgbClr val="16AF37"/>
          </a:solidFill>
          <a:ln>
            <a:solidFill>
              <a:srgbClr val="16AF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A98C7363-8915-50FF-E279-BC1CCFA558E9}"/>
              </a:ext>
            </a:extLst>
          </p:cNvPr>
          <p:cNvSpPr txBox="1"/>
          <p:nvPr/>
        </p:nvSpPr>
        <p:spPr>
          <a:xfrm>
            <a:off x="809879" y="984250"/>
            <a:ext cx="7840312" cy="1754326"/>
          </a:xfrm>
          <a:prstGeom prst="rect">
            <a:avLst/>
          </a:prstGeom>
          <a:noFill/>
        </p:spPr>
        <p:txBody>
          <a:bodyPr wrap="square" rtlCol="0">
            <a:spAutoFit/>
          </a:bodyPr>
          <a:lstStyle/>
          <a:p>
            <a:pPr marL="742950" indent="-285750" fontAlgn="base">
              <a:buFont typeface="Courier New" panose="02070309020205020404" pitchFamily="49" charset="0"/>
              <a:buChar char="o"/>
            </a:pPr>
            <a:r>
              <a:rPr lang="de-DE" sz="1800" dirty="0">
                <a:latin typeface="Roboto" panose="02000000000000000000" pitchFamily="2" charset="0"/>
                <a:ea typeface="Roboto" panose="02000000000000000000" pitchFamily="2" charset="0"/>
              </a:rPr>
              <a:t>der wirkungsgrad einer Photovoltaikanlage wird aus der Gemessenen Sonneneinstrahlung ,der anlagen große und dem genauen wirkungsgrad des einzelnen solar Moduls. Die Photovoltaikanlage insgesamt hat im durchschnitt einen wirkungsgrad von 65% bis 75%</a:t>
            </a:r>
            <a:br>
              <a:rPr lang="de-DE" sz="1800" dirty="0">
                <a:latin typeface="Roboto" panose="02000000000000000000" pitchFamily="2" charset="0"/>
                <a:ea typeface="Roboto" panose="02000000000000000000" pitchFamily="2" charset="0"/>
              </a:rPr>
            </a:br>
            <a:endParaRPr lang="de-DE" sz="1800" dirty="0">
              <a:latin typeface="Roboto" panose="02000000000000000000" pitchFamily="2" charset="0"/>
              <a:ea typeface="Roboto" panose="02000000000000000000" pitchFamily="2" charset="0"/>
            </a:endParaRPr>
          </a:p>
        </p:txBody>
      </p:sp>
      <p:sp>
        <p:nvSpPr>
          <p:cNvPr id="8" name="Textfeld 7">
            <a:extLst>
              <a:ext uri="{FF2B5EF4-FFF2-40B4-BE49-F238E27FC236}">
                <a16:creationId xmlns:a16="http://schemas.microsoft.com/office/drawing/2014/main" id="{3269888F-C4B8-DEED-EEFB-C407B65C70B3}"/>
              </a:ext>
            </a:extLst>
          </p:cNvPr>
          <p:cNvSpPr txBox="1"/>
          <p:nvPr/>
        </p:nvSpPr>
        <p:spPr>
          <a:xfrm>
            <a:off x="8032749" y="4835723"/>
            <a:ext cx="1099343" cy="307777"/>
          </a:xfrm>
          <a:prstGeom prst="rect">
            <a:avLst/>
          </a:prstGeom>
          <a:solidFill>
            <a:srgbClr val="3F5E98"/>
          </a:solidFill>
          <a:ln>
            <a:solidFill>
              <a:srgbClr val="3F5E98"/>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(Q2)</a:t>
            </a:r>
          </a:p>
        </p:txBody>
      </p:sp>
    </p:spTree>
    <p:extLst>
      <p:ext uri="{BB962C8B-B14F-4D97-AF65-F5344CB8AC3E}">
        <p14:creationId xmlns:p14="http://schemas.microsoft.com/office/powerpoint/2010/main" val="35001124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iterate type="lt">
                                    <p:tmPct val="100"/>
                                  </p:iterate>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1"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730806F-C8A6-A72D-2529-636F4BF4C89F}"/>
              </a:ext>
            </a:extLst>
          </p:cNvPr>
          <p:cNvSpPr/>
          <p:nvPr/>
        </p:nvSpPr>
        <p:spPr>
          <a:xfrm>
            <a:off x="15706" y="-18197"/>
            <a:ext cx="9144000" cy="5152598"/>
          </a:xfrm>
          <a:prstGeom prst="rect">
            <a:avLst/>
          </a:prstGeom>
          <a:solidFill>
            <a:srgbClr val="F4F2EB"/>
          </a:solidFill>
          <a:ln>
            <a:solidFill>
              <a:srgbClr val="F4F2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3" name="Rechteck 2">
            <a:extLst>
              <a:ext uri="{FF2B5EF4-FFF2-40B4-BE49-F238E27FC236}">
                <a16:creationId xmlns:a16="http://schemas.microsoft.com/office/drawing/2014/main" id="{44E4D0A5-55F5-3CFC-91D7-8CF5C43D13E9}"/>
              </a:ext>
            </a:extLst>
          </p:cNvPr>
          <p:cNvSpPr/>
          <p:nvPr/>
        </p:nvSpPr>
        <p:spPr>
          <a:xfrm>
            <a:off x="9090016" y="5143500"/>
            <a:ext cx="55151" cy="5143500"/>
          </a:xfrm>
          <a:prstGeom prst="rect">
            <a:avLst/>
          </a:prstGeom>
          <a:solidFill>
            <a:srgbClr val="3F5E98"/>
          </a:solidFill>
          <a:ln>
            <a:solidFill>
              <a:srgbClr val="3F5E9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2919000" y="2386050"/>
            <a:ext cx="8000459" cy="371400"/>
          </a:xfrm>
        </p:spPr>
        <p:txBody>
          <a:bodyPr>
            <a:normAutofit fontScale="90000"/>
          </a:bodyPr>
          <a:lstStyle/>
          <a:p>
            <a:pPr marL="0" lvl="0" indent="0" algn="l" rtl="0">
              <a:spcBef>
                <a:spcPts val="0"/>
              </a:spcBef>
              <a:spcAft>
                <a:spcPts val="0"/>
              </a:spcAft>
              <a:buNone/>
            </a:pPr>
            <a:r>
              <a:rPr lang="de-DE" sz="2800" b="1" dirty="0">
                <a:solidFill>
                  <a:schemeClr val="dk1"/>
                </a:solidFill>
                <a:latin typeface="Fira Sans Extra Condensed"/>
                <a:ea typeface="Fira Sans Extra Condensed"/>
                <a:cs typeface="Fira Sans Extra Condensed"/>
                <a:sym typeface="Fira Sans Extra Condensed"/>
              </a:rPr>
              <a:t>Beeinflussung der Umwelt</a:t>
            </a:r>
          </a:p>
        </p:txBody>
      </p:sp>
      <p:sp>
        <p:nvSpPr>
          <p:cNvPr id="4" name="Google Shape;383;p16">
            <a:extLst>
              <a:ext uri="{FF2B5EF4-FFF2-40B4-BE49-F238E27FC236}">
                <a16:creationId xmlns:a16="http://schemas.microsoft.com/office/drawing/2014/main" id="{F9B6C7FE-A99C-8A50-193A-76A0F4B97698}"/>
              </a:ext>
            </a:extLst>
          </p:cNvPr>
          <p:cNvSpPr/>
          <p:nvPr/>
        </p:nvSpPr>
        <p:spPr>
          <a:xfrm>
            <a:off x="-2689860" y="9099"/>
            <a:ext cx="5379720" cy="5143499"/>
          </a:xfrm>
          <a:prstGeom prst="ellipse">
            <a:avLst/>
          </a:prstGeom>
          <a:solidFill>
            <a:srgbClr val="16AF37"/>
          </a:solidFill>
          <a:ln w="38100" cap="flat" cmpd="sng">
            <a:solidFill>
              <a:srgbClr val="16AF37"/>
            </a:solidFill>
            <a:prstDash val="solid"/>
            <a:round/>
            <a:headEnd type="none" w="sm" len="sm"/>
            <a:tailEnd type="none" w="sm" len="sm"/>
          </a:ln>
        </p:spPr>
        <p:txBody>
          <a:bodyPr spcFirstLastPara="1" wrap="square" lIns="0" tIns="0" rIns="0" bIns="0" anchor="ctr" anchorCtr="0">
            <a:noAutofit/>
          </a:bodyPr>
          <a:lstStyle/>
          <a:p>
            <a:pPr marL="0" lvl="0" indent="0" algn="r" rtl="0">
              <a:spcBef>
                <a:spcPts val="0"/>
              </a:spcBef>
              <a:spcAft>
                <a:spcPts val="0"/>
              </a:spcAft>
              <a:buNone/>
            </a:pPr>
            <a:r>
              <a:rPr lang="en" sz="9600" b="1" dirty="0">
                <a:solidFill>
                  <a:srgbClr val="F4F2EB"/>
                </a:solidFill>
                <a:latin typeface="Fira Sans Extra Condensed"/>
                <a:ea typeface="Fira Sans Extra Condensed"/>
                <a:cs typeface="Fira Sans Extra Condensed"/>
                <a:sym typeface="Fira Sans Extra Condensed"/>
              </a:rPr>
              <a:t>2</a:t>
            </a:r>
            <a:endParaRPr sz="9600" dirty="0">
              <a:solidFill>
                <a:srgbClr val="F4F2EB"/>
              </a:solidFill>
            </a:endParaRPr>
          </a:p>
        </p:txBody>
      </p:sp>
      <p:sp>
        <p:nvSpPr>
          <p:cNvPr id="5" name="Rechteck 4">
            <a:extLst>
              <a:ext uri="{FF2B5EF4-FFF2-40B4-BE49-F238E27FC236}">
                <a16:creationId xmlns:a16="http://schemas.microsoft.com/office/drawing/2014/main" id="{F90BE68E-7319-EA82-55D5-C3E7B658ACBE}"/>
              </a:ext>
            </a:extLst>
          </p:cNvPr>
          <p:cNvSpPr/>
          <p:nvPr/>
        </p:nvSpPr>
        <p:spPr>
          <a:xfrm>
            <a:off x="9088205" y="-13648"/>
            <a:ext cx="55151" cy="5143500"/>
          </a:xfrm>
          <a:prstGeom prst="rect">
            <a:avLst/>
          </a:prstGeom>
          <a:solidFill>
            <a:srgbClr val="16AF37"/>
          </a:solidFill>
          <a:ln>
            <a:solidFill>
              <a:srgbClr val="16AF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6FF56C7D-0379-1B88-5802-62D211F1BC99}"/>
              </a:ext>
            </a:extLst>
          </p:cNvPr>
          <p:cNvSpPr txBox="1"/>
          <p:nvPr/>
        </p:nvSpPr>
        <p:spPr>
          <a:xfrm>
            <a:off x="8050363" y="5161697"/>
            <a:ext cx="1092993" cy="307777"/>
          </a:xfrm>
          <a:prstGeom prst="rect">
            <a:avLst/>
          </a:prstGeom>
          <a:solidFill>
            <a:srgbClr val="16AF37"/>
          </a:solidFill>
          <a:ln>
            <a:solidFill>
              <a:srgbClr val="16AF37"/>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(Q7)</a:t>
            </a:r>
          </a:p>
        </p:txBody>
      </p:sp>
    </p:spTree>
    <p:extLst>
      <p:ext uri="{BB962C8B-B14F-4D97-AF65-F5344CB8AC3E}">
        <p14:creationId xmlns:p14="http://schemas.microsoft.com/office/powerpoint/2010/main" val="2771401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16AF37"/>
          </a:solidFill>
          <a:ln>
            <a:solidFill>
              <a:srgbClr val="16AF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Wird die Umwelt durch die Anlage beeinflusst?</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16AF37"/>
          </a:solidFill>
          <a:ln w="38100" cap="flat" cmpd="sng">
            <a:solidFill>
              <a:srgbClr val="16AF37"/>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2</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3939540"/>
          </a:xfrm>
          <a:prstGeom prst="rect">
            <a:avLst/>
          </a:prstGeom>
          <a:noFill/>
        </p:spPr>
        <p:txBody>
          <a:bodyPr wrap="square" rtlCol="0">
            <a:spAutoFit/>
          </a:bodyPr>
          <a:lstStyle/>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Die bei der Herstellung verbrauchte Energie wird in der Regel innerhalb eines Jahres wiederhergestellt. "Laut Umweltbundesamt stecken in Photovoltaik-Modulen keine Rohstoffe, die weltweit knapp oder in der Beschaffung problematisch sind.”</a:t>
            </a:r>
          </a:p>
          <a:p>
            <a:pPr marL="285750" indent="-285750">
              <a:buFont typeface="Courier New" panose="02070309020205020404" pitchFamily="49" charset="0"/>
              <a:buChar char="o"/>
            </a:pPr>
            <a:endParaRPr lang="de-DE" sz="800" dirty="0">
              <a:latin typeface="Roboto" panose="02000000000000000000" pitchFamily="2" charset="0"/>
              <a:ea typeface="Roboto" panose="02000000000000000000" pitchFamily="2" charset="0"/>
            </a:endParaRPr>
          </a:p>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Die PV-Module werden momentan noch häufig mit Blei hergestellt welches ein Gift  ist aber Die EU plant für 2023 eine Ökodesign Richtlinie für Photovoltaik-Module wo ein Grenzwert für Blei eingeführt wird um Bleifreie Alternativen zu etablieren.</a:t>
            </a:r>
          </a:p>
          <a:p>
            <a:pPr marL="285750" indent="-285750">
              <a:buFont typeface="Courier New" panose="02070309020205020404" pitchFamily="49" charset="0"/>
              <a:buChar char="o"/>
            </a:pPr>
            <a:endParaRPr lang="de-DE" sz="800" dirty="0">
              <a:latin typeface="Roboto" panose="02000000000000000000" pitchFamily="2" charset="0"/>
              <a:ea typeface="Roboto" panose="02000000000000000000" pitchFamily="2" charset="0"/>
            </a:endParaRPr>
          </a:p>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Die Deutsche Umwelthilfe erwartet laut manchen Prognosen rund eine Million Tonnen ausrangierter Photovoltaik-Module. Damit wäre dass mehr als zweifachen an unserem momentanen Elektroschrott. Eine Gute </a:t>
            </a:r>
            <a:r>
              <a:rPr lang="de-DE" sz="1800" dirty="0" err="1">
                <a:latin typeface="Roboto" panose="02000000000000000000" pitchFamily="2" charset="0"/>
                <a:ea typeface="Roboto" panose="02000000000000000000" pitchFamily="2" charset="0"/>
              </a:rPr>
              <a:t>wiederverwertung</a:t>
            </a:r>
            <a:r>
              <a:rPr lang="de-DE" sz="1800" dirty="0">
                <a:latin typeface="Roboto" panose="02000000000000000000" pitchFamily="2" charset="0"/>
                <a:ea typeface="Roboto" panose="02000000000000000000" pitchFamily="2" charset="0"/>
              </a:rPr>
              <a:t> des Materials ist also entscheidend so die Umwelthilfe.</a:t>
            </a:r>
          </a:p>
        </p:txBody>
      </p:sp>
      <p:sp>
        <p:nvSpPr>
          <p:cNvPr id="8" name="Textfeld 7">
            <a:extLst>
              <a:ext uri="{FF2B5EF4-FFF2-40B4-BE49-F238E27FC236}">
                <a16:creationId xmlns:a16="http://schemas.microsoft.com/office/drawing/2014/main" id="{05E4869D-5C03-E2AA-0B13-D3E62B216874}"/>
              </a:ext>
            </a:extLst>
          </p:cNvPr>
          <p:cNvSpPr txBox="1"/>
          <p:nvPr/>
        </p:nvSpPr>
        <p:spPr>
          <a:xfrm>
            <a:off x="8039099" y="4835723"/>
            <a:ext cx="1092993" cy="307777"/>
          </a:xfrm>
          <a:prstGeom prst="rect">
            <a:avLst/>
          </a:prstGeom>
          <a:solidFill>
            <a:srgbClr val="16AF37"/>
          </a:solidFill>
          <a:ln>
            <a:solidFill>
              <a:srgbClr val="16AF37"/>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(Q7)</a:t>
            </a:r>
          </a:p>
        </p:txBody>
      </p:sp>
    </p:spTree>
    <p:extLst>
      <p:ext uri="{BB962C8B-B14F-4D97-AF65-F5344CB8AC3E}">
        <p14:creationId xmlns:p14="http://schemas.microsoft.com/office/powerpoint/2010/main" val="19290484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16AF37"/>
          </a:solidFill>
          <a:ln>
            <a:solidFill>
              <a:srgbClr val="16AF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Wird die Anlage durch die Umwelt beeinflusst?</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16AF37"/>
          </a:solidFill>
          <a:ln w="38100" cap="flat" cmpd="sng">
            <a:solidFill>
              <a:srgbClr val="16AF37"/>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2</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1754326"/>
          </a:xfrm>
          <a:prstGeom prst="rect">
            <a:avLst/>
          </a:prstGeom>
          <a:noFill/>
        </p:spPr>
        <p:txBody>
          <a:bodyPr wrap="square" rtlCol="0">
            <a:spAutoFit/>
          </a:bodyPr>
          <a:lstStyle/>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Photovoltaikanlagen produzieren auch bei bewölktem Himmel Strom . allerdings tun sie dies deutlich weniger als bei blauem Himmel. auch Schnee sind für die Pv Module kein Hindernis denn die PV-Module sind jedoch so beschichtet, dass der Schnee normalerweise an ihnen hinab gleitet.</a:t>
            </a:r>
            <a:br>
              <a:rPr lang="de-DE" sz="1800" dirty="0">
                <a:latin typeface="Roboto" panose="02000000000000000000" pitchFamily="2" charset="0"/>
                <a:ea typeface="Roboto" panose="02000000000000000000" pitchFamily="2" charset="0"/>
              </a:rPr>
            </a:br>
            <a:endParaRPr lang="de-DE" sz="1800" dirty="0">
              <a:latin typeface="Roboto" panose="02000000000000000000" pitchFamily="2" charset="0"/>
              <a:ea typeface="Roboto" panose="02000000000000000000" pitchFamily="2" charset="0"/>
            </a:endParaRPr>
          </a:p>
        </p:txBody>
      </p:sp>
      <p:sp>
        <p:nvSpPr>
          <p:cNvPr id="8" name="Textfeld 7">
            <a:extLst>
              <a:ext uri="{FF2B5EF4-FFF2-40B4-BE49-F238E27FC236}">
                <a16:creationId xmlns:a16="http://schemas.microsoft.com/office/drawing/2014/main" id="{05E4869D-5C03-E2AA-0B13-D3E62B216874}"/>
              </a:ext>
            </a:extLst>
          </p:cNvPr>
          <p:cNvSpPr txBox="1"/>
          <p:nvPr/>
        </p:nvSpPr>
        <p:spPr>
          <a:xfrm>
            <a:off x="8039099" y="4835723"/>
            <a:ext cx="1092993" cy="307777"/>
          </a:xfrm>
          <a:prstGeom prst="rect">
            <a:avLst/>
          </a:prstGeom>
          <a:solidFill>
            <a:srgbClr val="16AF37"/>
          </a:solidFill>
          <a:ln>
            <a:solidFill>
              <a:srgbClr val="16AF37"/>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(Q1)</a:t>
            </a:r>
          </a:p>
        </p:txBody>
      </p:sp>
    </p:spTree>
    <p:extLst>
      <p:ext uri="{BB962C8B-B14F-4D97-AF65-F5344CB8AC3E}">
        <p14:creationId xmlns:p14="http://schemas.microsoft.com/office/powerpoint/2010/main" val="7210036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pic>
        <p:nvPicPr>
          <p:cNvPr id="1026" name="Picture 2" descr="Landwirte ernten mit Solarstrom doppelt | Global Ideas | DW | 17.08.2021">
            <a:extLst>
              <a:ext uri="{FF2B5EF4-FFF2-40B4-BE49-F238E27FC236}">
                <a16:creationId xmlns:a16="http://schemas.microsoft.com/office/drawing/2014/main" id="{9C7272BB-B88D-5355-6D02-6E04F4CBEE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1" t="3046" r="164" b="127"/>
          <a:stretch/>
        </p:blipFill>
        <p:spPr bwMode="auto">
          <a:xfrm>
            <a:off x="3812017" y="2816708"/>
            <a:ext cx="3692937" cy="2019015"/>
          </a:xfrm>
          <a:prstGeom prst="roundRect">
            <a:avLst/>
          </a:prstGeom>
          <a:noFill/>
          <a:extLst>
            <a:ext uri="{909E8E84-426E-40DD-AFC4-6F175D3DCCD1}">
              <a14:hiddenFill xmlns:a14="http://schemas.microsoft.com/office/drawing/2010/main">
                <a:solidFill>
                  <a:srgbClr val="FFFFFF"/>
                </a:solidFill>
              </a14:hiddenFill>
            </a:ext>
          </a:extLst>
        </p:spPr>
      </p:pic>
      <p:sp>
        <p:nvSpPr>
          <p:cNvPr id="9" name="Rechteck 8">
            <a:extLst>
              <a:ext uri="{FF2B5EF4-FFF2-40B4-BE49-F238E27FC236}">
                <a16:creationId xmlns:a16="http://schemas.microsoft.com/office/drawing/2014/main" id="{477532CE-A465-8032-6F85-6B66BDB0F497}"/>
              </a:ext>
            </a:extLst>
          </p:cNvPr>
          <p:cNvSpPr/>
          <p:nvPr/>
        </p:nvSpPr>
        <p:spPr>
          <a:xfrm>
            <a:off x="9088848" y="-5143500"/>
            <a:ext cx="55151" cy="5143500"/>
          </a:xfrm>
          <a:prstGeom prst="rect">
            <a:avLst/>
          </a:prstGeom>
          <a:solidFill>
            <a:srgbClr val="BC1823"/>
          </a:solidFill>
          <a:ln>
            <a:solidFill>
              <a:srgbClr val="BC18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Google Shape;383;p16">
            <a:extLst>
              <a:ext uri="{FF2B5EF4-FFF2-40B4-BE49-F238E27FC236}">
                <a16:creationId xmlns:a16="http://schemas.microsoft.com/office/drawing/2014/main" id="{098468EC-E4CE-C196-AF2C-F026CC079A96}"/>
              </a:ext>
            </a:extLst>
          </p:cNvPr>
          <p:cNvSpPr/>
          <p:nvPr/>
        </p:nvSpPr>
        <p:spPr>
          <a:xfrm>
            <a:off x="505078" y="465805"/>
            <a:ext cx="265210" cy="262740"/>
          </a:xfrm>
          <a:prstGeom prst="ellipse">
            <a:avLst/>
          </a:prstGeom>
          <a:solidFill>
            <a:srgbClr val="16AF37"/>
          </a:solidFill>
          <a:ln w="38100" cap="flat" cmpd="sng">
            <a:solidFill>
              <a:srgbClr val="16AF37"/>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3</a:t>
            </a:r>
            <a:endParaRPr sz="1800" dirty="0">
              <a:solidFill>
                <a:srgbClr val="F4F2EB"/>
              </a:solidFill>
            </a:endParaRPr>
          </a:p>
        </p:txBody>
      </p:sp>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16AF37"/>
          </a:solidFill>
          <a:ln>
            <a:solidFill>
              <a:srgbClr val="16AF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Einsatzfelder</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16AF37"/>
          </a:solidFill>
          <a:ln w="38100" cap="flat" cmpd="sng">
            <a:solidFill>
              <a:srgbClr val="16AF37"/>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2</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2031325"/>
          </a:xfrm>
          <a:prstGeom prst="rect">
            <a:avLst/>
          </a:prstGeom>
          <a:noFill/>
        </p:spPr>
        <p:txBody>
          <a:bodyPr wrap="square" rtlCol="0">
            <a:spAutoFit/>
          </a:bodyPr>
          <a:lstStyle/>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Neben der Stromgewinnung zur Netzeinspeisung wird die so genannte Inselanlagen, eingesetzt. Hier kann häufig der Gleichstrom auch direkt genutzt werden wie zum Beispiel bei einem Taschenrechner. Agri-Photovoltaik ist die Doppelnutzung von Agra Landwirtschaft. Dies ist mit geneigt aufgestellten Photovoltaikanlagen möglich es sogar eine darunterliegende Schafweide oder auch der Anbau verschiedener Feldfrüchte möglich</a:t>
            </a:r>
          </a:p>
        </p:txBody>
      </p:sp>
      <p:sp>
        <p:nvSpPr>
          <p:cNvPr id="8" name="Textfeld 7">
            <a:extLst>
              <a:ext uri="{FF2B5EF4-FFF2-40B4-BE49-F238E27FC236}">
                <a16:creationId xmlns:a16="http://schemas.microsoft.com/office/drawing/2014/main" id="{05E4869D-5C03-E2AA-0B13-D3E62B216874}"/>
              </a:ext>
            </a:extLst>
          </p:cNvPr>
          <p:cNvSpPr txBox="1"/>
          <p:nvPr/>
        </p:nvSpPr>
        <p:spPr>
          <a:xfrm>
            <a:off x="7686675" y="4835723"/>
            <a:ext cx="1445418" cy="307777"/>
          </a:xfrm>
          <a:prstGeom prst="rect">
            <a:avLst/>
          </a:prstGeom>
          <a:solidFill>
            <a:srgbClr val="16AF37"/>
          </a:solidFill>
          <a:ln>
            <a:solidFill>
              <a:srgbClr val="16AF37"/>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(Q3 Q16)</a:t>
            </a:r>
          </a:p>
        </p:txBody>
      </p:sp>
    </p:spTree>
    <p:extLst>
      <p:ext uri="{BB962C8B-B14F-4D97-AF65-F5344CB8AC3E}">
        <p14:creationId xmlns:p14="http://schemas.microsoft.com/office/powerpoint/2010/main" val="2613203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50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1000"/>
                                        <p:tgtEl>
                                          <p:spTgt spid="1026"/>
                                        </p:tgtEl>
                                      </p:cBhvr>
                                    </p:animEffect>
                                    <p:anim calcmode="lin" valueType="num">
                                      <p:cBhvr>
                                        <p:cTn id="13" dur="1000" fill="hold"/>
                                        <p:tgtEl>
                                          <p:spTgt spid="1026"/>
                                        </p:tgtEl>
                                        <p:attrNameLst>
                                          <p:attrName>ppt_x</p:attrName>
                                        </p:attrNameLst>
                                      </p:cBhvr>
                                      <p:tavLst>
                                        <p:tav tm="0">
                                          <p:val>
                                            <p:strVal val="#ppt_x"/>
                                          </p:val>
                                        </p:tav>
                                        <p:tav tm="100000">
                                          <p:val>
                                            <p:strVal val="#ppt_x"/>
                                          </p:val>
                                        </p:tav>
                                      </p:tavLst>
                                    </p:anim>
                                    <p:anim calcmode="lin" valueType="num">
                                      <p:cBhvr>
                                        <p:cTn id="14"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730806F-C8A6-A72D-2529-636F4BF4C89F}"/>
              </a:ext>
            </a:extLst>
          </p:cNvPr>
          <p:cNvSpPr/>
          <p:nvPr/>
        </p:nvSpPr>
        <p:spPr>
          <a:xfrm>
            <a:off x="15706" y="-18197"/>
            <a:ext cx="9144000" cy="5152598"/>
          </a:xfrm>
          <a:prstGeom prst="rect">
            <a:avLst/>
          </a:prstGeom>
          <a:solidFill>
            <a:srgbClr val="F4F2EB"/>
          </a:solidFill>
          <a:ln>
            <a:solidFill>
              <a:srgbClr val="F4F2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2919000" y="2386050"/>
            <a:ext cx="8000459" cy="371400"/>
          </a:xfrm>
        </p:spPr>
        <p:txBody>
          <a:bodyPr>
            <a:normAutofit fontScale="90000"/>
          </a:bodyPr>
          <a:lstStyle/>
          <a:p>
            <a:pPr marL="0" lvl="0" indent="0" algn="l" rtl="0">
              <a:spcBef>
                <a:spcPts val="0"/>
              </a:spcBef>
              <a:spcAft>
                <a:spcPts val="0"/>
              </a:spcAft>
              <a:buNone/>
            </a:pPr>
            <a:r>
              <a:rPr lang="de-DE" sz="2800" b="1" dirty="0">
                <a:solidFill>
                  <a:schemeClr val="dk1"/>
                </a:solidFill>
                <a:latin typeface="Fira Sans Extra Condensed"/>
                <a:ea typeface="Fira Sans Extra Condensed"/>
                <a:cs typeface="Fira Sans Extra Condensed"/>
                <a:sym typeface="Fira Sans Extra Condensed"/>
              </a:rPr>
              <a:t>Statistiken </a:t>
            </a:r>
          </a:p>
        </p:txBody>
      </p:sp>
      <p:sp>
        <p:nvSpPr>
          <p:cNvPr id="4" name="Google Shape;383;p16">
            <a:extLst>
              <a:ext uri="{FF2B5EF4-FFF2-40B4-BE49-F238E27FC236}">
                <a16:creationId xmlns:a16="http://schemas.microsoft.com/office/drawing/2014/main" id="{F9B6C7FE-A99C-8A50-193A-76A0F4B97698}"/>
              </a:ext>
            </a:extLst>
          </p:cNvPr>
          <p:cNvSpPr/>
          <p:nvPr/>
        </p:nvSpPr>
        <p:spPr>
          <a:xfrm>
            <a:off x="-2689860" y="9099"/>
            <a:ext cx="5379720" cy="5143499"/>
          </a:xfrm>
          <a:prstGeom prst="ellipse">
            <a:avLst/>
          </a:prstGeom>
          <a:solidFill>
            <a:srgbClr val="BC1823"/>
          </a:solidFill>
          <a:ln w="38100" cap="flat" cmpd="sng">
            <a:solidFill>
              <a:srgbClr val="BC1823"/>
            </a:solidFill>
            <a:prstDash val="solid"/>
            <a:round/>
            <a:headEnd type="none" w="sm" len="sm"/>
            <a:tailEnd type="none" w="sm" len="sm"/>
          </a:ln>
        </p:spPr>
        <p:txBody>
          <a:bodyPr spcFirstLastPara="1" wrap="square" lIns="0" tIns="0" rIns="0" bIns="0" anchor="ctr" anchorCtr="0">
            <a:noAutofit/>
          </a:bodyPr>
          <a:lstStyle/>
          <a:p>
            <a:pPr marL="0" lvl="0" indent="0" algn="r" rtl="0">
              <a:spcBef>
                <a:spcPts val="0"/>
              </a:spcBef>
              <a:spcAft>
                <a:spcPts val="0"/>
              </a:spcAft>
              <a:buNone/>
            </a:pPr>
            <a:r>
              <a:rPr lang="en" sz="9600" b="1" dirty="0">
                <a:solidFill>
                  <a:srgbClr val="F4F2EB"/>
                </a:solidFill>
                <a:latin typeface="Fira Sans Extra Condensed"/>
                <a:ea typeface="Fira Sans Extra Condensed"/>
                <a:cs typeface="Fira Sans Extra Condensed"/>
                <a:sym typeface="Fira Sans Extra Condensed"/>
              </a:rPr>
              <a:t>3</a:t>
            </a:r>
            <a:endParaRPr sz="9600" dirty="0">
              <a:solidFill>
                <a:srgbClr val="F4F2EB"/>
              </a:solidFill>
            </a:endParaRPr>
          </a:p>
        </p:txBody>
      </p:sp>
      <p:sp>
        <p:nvSpPr>
          <p:cNvPr id="5" name="Rechteck 4">
            <a:extLst>
              <a:ext uri="{FF2B5EF4-FFF2-40B4-BE49-F238E27FC236}">
                <a16:creationId xmlns:a16="http://schemas.microsoft.com/office/drawing/2014/main" id="{F90BE68E-7319-EA82-55D5-C3E7B658ACBE}"/>
              </a:ext>
            </a:extLst>
          </p:cNvPr>
          <p:cNvSpPr/>
          <p:nvPr/>
        </p:nvSpPr>
        <p:spPr>
          <a:xfrm>
            <a:off x="9096058" y="5134401"/>
            <a:ext cx="55151" cy="5143500"/>
          </a:xfrm>
          <a:prstGeom prst="rect">
            <a:avLst/>
          </a:prstGeom>
          <a:solidFill>
            <a:srgbClr val="16AF37"/>
          </a:solidFill>
          <a:ln>
            <a:solidFill>
              <a:srgbClr val="16AF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6FF56C7D-0379-1B88-5802-62D211F1BC99}"/>
              </a:ext>
            </a:extLst>
          </p:cNvPr>
          <p:cNvSpPr txBox="1"/>
          <p:nvPr/>
        </p:nvSpPr>
        <p:spPr>
          <a:xfrm>
            <a:off x="8050363" y="5161697"/>
            <a:ext cx="1092993" cy="307777"/>
          </a:xfrm>
          <a:prstGeom prst="rect">
            <a:avLst/>
          </a:prstGeom>
          <a:solidFill>
            <a:srgbClr val="BC1823"/>
          </a:solidFill>
          <a:ln>
            <a:solidFill>
              <a:srgbClr val="BC1823"/>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(Q6)</a:t>
            </a:r>
          </a:p>
        </p:txBody>
      </p:sp>
      <p:sp>
        <p:nvSpPr>
          <p:cNvPr id="9" name="Rechteck 8">
            <a:extLst>
              <a:ext uri="{FF2B5EF4-FFF2-40B4-BE49-F238E27FC236}">
                <a16:creationId xmlns:a16="http://schemas.microsoft.com/office/drawing/2014/main" id="{54E85466-5B21-9F10-6CA2-4B90F467AD57}"/>
              </a:ext>
            </a:extLst>
          </p:cNvPr>
          <p:cNvSpPr/>
          <p:nvPr/>
        </p:nvSpPr>
        <p:spPr>
          <a:xfrm>
            <a:off x="9088849" y="9098"/>
            <a:ext cx="55151" cy="5143500"/>
          </a:xfrm>
          <a:prstGeom prst="rect">
            <a:avLst/>
          </a:prstGeom>
          <a:solidFill>
            <a:srgbClr val="BC1823"/>
          </a:solidFill>
          <a:ln>
            <a:solidFill>
              <a:srgbClr val="BC18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710036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BC1823"/>
          </a:solidFill>
          <a:ln>
            <a:solidFill>
              <a:srgbClr val="BC18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Wie viel elektrische Energie wurde im letzten Jahr erzeugt?</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BC1823"/>
          </a:solidFill>
          <a:ln w="38100" cap="flat" cmpd="sng">
            <a:solidFill>
              <a:srgbClr val="BC182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3</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307777"/>
          </a:xfrm>
          <a:prstGeom prst="rect">
            <a:avLst/>
          </a:prstGeom>
          <a:noFill/>
        </p:spPr>
        <p:txBody>
          <a:bodyPr wrap="square" rtlCol="0">
            <a:spAutoFit/>
          </a:bodyPr>
          <a:lstStyle/>
          <a:p>
            <a:pPr marL="285750" indent="-285750">
              <a:buFont typeface="Courier New" panose="02070309020205020404" pitchFamily="49" charset="0"/>
              <a:buChar char="o"/>
            </a:pPr>
            <a:r>
              <a:rPr lang="de-DE" dirty="0"/>
              <a:t>Im Jahr 2021 wurden 49,99 Terawattstunden in Deutschland durch Photovoltaik erzeugt. </a:t>
            </a:r>
            <a:endParaRPr lang="de-DE" sz="1800" dirty="0"/>
          </a:p>
        </p:txBody>
      </p:sp>
      <p:sp>
        <p:nvSpPr>
          <p:cNvPr id="8" name="Textfeld 7">
            <a:extLst>
              <a:ext uri="{FF2B5EF4-FFF2-40B4-BE49-F238E27FC236}">
                <a16:creationId xmlns:a16="http://schemas.microsoft.com/office/drawing/2014/main" id="{05E4869D-5C03-E2AA-0B13-D3E62B216874}"/>
              </a:ext>
            </a:extLst>
          </p:cNvPr>
          <p:cNvSpPr txBox="1"/>
          <p:nvPr/>
        </p:nvSpPr>
        <p:spPr>
          <a:xfrm>
            <a:off x="7664631" y="4835723"/>
            <a:ext cx="1467461" cy="307777"/>
          </a:xfrm>
          <a:prstGeom prst="rect">
            <a:avLst/>
          </a:prstGeom>
          <a:solidFill>
            <a:srgbClr val="BC1823"/>
          </a:solidFill>
          <a:ln>
            <a:solidFill>
              <a:srgbClr val="BC1823"/>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(Q6 Q17)</a:t>
            </a:r>
          </a:p>
        </p:txBody>
      </p:sp>
      <p:pic>
        <p:nvPicPr>
          <p:cNvPr id="11" name="Grafik 10">
            <a:extLst>
              <a:ext uri="{FF2B5EF4-FFF2-40B4-BE49-F238E27FC236}">
                <a16:creationId xmlns:a16="http://schemas.microsoft.com/office/drawing/2014/main" id="{A0F638C4-363B-11DA-B749-8C959DD050FF}"/>
              </a:ext>
            </a:extLst>
          </p:cNvPr>
          <p:cNvPicPr>
            <a:picLocks noChangeAspect="1"/>
          </p:cNvPicPr>
          <p:nvPr/>
        </p:nvPicPr>
        <p:blipFill>
          <a:blip r:embed="rId2"/>
          <a:stretch>
            <a:fillRect/>
          </a:stretch>
        </p:blipFill>
        <p:spPr>
          <a:xfrm>
            <a:off x="1479369" y="1493402"/>
            <a:ext cx="6185262" cy="3463450"/>
          </a:xfrm>
          <a:prstGeom prst="rect">
            <a:avLst/>
          </a:prstGeom>
        </p:spPr>
      </p:pic>
    </p:spTree>
    <p:extLst>
      <p:ext uri="{BB962C8B-B14F-4D97-AF65-F5344CB8AC3E}">
        <p14:creationId xmlns:p14="http://schemas.microsoft.com/office/powerpoint/2010/main" val="2148222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BC1823"/>
          </a:solidFill>
          <a:ln>
            <a:solidFill>
              <a:srgbClr val="BC18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Wissenswertes</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BC1823"/>
          </a:solidFill>
          <a:ln w="38100" cap="flat" cmpd="sng">
            <a:solidFill>
              <a:srgbClr val="BC182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3</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2585323"/>
          </a:xfrm>
          <a:prstGeom prst="rect">
            <a:avLst/>
          </a:prstGeom>
          <a:noFill/>
        </p:spPr>
        <p:txBody>
          <a:bodyPr wrap="square" rtlCol="0">
            <a:spAutoFit/>
          </a:bodyPr>
          <a:lstStyle/>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Die Größte PV-Anlage der Welt ist die Agua Caliente. Sie ist fast 10km² groß und hat 5 Millionen Solarmodule sowie eine Spitzenleistung 290 Megawatt.</a:t>
            </a:r>
          </a:p>
          <a:p>
            <a:pPr marL="285750" indent="-285750">
              <a:buFont typeface="Courier New" panose="02070309020205020404" pitchFamily="49" charset="0"/>
              <a:buChar char="o"/>
            </a:pPr>
            <a:endParaRPr lang="de-DE" sz="1800" dirty="0">
              <a:latin typeface="Roboto" panose="02000000000000000000" pitchFamily="2" charset="0"/>
              <a:ea typeface="Roboto" panose="02000000000000000000" pitchFamily="2" charset="0"/>
            </a:endParaRPr>
          </a:p>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Einem Forscherteam aus den USA ist es gelungen auch Nachts Strom zu produzieren auch wenn nur pro Quadratmeter auf 50 </a:t>
            </a:r>
            <a:r>
              <a:rPr lang="de-DE" sz="1800" dirty="0" err="1">
                <a:latin typeface="Roboto" panose="02000000000000000000" pitchFamily="2" charset="0"/>
                <a:ea typeface="Roboto" panose="02000000000000000000" pitchFamily="2" charset="0"/>
              </a:rPr>
              <a:t>Milliwatt</a:t>
            </a:r>
            <a:r>
              <a:rPr lang="de-DE" sz="1800" dirty="0">
                <a:latin typeface="Roboto" panose="02000000000000000000" pitchFamily="2" charset="0"/>
                <a:ea typeface="Roboto" panose="02000000000000000000" pitchFamily="2" charset="0"/>
              </a:rPr>
              <a:t> sind. dies passiert weil  Nachts die Oberfläche eines Solarmoduls ein paar Grad kühler als die Luft herum. schon dieser Temperaturunterschied reicht aus um Strom zu Produzieren.</a:t>
            </a:r>
          </a:p>
        </p:txBody>
      </p:sp>
      <p:sp>
        <p:nvSpPr>
          <p:cNvPr id="8" name="Textfeld 7">
            <a:extLst>
              <a:ext uri="{FF2B5EF4-FFF2-40B4-BE49-F238E27FC236}">
                <a16:creationId xmlns:a16="http://schemas.microsoft.com/office/drawing/2014/main" id="{05E4869D-5C03-E2AA-0B13-D3E62B216874}"/>
              </a:ext>
            </a:extLst>
          </p:cNvPr>
          <p:cNvSpPr txBox="1"/>
          <p:nvPr/>
        </p:nvSpPr>
        <p:spPr>
          <a:xfrm>
            <a:off x="7429500" y="4835723"/>
            <a:ext cx="1702593" cy="307777"/>
          </a:xfrm>
          <a:prstGeom prst="rect">
            <a:avLst/>
          </a:prstGeom>
          <a:solidFill>
            <a:srgbClr val="BC1823"/>
          </a:solidFill>
          <a:ln>
            <a:solidFill>
              <a:srgbClr val="BC1823"/>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(Q11 Q18)</a:t>
            </a:r>
          </a:p>
        </p:txBody>
      </p:sp>
    </p:spTree>
    <p:extLst>
      <p:ext uri="{BB962C8B-B14F-4D97-AF65-F5344CB8AC3E}">
        <p14:creationId xmlns:p14="http://schemas.microsoft.com/office/powerpoint/2010/main" val="19239459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12" name="Rechteck 11">
            <a:extLst>
              <a:ext uri="{FF2B5EF4-FFF2-40B4-BE49-F238E27FC236}">
                <a16:creationId xmlns:a16="http://schemas.microsoft.com/office/drawing/2014/main" id="{B532116E-FC65-BAB0-CA52-E157620BE203}"/>
              </a:ext>
            </a:extLst>
          </p:cNvPr>
          <p:cNvSpPr/>
          <p:nvPr/>
        </p:nvSpPr>
        <p:spPr>
          <a:xfrm>
            <a:off x="9088848" y="-5143500"/>
            <a:ext cx="55151" cy="5143500"/>
          </a:xfrm>
          <a:prstGeom prst="rect">
            <a:avLst/>
          </a:prstGeom>
          <a:solidFill>
            <a:srgbClr val="FFCF60"/>
          </a:solidFill>
          <a:ln>
            <a:solidFill>
              <a:srgbClr val="FFCF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Google Shape;383;p16">
            <a:extLst>
              <a:ext uri="{FF2B5EF4-FFF2-40B4-BE49-F238E27FC236}">
                <a16:creationId xmlns:a16="http://schemas.microsoft.com/office/drawing/2014/main" id="{ACD1405D-4B54-D5D6-E05E-E027E7C9E8E0}"/>
              </a:ext>
            </a:extLst>
          </p:cNvPr>
          <p:cNvSpPr/>
          <p:nvPr/>
        </p:nvSpPr>
        <p:spPr>
          <a:xfrm>
            <a:off x="495300" y="465805"/>
            <a:ext cx="265210" cy="262740"/>
          </a:xfrm>
          <a:prstGeom prst="ellipse">
            <a:avLst/>
          </a:prstGeom>
          <a:solidFill>
            <a:srgbClr val="BC1823"/>
          </a:solidFill>
          <a:ln w="38100" cap="flat" cmpd="sng">
            <a:solidFill>
              <a:srgbClr val="BC182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4</a:t>
            </a:r>
            <a:endParaRPr sz="1800" dirty="0">
              <a:solidFill>
                <a:srgbClr val="F4F2EB"/>
              </a:solidFill>
            </a:endParaRPr>
          </a:p>
        </p:txBody>
      </p:sp>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BC1823"/>
          </a:solidFill>
          <a:ln>
            <a:solidFill>
              <a:srgbClr val="BC18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Hat die Photovoltaikanlage Nachteile?</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BC1823"/>
          </a:solidFill>
          <a:ln w="38100" cap="flat" cmpd="sng">
            <a:solidFill>
              <a:srgbClr val="BC1823"/>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3</a:t>
            </a:r>
            <a:endParaRPr sz="1800" dirty="0">
              <a:solidFill>
                <a:srgbClr val="F4F2EB"/>
              </a:solidFill>
            </a:endParaRPr>
          </a:p>
        </p:txBody>
      </p:sp>
      <p:sp>
        <p:nvSpPr>
          <p:cNvPr id="8" name="Textfeld 7">
            <a:extLst>
              <a:ext uri="{FF2B5EF4-FFF2-40B4-BE49-F238E27FC236}">
                <a16:creationId xmlns:a16="http://schemas.microsoft.com/office/drawing/2014/main" id="{05E4869D-5C03-E2AA-0B13-D3E62B216874}"/>
              </a:ext>
            </a:extLst>
          </p:cNvPr>
          <p:cNvSpPr txBox="1"/>
          <p:nvPr/>
        </p:nvSpPr>
        <p:spPr>
          <a:xfrm rot="16200000">
            <a:off x="8443615" y="392608"/>
            <a:ext cx="1092993" cy="307777"/>
          </a:xfrm>
          <a:prstGeom prst="rect">
            <a:avLst/>
          </a:prstGeom>
          <a:solidFill>
            <a:srgbClr val="BC1823"/>
          </a:solidFill>
          <a:ln>
            <a:solidFill>
              <a:srgbClr val="BC1823"/>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(Q5)</a:t>
            </a:r>
          </a:p>
        </p:txBody>
      </p:sp>
      <p:graphicFrame>
        <p:nvGraphicFramePr>
          <p:cNvPr id="6" name="Diagramm 5">
            <a:extLst>
              <a:ext uri="{FF2B5EF4-FFF2-40B4-BE49-F238E27FC236}">
                <a16:creationId xmlns:a16="http://schemas.microsoft.com/office/drawing/2014/main" id="{BB1FCA0D-5BA9-E7B8-C0B4-600041EE92AC}"/>
              </a:ext>
            </a:extLst>
          </p:cNvPr>
          <p:cNvGraphicFramePr/>
          <p:nvPr>
            <p:extLst>
              <p:ext uri="{D42A27DB-BD31-4B8C-83A1-F6EECF244321}">
                <p14:modId xmlns:p14="http://schemas.microsoft.com/office/powerpoint/2010/main" val="210418649"/>
              </p:ext>
            </p:extLst>
          </p:nvPr>
        </p:nvGraphicFramePr>
        <p:xfrm>
          <a:off x="760510" y="728544"/>
          <a:ext cx="7735790" cy="42625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Grafik 8" descr="Daumen-hoch-Zeichen">
            <a:extLst>
              <a:ext uri="{FF2B5EF4-FFF2-40B4-BE49-F238E27FC236}">
                <a16:creationId xmlns:a16="http://schemas.microsoft.com/office/drawing/2014/main" id="{3F36F046-4B5A-45DD-DEE3-8078C8157F4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42975" y="866774"/>
            <a:ext cx="914400" cy="914400"/>
          </a:xfrm>
          <a:prstGeom prst="rect">
            <a:avLst/>
          </a:prstGeom>
        </p:spPr>
      </p:pic>
      <p:pic>
        <p:nvPicPr>
          <p:cNvPr id="10" name="Grafik 9" descr="Daumen-hoch-Zeichen">
            <a:extLst>
              <a:ext uri="{FF2B5EF4-FFF2-40B4-BE49-F238E27FC236}">
                <a16:creationId xmlns:a16="http://schemas.microsoft.com/office/drawing/2014/main" id="{97B5531D-F012-34D0-C718-941CB221158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flipH="1">
            <a:off x="5174073" y="866775"/>
            <a:ext cx="914400" cy="914400"/>
          </a:xfrm>
          <a:prstGeom prst="rect">
            <a:avLst/>
          </a:prstGeom>
        </p:spPr>
      </p:pic>
    </p:spTree>
    <p:extLst>
      <p:ext uri="{BB962C8B-B14F-4D97-AF65-F5344CB8AC3E}">
        <p14:creationId xmlns:p14="http://schemas.microsoft.com/office/powerpoint/2010/main" val="236105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3730806F-C8A6-A72D-2529-636F4BF4C89F}"/>
              </a:ext>
            </a:extLst>
          </p:cNvPr>
          <p:cNvSpPr/>
          <p:nvPr/>
        </p:nvSpPr>
        <p:spPr>
          <a:xfrm>
            <a:off x="15706" y="-18197"/>
            <a:ext cx="9144000" cy="5152598"/>
          </a:xfrm>
          <a:prstGeom prst="rect">
            <a:avLst/>
          </a:prstGeom>
          <a:solidFill>
            <a:srgbClr val="F4F2EB"/>
          </a:solidFill>
          <a:ln>
            <a:solidFill>
              <a:srgbClr val="F4F2E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2919000" y="2386050"/>
            <a:ext cx="8000459" cy="371400"/>
          </a:xfrm>
        </p:spPr>
        <p:txBody>
          <a:bodyPr>
            <a:normAutofit fontScale="90000"/>
          </a:bodyPr>
          <a:lstStyle/>
          <a:p>
            <a:pPr marL="0" lvl="0" indent="0" algn="l" rtl="0">
              <a:spcBef>
                <a:spcPts val="0"/>
              </a:spcBef>
              <a:spcAft>
                <a:spcPts val="0"/>
              </a:spcAft>
              <a:buNone/>
            </a:pPr>
            <a:r>
              <a:rPr lang="de-DE" sz="2800" b="1" dirty="0">
                <a:solidFill>
                  <a:schemeClr val="dk1"/>
                </a:solidFill>
                <a:latin typeface="Fira Sans Extra Condensed"/>
                <a:ea typeface="Fira Sans Extra Condensed"/>
                <a:cs typeface="Fira Sans Extra Condensed"/>
                <a:sym typeface="Fira Sans Extra Condensed"/>
              </a:rPr>
              <a:t>Zusammenfassung </a:t>
            </a:r>
          </a:p>
        </p:txBody>
      </p:sp>
      <p:sp>
        <p:nvSpPr>
          <p:cNvPr id="4" name="Google Shape;383;p16">
            <a:extLst>
              <a:ext uri="{FF2B5EF4-FFF2-40B4-BE49-F238E27FC236}">
                <a16:creationId xmlns:a16="http://schemas.microsoft.com/office/drawing/2014/main" id="{F9B6C7FE-A99C-8A50-193A-76A0F4B97698}"/>
              </a:ext>
            </a:extLst>
          </p:cNvPr>
          <p:cNvSpPr/>
          <p:nvPr/>
        </p:nvSpPr>
        <p:spPr>
          <a:xfrm>
            <a:off x="-2689860" y="9099"/>
            <a:ext cx="5379720" cy="5143499"/>
          </a:xfrm>
          <a:prstGeom prst="ellipse">
            <a:avLst/>
          </a:prstGeom>
          <a:solidFill>
            <a:srgbClr val="FFCF60"/>
          </a:solidFill>
          <a:ln w="38100" cap="flat" cmpd="sng">
            <a:solidFill>
              <a:srgbClr val="FFCF60"/>
            </a:solidFill>
            <a:prstDash val="solid"/>
            <a:round/>
            <a:headEnd type="none" w="sm" len="sm"/>
            <a:tailEnd type="none" w="sm" len="sm"/>
          </a:ln>
        </p:spPr>
        <p:txBody>
          <a:bodyPr spcFirstLastPara="1" wrap="square" lIns="0" tIns="0" rIns="0" bIns="0" anchor="ctr" anchorCtr="0">
            <a:noAutofit/>
          </a:bodyPr>
          <a:lstStyle/>
          <a:p>
            <a:pPr marL="0" lvl="0" indent="0" algn="r" rtl="0">
              <a:spcBef>
                <a:spcPts val="0"/>
              </a:spcBef>
              <a:spcAft>
                <a:spcPts val="0"/>
              </a:spcAft>
              <a:buNone/>
            </a:pPr>
            <a:r>
              <a:rPr lang="en" sz="9600" b="1" dirty="0">
                <a:solidFill>
                  <a:srgbClr val="F4F2EB"/>
                </a:solidFill>
                <a:latin typeface="Fira Sans Extra Condensed"/>
                <a:sym typeface="Fira Sans Extra Condensed"/>
              </a:rPr>
              <a:t>4</a:t>
            </a:r>
            <a:endParaRPr sz="9600" dirty="0">
              <a:solidFill>
                <a:srgbClr val="F4F2EB"/>
              </a:solidFill>
            </a:endParaRPr>
          </a:p>
        </p:txBody>
      </p:sp>
      <p:sp>
        <p:nvSpPr>
          <p:cNvPr id="7" name="Textfeld 6">
            <a:extLst>
              <a:ext uri="{FF2B5EF4-FFF2-40B4-BE49-F238E27FC236}">
                <a16:creationId xmlns:a16="http://schemas.microsoft.com/office/drawing/2014/main" id="{6FF56C7D-0379-1B88-5802-62D211F1BC99}"/>
              </a:ext>
            </a:extLst>
          </p:cNvPr>
          <p:cNvSpPr txBox="1"/>
          <p:nvPr/>
        </p:nvSpPr>
        <p:spPr>
          <a:xfrm>
            <a:off x="6729412" y="5161697"/>
            <a:ext cx="2413945" cy="307777"/>
          </a:xfrm>
          <a:prstGeom prst="rect">
            <a:avLst/>
          </a:prstGeom>
          <a:solidFill>
            <a:srgbClr val="FFCF60"/>
          </a:solidFill>
          <a:ln>
            <a:solidFill>
              <a:srgbClr val="FFCF60"/>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(EIG. Meinung + Q15)</a:t>
            </a:r>
          </a:p>
        </p:txBody>
      </p:sp>
      <p:sp>
        <p:nvSpPr>
          <p:cNvPr id="9" name="Rechteck 8">
            <a:extLst>
              <a:ext uri="{FF2B5EF4-FFF2-40B4-BE49-F238E27FC236}">
                <a16:creationId xmlns:a16="http://schemas.microsoft.com/office/drawing/2014/main" id="{54E85466-5B21-9F10-6CA2-4B90F467AD57}"/>
              </a:ext>
            </a:extLst>
          </p:cNvPr>
          <p:cNvSpPr/>
          <p:nvPr/>
        </p:nvSpPr>
        <p:spPr>
          <a:xfrm>
            <a:off x="9104555" y="5161697"/>
            <a:ext cx="55151" cy="5143500"/>
          </a:xfrm>
          <a:prstGeom prst="rect">
            <a:avLst/>
          </a:prstGeom>
          <a:solidFill>
            <a:srgbClr val="BC1823"/>
          </a:solidFill>
          <a:ln>
            <a:solidFill>
              <a:srgbClr val="BC182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a:extLst>
              <a:ext uri="{FF2B5EF4-FFF2-40B4-BE49-F238E27FC236}">
                <a16:creationId xmlns:a16="http://schemas.microsoft.com/office/drawing/2014/main" id="{8632C4CD-9F08-810B-5B83-727EBF6051ED}"/>
              </a:ext>
            </a:extLst>
          </p:cNvPr>
          <p:cNvSpPr/>
          <p:nvPr/>
        </p:nvSpPr>
        <p:spPr>
          <a:xfrm>
            <a:off x="9088849" y="-18197"/>
            <a:ext cx="70857" cy="5143500"/>
          </a:xfrm>
          <a:prstGeom prst="rect">
            <a:avLst/>
          </a:prstGeom>
          <a:solidFill>
            <a:srgbClr val="FFCF60"/>
          </a:solidFill>
          <a:ln>
            <a:solidFill>
              <a:srgbClr val="FFCF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2583553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FFCF60"/>
          </a:solidFill>
          <a:ln>
            <a:solidFill>
              <a:srgbClr val="FFCF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a:off x="809879" y="411475"/>
            <a:ext cx="8229600" cy="371400"/>
          </a:xfrm>
        </p:spPr>
        <p:txBody>
          <a:bodyPr>
            <a:normAutofit fontScale="90000"/>
          </a:bodyPr>
          <a:lstStyle/>
          <a:p>
            <a:pPr algn="l"/>
            <a:r>
              <a:rPr lang="de-DE" dirty="0"/>
              <a:t>Ist die Anlage Zukunftsfähig?</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FFCF60"/>
          </a:solidFill>
          <a:ln w="38100" cap="flat" cmpd="sng">
            <a:solidFill>
              <a:srgbClr val="FFCF6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4</a:t>
            </a:r>
            <a:endParaRPr sz="1800" dirty="0">
              <a:solidFill>
                <a:srgbClr val="F4F2EB"/>
              </a:solidFill>
            </a:endParaRPr>
          </a:p>
        </p:txBody>
      </p:sp>
      <p:sp>
        <p:nvSpPr>
          <p:cNvPr id="5" name="Textfeld 4">
            <a:extLst>
              <a:ext uri="{FF2B5EF4-FFF2-40B4-BE49-F238E27FC236}">
                <a16:creationId xmlns:a16="http://schemas.microsoft.com/office/drawing/2014/main" id="{80676AA3-4C03-6405-7FDC-24FDC6DB04AA}"/>
              </a:ext>
            </a:extLst>
          </p:cNvPr>
          <p:cNvSpPr txBox="1"/>
          <p:nvPr/>
        </p:nvSpPr>
        <p:spPr>
          <a:xfrm>
            <a:off x="809879" y="984250"/>
            <a:ext cx="7840312" cy="1754326"/>
          </a:xfrm>
          <a:prstGeom prst="rect">
            <a:avLst/>
          </a:prstGeom>
          <a:noFill/>
        </p:spPr>
        <p:txBody>
          <a:bodyPr wrap="square" rtlCol="0">
            <a:spAutoFit/>
          </a:bodyPr>
          <a:lstStyle/>
          <a:p>
            <a:pPr marL="285750" indent="-285750">
              <a:buFont typeface="Courier New" panose="02070309020205020404" pitchFamily="49" charset="0"/>
              <a:buChar char="o"/>
            </a:pPr>
            <a:r>
              <a:rPr lang="de-DE" sz="1800" dirty="0">
                <a:latin typeface="Roboto" panose="02000000000000000000" pitchFamily="2" charset="0"/>
                <a:ea typeface="Roboto" panose="02000000000000000000" pitchFamily="2" charset="0"/>
              </a:rPr>
              <a:t>Die PV Anlage hat eine Zukunft aber nicht nur die PV Anlagen sondern eigentlich alle </a:t>
            </a:r>
            <a:r>
              <a:rPr lang="de-DE" sz="1800" dirty="0" err="1">
                <a:latin typeface="Roboto" panose="02000000000000000000" pitchFamily="2" charset="0"/>
                <a:ea typeface="Roboto" panose="02000000000000000000" pitchFamily="2" charset="0"/>
              </a:rPr>
              <a:t>Erneubaren</a:t>
            </a:r>
            <a:r>
              <a:rPr lang="de-DE" sz="1800" dirty="0">
                <a:latin typeface="Roboto" panose="02000000000000000000" pitchFamily="2" charset="0"/>
                <a:ea typeface="Roboto" panose="02000000000000000000" pitchFamily="2" charset="0"/>
              </a:rPr>
              <a:t> Energien Kraftwerke. Es gibt nicht Das Wundermittel oder Die eine Anlage die unser leben verändern wird zumindest jetzt noch nicht wir sollten auf einen guten Mix der </a:t>
            </a:r>
            <a:r>
              <a:rPr lang="de-DE" sz="1800" dirty="0" err="1">
                <a:latin typeface="Roboto" panose="02000000000000000000" pitchFamily="2" charset="0"/>
                <a:ea typeface="Roboto" panose="02000000000000000000" pitchFamily="2" charset="0"/>
              </a:rPr>
              <a:t>erneubaren</a:t>
            </a:r>
            <a:r>
              <a:rPr lang="de-DE" sz="1800" dirty="0">
                <a:latin typeface="Roboto" panose="02000000000000000000" pitchFamily="2" charset="0"/>
                <a:ea typeface="Roboto" panose="02000000000000000000" pitchFamily="2" charset="0"/>
              </a:rPr>
              <a:t> setzten und uns auch dort nach alternativen </a:t>
            </a:r>
            <a:r>
              <a:rPr lang="de-DE" sz="1800" dirty="0" err="1">
                <a:latin typeface="Roboto" panose="02000000000000000000" pitchFamily="2" charset="0"/>
                <a:ea typeface="Roboto" panose="02000000000000000000" pitchFamily="2" charset="0"/>
              </a:rPr>
              <a:t>rohstoffen</a:t>
            </a:r>
            <a:r>
              <a:rPr lang="de-DE" sz="1800" dirty="0">
                <a:latin typeface="Roboto" panose="02000000000000000000" pitchFamily="2" charset="0"/>
                <a:ea typeface="Roboto" panose="02000000000000000000" pitchFamily="2" charset="0"/>
              </a:rPr>
              <a:t> suchen da wir sonst wieder Abhängig sind von China und </a:t>
            </a:r>
            <a:r>
              <a:rPr lang="de-DE" sz="1800" dirty="0" err="1">
                <a:latin typeface="Roboto" panose="02000000000000000000" pitchFamily="2" charset="0"/>
                <a:ea typeface="Roboto" panose="02000000000000000000" pitchFamily="2" charset="0"/>
              </a:rPr>
              <a:t>co.</a:t>
            </a:r>
            <a:endParaRPr lang="de-DE" sz="1800" dirty="0">
              <a:latin typeface="Roboto" panose="02000000000000000000" pitchFamily="2" charset="0"/>
              <a:ea typeface="Roboto" panose="02000000000000000000" pitchFamily="2" charset="0"/>
            </a:endParaRPr>
          </a:p>
        </p:txBody>
      </p:sp>
      <p:sp>
        <p:nvSpPr>
          <p:cNvPr id="8" name="Textfeld 7">
            <a:extLst>
              <a:ext uri="{FF2B5EF4-FFF2-40B4-BE49-F238E27FC236}">
                <a16:creationId xmlns:a16="http://schemas.microsoft.com/office/drawing/2014/main" id="{05E4869D-5C03-E2AA-0B13-D3E62B216874}"/>
              </a:ext>
            </a:extLst>
          </p:cNvPr>
          <p:cNvSpPr txBox="1"/>
          <p:nvPr/>
        </p:nvSpPr>
        <p:spPr>
          <a:xfrm>
            <a:off x="6705600" y="4835723"/>
            <a:ext cx="2426493" cy="307777"/>
          </a:xfrm>
          <a:prstGeom prst="rect">
            <a:avLst/>
          </a:prstGeom>
          <a:solidFill>
            <a:srgbClr val="FFCF60"/>
          </a:solidFill>
          <a:ln>
            <a:solidFill>
              <a:srgbClr val="FFCF60"/>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(EIG. Meinung + Q15)</a:t>
            </a:r>
          </a:p>
        </p:txBody>
      </p:sp>
    </p:spTree>
    <p:extLst>
      <p:ext uri="{BB962C8B-B14F-4D97-AF65-F5344CB8AC3E}">
        <p14:creationId xmlns:p14="http://schemas.microsoft.com/office/powerpoint/2010/main" val="1095759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iterate type="lt">
                                    <p:tmPct val="1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4EC"/>
        </a:solidFill>
        <a:effectLst/>
      </p:bgPr>
    </p:bg>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44E4D0A5-55F5-3CFC-91D7-8CF5C43D13E9}"/>
              </a:ext>
            </a:extLst>
          </p:cNvPr>
          <p:cNvSpPr/>
          <p:nvPr/>
        </p:nvSpPr>
        <p:spPr>
          <a:xfrm>
            <a:off x="9088849" y="9098"/>
            <a:ext cx="55151" cy="5143500"/>
          </a:xfrm>
          <a:prstGeom prst="rect">
            <a:avLst/>
          </a:prstGeom>
          <a:solidFill>
            <a:srgbClr val="FFCF60"/>
          </a:solidFill>
          <a:ln>
            <a:solidFill>
              <a:srgbClr val="FFCF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ABDFEC0A-52F8-0BC8-0C5D-C3DFA00E2072}"/>
              </a:ext>
            </a:extLst>
          </p:cNvPr>
          <p:cNvSpPr>
            <a:spLocks noGrp="1"/>
          </p:cNvSpPr>
          <p:nvPr>
            <p:ph type="title"/>
          </p:nvPr>
        </p:nvSpPr>
        <p:spPr>
          <a:xfrm rot="16200000">
            <a:off x="-1375619" y="2646499"/>
            <a:ext cx="4007048" cy="371400"/>
          </a:xfrm>
        </p:spPr>
        <p:txBody>
          <a:bodyPr>
            <a:normAutofit fontScale="90000"/>
          </a:bodyPr>
          <a:lstStyle/>
          <a:p>
            <a:pPr algn="r"/>
            <a:r>
              <a:rPr lang="de-DE"/>
              <a:t>  </a:t>
            </a:r>
            <a:r>
              <a:rPr lang="de-DE" dirty="0"/>
              <a:t>Quellen</a:t>
            </a:r>
          </a:p>
        </p:txBody>
      </p:sp>
      <p:sp>
        <p:nvSpPr>
          <p:cNvPr id="4" name="Google Shape;383;p16">
            <a:extLst>
              <a:ext uri="{FF2B5EF4-FFF2-40B4-BE49-F238E27FC236}">
                <a16:creationId xmlns:a16="http://schemas.microsoft.com/office/drawing/2014/main" id="{F9B6C7FE-A99C-8A50-193A-76A0F4B97698}"/>
              </a:ext>
            </a:extLst>
          </p:cNvPr>
          <p:cNvSpPr/>
          <p:nvPr/>
        </p:nvSpPr>
        <p:spPr>
          <a:xfrm>
            <a:off x="495300" y="465805"/>
            <a:ext cx="265210" cy="262740"/>
          </a:xfrm>
          <a:prstGeom prst="ellipse">
            <a:avLst/>
          </a:prstGeom>
          <a:solidFill>
            <a:srgbClr val="FFCF60"/>
          </a:solidFill>
          <a:ln w="38100" cap="flat" cmpd="sng">
            <a:solidFill>
              <a:srgbClr val="FFCF60"/>
            </a:solidFill>
            <a:prstDash val="solid"/>
            <a:round/>
            <a:headEnd type="none" w="sm" len="sm"/>
            <a:tailEnd type="none" w="sm" len="sm"/>
          </a:ln>
        </p:spPr>
        <p:txBody>
          <a:bodyPr spcFirstLastPara="1" wrap="square" lIns="0" tIns="0" rIns="0" bIns="0" anchor="ctr" anchorCtr="0">
            <a:noAutofit/>
          </a:bodyPr>
          <a:lstStyle/>
          <a:p>
            <a:pPr marL="0" lvl="0" indent="0" algn="ctr" rtl="0">
              <a:spcBef>
                <a:spcPts val="0"/>
              </a:spcBef>
              <a:spcAft>
                <a:spcPts val="0"/>
              </a:spcAft>
              <a:buNone/>
            </a:pPr>
            <a:r>
              <a:rPr lang="en" sz="1800" b="1" dirty="0">
                <a:solidFill>
                  <a:srgbClr val="F4F2EB"/>
                </a:solidFill>
                <a:latin typeface="Fira Sans Extra Condensed"/>
                <a:sym typeface="Fira Sans Extra Condensed"/>
              </a:rPr>
              <a:t>4</a:t>
            </a:r>
            <a:endParaRPr sz="1800" dirty="0">
              <a:solidFill>
                <a:srgbClr val="F4F2EB"/>
              </a:solidFill>
            </a:endParaRPr>
          </a:p>
        </p:txBody>
      </p:sp>
      <p:sp>
        <p:nvSpPr>
          <p:cNvPr id="8" name="Textfeld 7">
            <a:extLst>
              <a:ext uri="{FF2B5EF4-FFF2-40B4-BE49-F238E27FC236}">
                <a16:creationId xmlns:a16="http://schemas.microsoft.com/office/drawing/2014/main" id="{05E4869D-5C03-E2AA-0B13-D3E62B216874}"/>
              </a:ext>
            </a:extLst>
          </p:cNvPr>
          <p:cNvSpPr txBox="1"/>
          <p:nvPr/>
        </p:nvSpPr>
        <p:spPr>
          <a:xfrm>
            <a:off x="7879558" y="5131425"/>
            <a:ext cx="1264442" cy="307777"/>
          </a:xfrm>
          <a:prstGeom prst="rect">
            <a:avLst/>
          </a:prstGeom>
          <a:solidFill>
            <a:srgbClr val="FFCF60"/>
          </a:solidFill>
          <a:ln>
            <a:solidFill>
              <a:srgbClr val="FFCF60"/>
            </a:solidFill>
          </a:ln>
        </p:spPr>
        <p:txBody>
          <a:bodyPr wrap="square" rtlCol="0">
            <a:spAutoFit/>
          </a:bodyPr>
          <a:lstStyle/>
          <a:p>
            <a:pPr algn="r"/>
            <a:r>
              <a:rPr lang="de-DE" dirty="0">
                <a:solidFill>
                  <a:schemeClr val="bg1"/>
                </a:solidFill>
                <a:latin typeface="Roboto" panose="02000000000000000000" pitchFamily="2" charset="0"/>
                <a:ea typeface="Roboto" panose="02000000000000000000" pitchFamily="2" charset="0"/>
              </a:rPr>
              <a:t>Quelle (Q?)</a:t>
            </a:r>
          </a:p>
        </p:txBody>
      </p:sp>
      <p:sp>
        <p:nvSpPr>
          <p:cNvPr id="5" name="Textfeld 4">
            <a:extLst>
              <a:ext uri="{FF2B5EF4-FFF2-40B4-BE49-F238E27FC236}">
                <a16:creationId xmlns:a16="http://schemas.microsoft.com/office/drawing/2014/main" id="{83305136-0E8A-7569-0ACA-E67FEB45F7D7}"/>
              </a:ext>
            </a:extLst>
          </p:cNvPr>
          <p:cNvSpPr txBox="1"/>
          <p:nvPr/>
        </p:nvSpPr>
        <p:spPr>
          <a:xfrm>
            <a:off x="2536415" y="9098"/>
            <a:ext cx="5287994" cy="184666"/>
          </a:xfrm>
          <a:prstGeom prst="rect">
            <a:avLst/>
          </a:prstGeom>
          <a:noFill/>
        </p:spPr>
        <p:txBody>
          <a:bodyPr wrap="square" rtlCol="0">
            <a:spAutoFit/>
          </a:bodyPr>
          <a:lstStyle/>
          <a:p>
            <a:pPr rtl="0">
              <a:spcBef>
                <a:spcPts val="1200"/>
              </a:spcBef>
              <a:spcAft>
                <a:spcPts val="0"/>
              </a:spcAft>
            </a:pPr>
            <a:endParaRPr lang="de-DE" sz="600" dirty="0"/>
          </a:p>
        </p:txBody>
      </p:sp>
    </p:spTree>
    <p:extLst>
      <p:ext uri="{BB962C8B-B14F-4D97-AF65-F5344CB8AC3E}">
        <p14:creationId xmlns:p14="http://schemas.microsoft.com/office/powerpoint/2010/main" val="2160797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Energy Saving Infographics by Slidesgo">
  <a:themeElements>
    <a:clrScheme name="Simple Light">
      <a:dk1>
        <a:srgbClr val="000000"/>
      </a:dk1>
      <a:lt1>
        <a:srgbClr val="FFFFFF"/>
      </a:lt1>
      <a:dk2>
        <a:srgbClr val="434343"/>
      </a:dk2>
      <a:lt2>
        <a:srgbClr val="E5E2CF"/>
      </a:lt2>
      <a:accent1>
        <a:srgbClr val="87C6CC"/>
      </a:accent1>
      <a:accent2>
        <a:srgbClr val="8BB96C"/>
      </a:accent2>
      <a:accent3>
        <a:srgbClr val="F9DA21"/>
      </a:accent3>
      <a:accent4>
        <a:srgbClr val="7CBEC1"/>
      </a:accent4>
      <a:accent5>
        <a:srgbClr val="9DC67D"/>
      </a:accent5>
      <a:accent6>
        <a:srgbClr val="70934C"/>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1092</Words>
  <Application>Microsoft Office PowerPoint</Application>
  <PresentationFormat>Bildschirmpräsentation (16:9)</PresentationFormat>
  <Paragraphs>126</Paragraphs>
  <Slides>20</Slides>
  <Notes>4</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20</vt:i4>
      </vt:variant>
    </vt:vector>
  </HeadingPairs>
  <TitlesOfParts>
    <vt:vector size="27" baseType="lpstr">
      <vt:lpstr>Whitney</vt:lpstr>
      <vt:lpstr>inherit</vt:lpstr>
      <vt:lpstr>Fira Sans Extra Condensed</vt:lpstr>
      <vt:lpstr>Courier New</vt:lpstr>
      <vt:lpstr>Roboto</vt:lpstr>
      <vt:lpstr>Arial</vt:lpstr>
      <vt:lpstr>Energy Saving Infographics by Slidesgo</vt:lpstr>
      <vt:lpstr>Photovoltaik</vt:lpstr>
      <vt:lpstr>Photovoltaik Inhaltsverzeichnis</vt:lpstr>
      <vt:lpstr>Wie funktioniert Photovoltaik</vt:lpstr>
      <vt:lpstr>Woher kommt die Energie?</vt:lpstr>
      <vt:lpstr>Welche Anforderungen muss ein Standort die Anlage erfüllen?</vt:lpstr>
      <vt:lpstr>Wie ist die Photovoltaikanlage aufgebaut?</vt:lpstr>
      <vt:lpstr>Der Unterschied zwischen Photovoltaik und Solarthermie</vt:lpstr>
      <vt:lpstr>Was ist der Wirkungsgrad</vt:lpstr>
      <vt:lpstr>Wie ist der Wirkungsgrad</vt:lpstr>
      <vt:lpstr>Beeinflussung der Umwelt</vt:lpstr>
      <vt:lpstr>Wird die Umwelt durch die Anlage beeinflusst?</vt:lpstr>
      <vt:lpstr>Wird die Anlage durch die Umwelt beeinflusst?</vt:lpstr>
      <vt:lpstr>Einsatzfelder</vt:lpstr>
      <vt:lpstr>Statistiken </vt:lpstr>
      <vt:lpstr>Wie viel elektrische Energie wurde im letzten Jahr erzeugt?</vt:lpstr>
      <vt:lpstr>Wissenswertes</vt:lpstr>
      <vt:lpstr>Hat die Photovoltaikanlage Nachteile?</vt:lpstr>
      <vt:lpstr>Zusammenfassung </vt:lpstr>
      <vt:lpstr>Ist die Anlage Zukunftsfähig?</vt:lpstr>
      <vt:lpstr>  Quellen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Energy Saving Infographics</dc:title>
  <cp:lastModifiedBy>Eike Wilkens</cp:lastModifiedBy>
  <cp:revision>9</cp:revision>
  <dcterms:modified xsi:type="dcterms:W3CDTF">2022-06-19T19:22:52Z</dcterms:modified>
</cp:coreProperties>
</file>